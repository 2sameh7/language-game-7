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1"/>
  </p:notesMasterIdLst>
  <p:sldIdLst>
    <p:sldId id="256" r:id="rId2"/>
    <p:sldId id="259" r:id="rId3"/>
    <p:sldId id="257" r:id="rId4"/>
    <p:sldId id="258" r:id="rId5"/>
    <p:sldId id="262" r:id="rId6"/>
    <p:sldId id="261" r:id="rId7"/>
    <p:sldId id="314" r:id="rId8"/>
    <p:sldId id="264" r:id="rId9"/>
    <p:sldId id="263" r:id="rId10"/>
    <p:sldId id="265" r:id="rId11"/>
    <p:sldId id="267" r:id="rId12"/>
    <p:sldId id="311" r:id="rId13"/>
    <p:sldId id="315" r:id="rId14"/>
    <p:sldId id="316" r:id="rId15"/>
    <p:sldId id="312" r:id="rId16"/>
    <p:sldId id="266" r:id="rId17"/>
    <p:sldId id="313" r:id="rId18"/>
    <p:sldId id="272" r:id="rId19"/>
    <p:sldId id="291" r:id="rId20"/>
  </p:sldIdLst>
  <p:sldSz cx="9144000" cy="5143500" type="screen16x9"/>
  <p:notesSz cx="6858000" cy="9144000"/>
  <p:embeddedFontLst>
    <p:embeddedFont>
      <p:font typeface="Anaheim" panose="020B0604020202020204" charset="0"/>
      <p:regular r:id="rId22"/>
      <p:bold r:id="rId23"/>
    </p:embeddedFont>
    <p:embeddedFont>
      <p:font typeface="Arabic Typesetting" panose="03020402040406030203" pitchFamily="66" charset="-78"/>
      <p:regular r:id="rId24"/>
    </p:embeddedFont>
    <p:embeddedFont>
      <p:font typeface="Archivo" panose="020B0604020202020204" charset="0"/>
      <p:regular r:id="rId25"/>
      <p:bold r:id="rId26"/>
      <p:italic r:id="rId27"/>
      <p:boldItalic r:id="rId28"/>
    </p:embeddedFont>
    <p:embeddedFont>
      <p:font typeface="IBM Plex Sans" panose="020B0503050203000203" pitchFamily="34" charset="0"/>
      <p:regular r:id="rId29"/>
      <p:bold r:id="rId30"/>
      <p:italic r:id="rId31"/>
      <p:boldItalic r:id="rId32"/>
    </p:embeddedFont>
    <p:embeddedFont>
      <p:font typeface="IBM Plex Sans Light" panose="020B0403050203000203" pitchFamily="34" charset="0"/>
      <p:regular r:id="rId33"/>
      <p:italic r:id="rId34"/>
    </p:embeddedFont>
    <p:embeddedFont>
      <p:font typeface="Nunito Light" pitchFamily="2" charset="0"/>
      <p:regular r:id="rId35"/>
      <p: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BDD1"/>
    <a:srgbClr val="B47A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4C19CB9-791D-4976-9C23-E006BD817941}">
  <a:tblStyle styleId="{84C19CB9-791D-4976-9C23-E006BD81794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D9A4991-AEF0-4404-86F6-1A5AB9BB72D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41" autoAdjust="0"/>
    <p:restoredTop sz="94660"/>
  </p:normalViewPr>
  <p:slideViewPr>
    <p:cSldViewPr snapToGrid="0">
      <p:cViewPr>
        <p:scale>
          <a:sx n="100" d="100"/>
          <a:sy n="100" d="100"/>
        </p:scale>
        <p:origin x="468" y="-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heme" Target="theme/theme1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ggo\Desktop\Projects\SPU\Ruba\&#1605;&#1582;&#1591;&#1591;%20&#1586;&#1605;&#1606;&#1610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 w="19050" cap="flat" cmpd="sng" algn="ctr">
          <a:solidFill>
            <a:schemeClr val="tx1">
              <a:lumMod val="25000"/>
              <a:lumOff val="75000"/>
            </a:schemeClr>
          </a:solidFill>
          <a:round/>
        </a:ln>
        <a:effectLst/>
        <a:sp3d contourW="19050">
          <a:contourClr>
            <a:schemeClr val="tx1">
              <a:lumMod val="25000"/>
              <a:lumOff val="75000"/>
            </a:schemeClr>
          </a:contourClr>
        </a:sp3d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stacked"/>
        <c:varyColors val="0"/>
        <c:ser>
          <c:idx val="0"/>
          <c:order val="0"/>
          <c:tx>
            <c:v>تاريخ البدء</c:v>
          </c:tx>
          <c:spPr>
            <a:noFill/>
            <a:ln>
              <a:noFill/>
            </a:ln>
            <a:effectLst/>
            <a:sp3d/>
          </c:spPr>
          <c:invertIfNegative val="0"/>
          <c:cat>
            <c:strRef>
              <c:f>ورقة1!$A$2:$A$9</c:f>
              <c:strCache>
                <c:ptCount val="8"/>
                <c:pt idx="0">
                  <c:v>الدراسة المرجعية</c:v>
                </c:pt>
                <c:pt idx="1">
                  <c:v>جمع المتطلبات</c:v>
                </c:pt>
                <c:pt idx="2">
                  <c:v>تحديد المتطلبات</c:v>
                </c:pt>
                <c:pt idx="3">
                  <c:v>REQ-019 - REQ-024</c:v>
                </c:pt>
                <c:pt idx="4">
                  <c:v>REQ-025 - REQ-030</c:v>
                </c:pt>
                <c:pt idx="5">
                  <c:v>REQ-031 - REQ-036</c:v>
                </c:pt>
                <c:pt idx="6">
                  <c:v>الاختبار</c:v>
                </c:pt>
                <c:pt idx="7">
                  <c:v>التوثيق</c:v>
                </c:pt>
              </c:strCache>
            </c:strRef>
          </c:cat>
          <c:val>
            <c:numRef>
              <c:f>ورقة1!$B$2:$B$9</c:f>
              <c:numCache>
                <c:formatCode>m/d/yyyy</c:formatCode>
                <c:ptCount val="8"/>
                <c:pt idx="0">
                  <c:v>45945</c:v>
                </c:pt>
                <c:pt idx="1">
                  <c:v>45951</c:v>
                </c:pt>
                <c:pt idx="2">
                  <c:v>45957</c:v>
                </c:pt>
                <c:pt idx="3">
                  <c:v>45974</c:v>
                </c:pt>
                <c:pt idx="4">
                  <c:v>45979</c:v>
                </c:pt>
                <c:pt idx="5">
                  <c:v>45986</c:v>
                </c:pt>
                <c:pt idx="6">
                  <c:v>45993</c:v>
                </c:pt>
                <c:pt idx="7">
                  <c:v>45945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81-4505-A16D-D89333E13DEE}"/>
            </c:ext>
          </c:extLst>
        </c:ser>
        <c:ser>
          <c:idx val="1"/>
          <c:order val="1"/>
          <c:tx>
            <c:v>المدة</c:v>
          </c:tx>
          <c:spPr>
            <a:pattFill prst="ltDnDiag">
              <a:fgClr>
                <a:schemeClr val="accent1">
                  <a:tint val="77000"/>
                </a:schemeClr>
              </a:fgClr>
              <a:bgClr>
                <a:schemeClr val="accent1">
                  <a:tint val="77000"/>
                  <a:lumMod val="20000"/>
                  <a:lumOff val="80000"/>
                </a:schemeClr>
              </a:bgClr>
            </a:pattFill>
            <a:ln>
              <a:solidFill>
                <a:schemeClr val="accent1">
                  <a:tint val="77000"/>
                </a:schemeClr>
              </a:solidFill>
            </a:ln>
            <a:effectLst/>
            <a:sp3d>
              <a:contourClr>
                <a:schemeClr val="accent1">
                  <a:tint val="77000"/>
                </a:schemeClr>
              </a:contourClr>
            </a:sp3d>
          </c:spPr>
          <c:invertIfNegative val="0"/>
          <c:cat>
            <c:strRef>
              <c:f>ورقة1!$A$2:$A$9</c:f>
              <c:strCache>
                <c:ptCount val="8"/>
                <c:pt idx="0">
                  <c:v>الدراسة المرجعية</c:v>
                </c:pt>
                <c:pt idx="1">
                  <c:v>جمع المتطلبات</c:v>
                </c:pt>
                <c:pt idx="2">
                  <c:v>تحديد المتطلبات</c:v>
                </c:pt>
                <c:pt idx="3">
                  <c:v>REQ-019 - REQ-024</c:v>
                </c:pt>
                <c:pt idx="4">
                  <c:v>REQ-025 - REQ-030</c:v>
                </c:pt>
                <c:pt idx="5">
                  <c:v>REQ-031 - REQ-036</c:v>
                </c:pt>
                <c:pt idx="6">
                  <c:v>الاختبار</c:v>
                </c:pt>
                <c:pt idx="7">
                  <c:v>التوثيق</c:v>
                </c:pt>
              </c:strCache>
            </c:strRef>
          </c:cat>
          <c:val>
            <c:numRef>
              <c:f>ورقة1!$D$2:$D$9</c:f>
              <c:numCache>
                <c:formatCode>General</c:formatCode>
                <c:ptCount val="8"/>
                <c:pt idx="0">
                  <c:v>5</c:v>
                </c:pt>
                <c:pt idx="1">
                  <c:v>5</c:v>
                </c:pt>
                <c:pt idx="2">
                  <c:v>16</c:v>
                </c:pt>
                <c:pt idx="3">
                  <c:v>4</c:v>
                </c:pt>
                <c:pt idx="4">
                  <c:v>6</c:v>
                </c:pt>
                <c:pt idx="5">
                  <c:v>6</c:v>
                </c:pt>
                <c:pt idx="6">
                  <c:v>13</c:v>
                </c:pt>
                <c:pt idx="7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A81-4505-A16D-D89333E13D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shape val="box"/>
        <c:axId val="2062720575"/>
        <c:axId val="2062731487"/>
        <c:axId val="0"/>
      </c:bar3DChart>
      <c:catAx>
        <c:axId val="2062720575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2062731487"/>
        <c:crosses val="autoZero"/>
        <c:auto val="1"/>
        <c:lblAlgn val="ctr"/>
        <c:lblOffset val="100"/>
        <c:noMultiLvlLbl val="0"/>
      </c:catAx>
      <c:valAx>
        <c:axId val="2062731487"/>
        <c:scaling>
          <c:orientation val="minMax"/>
          <c:min val="45940"/>
        </c:scaling>
        <c:delete val="1"/>
        <c:axPos val="t"/>
        <c:majorGridlines>
          <c:spPr>
            <a:ln>
              <a:solidFill>
                <a:schemeClr val="tx1">
                  <a:lumMod val="15000"/>
                  <a:lumOff val="85000"/>
                </a:schemeClr>
              </a:solidFill>
            </a:ln>
            <a:effectLst/>
          </c:spPr>
        </c:majorGridlines>
        <c:numFmt formatCode="m/d/yyyy" sourceLinked="1"/>
        <c:majorTickMark val="none"/>
        <c:minorTickMark val="none"/>
        <c:tickLblPos val="nextTo"/>
        <c:crossAx val="20627205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3"/>
    </a:solidFill>
    <a:ln>
      <a:noFill/>
    </a:ln>
    <a:effectLst/>
  </c:spPr>
  <c:txPr>
    <a:bodyPr/>
    <a:lstStyle/>
    <a:p>
      <a:pPr>
        <a:defRPr/>
      </a:pPr>
      <a:endParaRPr lang="ar-A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9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pattFill prst="ltDn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>
        <a:solidFill>
          <a:schemeClr val="phClr"/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8" name="Google Shape;1358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1" name="Google Shape;1351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6" name="Google Shape;1496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3" name="Google Shape;1483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3" name="Google Shape;1513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8" name="Google Shape;1558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5">
          <a:extLst>
            <a:ext uri="{FF2B5EF4-FFF2-40B4-BE49-F238E27FC236}">
              <a16:creationId xmlns:a16="http://schemas.microsoft.com/office/drawing/2014/main" id="{1FB25629-7095-4207-30A1-1B97B3D76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54dda1946d_6_257:notes">
            <a:extLst>
              <a:ext uri="{FF2B5EF4-FFF2-40B4-BE49-F238E27FC236}">
                <a16:creationId xmlns:a16="http://schemas.microsoft.com/office/drawing/2014/main" id="{CC86BF32-4EBD-6454-57E6-44EBC4465C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54dda1946d_6_257:notes">
            <a:extLst>
              <a:ext uri="{FF2B5EF4-FFF2-40B4-BE49-F238E27FC236}">
                <a16:creationId xmlns:a16="http://schemas.microsoft.com/office/drawing/2014/main" id="{93E1CCC9-E98C-7A9A-ECE0-7E2745F321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53790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6">
          <a:extLst>
            <a:ext uri="{FF2B5EF4-FFF2-40B4-BE49-F238E27FC236}">
              <a16:creationId xmlns:a16="http://schemas.microsoft.com/office/drawing/2014/main" id="{1F50C3A4-F174-DDEB-1C8D-F65618B30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d431007ba2_0_208:notes">
            <a:extLst>
              <a:ext uri="{FF2B5EF4-FFF2-40B4-BE49-F238E27FC236}">
                <a16:creationId xmlns:a16="http://schemas.microsoft.com/office/drawing/2014/main" id="{782B8C01-483C-EA71-971C-D430AB68A9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d431007ba2_0_208:notes">
            <a:extLst>
              <a:ext uri="{FF2B5EF4-FFF2-40B4-BE49-F238E27FC236}">
                <a16:creationId xmlns:a16="http://schemas.microsoft.com/office/drawing/2014/main" id="{CEFEEE90-57BE-0C82-5A21-062AC9D73A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5102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54dda1946d_4_2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1" name="Google Shape;1541;g54dda1946d_4_2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1">
          <a:extLst>
            <a:ext uri="{FF2B5EF4-FFF2-40B4-BE49-F238E27FC236}">
              <a16:creationId xmlns:a16="http://schemas.microsoft.com/office/drawing/2014/main" id="{EA348CE0-9309-ECF1-DA86-99A451DDC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gd5260bdd85_0_256:notes">
            <a:extLst>
              <a:ext uri="{FF2B5EF4-FFF2-40B4-BE49-F238E27FC236}">
                <a16:creationId xmlns:a16="http://schemas.microsoft.com/office/drawing/2014/main" id="{BFA5C362-6C90-BE77-919C-F58FE0A011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3" name="Google Shape;1513;gd5260bdd85_0_256:notes">
            <a:extLst>
              <a:ext uri="{FF2B5EF4-FFF2-40B4-BE49-F238E27FC236}">
                <a16:creationId xmlns:a16="http://schemas.microsoft.com/office/drawing/2014/main" id="{51844693-647C-8A91-380A-911D1D9D23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27003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6" name="Google Shape;1796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0" name="Google Shape;2410;g2982d0641f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1" name="Google Shape;2411;g2982d0641f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469950" y="681264"/>
            <a:ext cx="3884400" cy="24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5238550" y="3672703"/>
            <a:ext cx="2347200" cy="7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rot="1081970" flipH="1">
            <a:off x="-76325" y="-234353"/>
            <a:ext cx="1221958" cy="2084859"/>
            <a:chOff x="971119" y="3290570"/>
            <a:chExt cx="612189" cy="1044510"/>
          </a:xfrm>
        </p:grpSpPr>
        <p:sp>
          <p:nvSpPr>
            <p:cNvPr id="12" name="Google Shape;12;p2"/>
            <p:cNvSpPr/>
            <p:nvPr/>
          </p:nvSpPr>
          <p:spPr>
            <a:xfrm>
              <a:off x="1259586" y="3938904"/>
              <a:ext cx="75691" cy="126428"/>
            </a:xfrm>
            <a:custGeom>
              <a:avLst/>
              <a:gdLst/>
              <a:ahLst/>
              <a:cxnLst/>
              <a:rect l="l" t="t" r="r" b="b"/>
              <a:pathLst>
                <a:path w="75691" h="126428" extrusionOk="0">
                  <a:moveTo>
                    <a:pt x="0" y="0"/>
                  </a:moveTo>
                  <a:lnTo>
                    <a:pt x="75692" y="0"/>
                  </a:lnTo>
                  <a:lnTo>
                    <a:pt x="75692" y="126428"/>
                  </a:lnTo>
                  <a:lnTo>
                    <a:pt x="0" y="12642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259522" y="3940492"/>
              <a:ext cx="75755" cy="24638"/>
            </a:xfrm>
            <a:custGeom>
              <a:avLst/>
              <a:gdLst/>
              <a:ahLst/>
              <a:cxnLst/>
              <a:rect l="l" t="t" r="r" b="b"/>
              <a:pathLst>
                <a:path w="75755" h="24638" extrusionOk="0">
                  <a:moveTo>
                    <a:pt x="75755" y="889"/>
                  </a:moveTo>
                  <a:cubicBezTo>
                    <a:pt x="62103" y="2413"/>
                    <a:pt x="48260" y="3048"/>
                    <a:pt x="34290" y="2730"/>
                  </a:cubicBezTo>
                  <a:cubicBezTo>
                    <a:pt x="22733" y="2477"/>
                    <a:pt x="11303" y="1524"/>
                    <a:pt x="0" y="0"/>
                  </a:cubicBezTo>
                  <a:lnTo>
                    <a:pt x="0" y="22035"/>
                  </a:lnTo>
                  <a:cubicBezTo>
                    <a:pt x="11113" y="23432"/>
                    <a:pt x="22415" y="24257"/>
                    <a:pt x="33782" y="24574"/>
                  </a:cubicBezTo>
                  <a:cubicBezTo>
                    <a:pt x="36385" y="24638"/>
                    <a:pt x="39052" y="24638"/>
                    <a:pt x="41656" y="24638"/>
                  </a:cubicBezTo>
                  <a:cubicBezTo>
                    <a:pt x="53149" y="24638"/>
                    <a:pt x="64516" y="24003"/>
                    <a:pt x="75755" y="22860"/>
                  </a:cubicBezTo>
                  <a:lnTo>
                    <a:pt x="75755" y="8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259586" y="4034154"/>
              <a:ext cx="75691" cy="31241"/>
            </a:xfrm>
            <a:custGeom>
              <a:avLst/>
              <a:gdLst/>
              <a:ahLst/>
              <a:cxnLst/>
              <a:rect l="l" t="t" r="r" b="b"/>
              <a:pathLst>
                <a:path w="75691" h="31241" extrusionOk="0">
                  <a:moveTo>
                    <a:pt x="75692" y="31242"/>
                  </a:moveTo>
                  <a:lnTo>
                    <a:pt x="0" y="31242"/>
                  </a:lnTo>
                  <a:lnTo>
                    <a:pt x="0" y="0"/>
                  </a:lnTo>
                  <a:lnTo>
                    <a:pt x="75692" y="1530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200150" y="4065396"/>
              <a:ext cx="194627" cy="117665"/>
            </a:xfrm>
            <a:custGeom>
              <a:avLst/>
              <a:gdLst/>
              <a:ahLst/>
              <a:cxnLst/>
              <a:rect l="l" t="t" r="r" b="b"/>
              <a:pathLst>
                <a:path w="194627" h="117665" extrusionOk="0">
                  <a:moveTo>
                    <a:pt x="142748" y="0"/>
                  </a:moveTo>
                  <a:lnTo>
                    <a:pt x="51879" y="0"/>
                  </a:lnTo>
                  <a:cubicBezTo>
                    <a:pt x="38354" y="0"/>
                    <a:pt x="26543" y="9271"/>
                    <a:pt x="23304" y="22416"/>
                  </a:cubicBezTo>
                  <a:lnTo>
                    <a:pt x="0" y="117666"/>
                  </a:lnTo>
                  <a:lnTo>
                    <a:pt x="194627" y="117666"/>
                  </a:lnTo>
                  <a:lnTo>
                    <a:pt x="171323" y="22416"/>
                  </a:lnTo>
                  <a:cubicBezTo>
                    <a:pt x="168085" y="9208"/>
                    <a:pt x="156274" y="0"/>
                    <a:pt x="14274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107821" y="4182998"/>
              <a:ext cx="379348" cy="152082"/>
            </a:xfrm>
            <a:custGeom>
              <a:avLst/>
              <a:gdLst/>
              <a:ahLst/>
              <a:cxnLst/>
              <a:rect l="l" t="t" r="r" b="b"/>
              <a:pathLst>
                <a:path w="379348" h="152082" extrusionOk="0">
                  <a:moveTo>
                    <a:pt x="298767" y="0"/>
                  </a:moveTo>
                  <a:lnTo>
                    <a:pt x="80518" y="0"/>
                  </a:lnTo>
                  <a:cubicBezTo>
                    <a:pt x="61277" y="0"/>
                    <a:pt x="44259" y="12446"/>
                    <a:pt x="38481" y="30798"/>
                  </a:cubicBezTo>
                  <a:lnTo>
                    <a:pt x="0" y="152083"/>
                  </a:lnTo>
                  <a:lnTo>
                    <a:pt x="379349" y="152083"/>
                  </a:lnTo>
                  <a:lnTo>
                    <a:pt x="340868" y="30798"/>
                  </a:lnTo>
                  <a:cubicBezTo>
                    <a:pt x="334963" y="12446"/>
                    <a:pt x="317944" y="0"/>
                    <a:pt x="2987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200150" y="4152138"/>
              <a:ext cx="194627" cy="30860"/>
            </a:xfrm>
            <a:custGeom>
              <a:avLst/>
              <a:gdLst/>
              <a:ahLst/>
              <a:cxnLst/>
              <a:rect l="l" t="t" r="r" b="b"/>
              <a:pathLst>
                <a:path w="194627" h="30860" extrusionOk="0">
                  <a:moveTo>
                    <a:pt x="0" y="30861"/>
                  </a:moveTo>
                  <a:lnTo>
                    <a:pt x="194627" y="30861"/>
                  </a:lnTo>
                  <a:lnTo>
                    <a:pt x="191770" y="19240"/>
                  </a:lnTo>
                  <a:lnTo>
                    <a:pt x="75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grpSp>
          <p:nvGrpSpPr>
            <p:cNvPr id="18" name="Google Shape;18;p2"/>
            <p:cNvGrpSpPr/>
            <p:nvPr/>
          </p:nvGrpSpPr>
          <p:grpSpPr>
            <a:xfrm>
              <a:off x="971119" y="3290570"/>
              <a:ext cx="612189" cy="657478"/>
              <a:chOff x="971119" y="3290570"/>
              <a:chExt cx="612189" cy="657478"/>
            </a:xfrm>
          </p:grpSpPr>
          <p:sp>
            <p:nvSpPr>
              <p:cNvPr id="19" name="Google Shape;19;p2"/>
              <p:cNvSpPr/>
              <p:nvPr/>
            </p:nvSpPr>
            <p:spPr>
              <a:xfrm rot="-1193110">
                <a:off x="1296820" y="3298958"/>
                <a:ext cx="6728" cy="633672"/>
              </a:xfrm>
              <a:custGeom>
                <a:avLst/>
                <a:gdLst/>
                <a:ahLst/>
                <a:cxnLst/>
                <a:rect l="l" t="t" r="r" b="b"/>
                <a:pathLst>
                  <a:path w="6731" h="633926" extrusionOk="0">
                    <a:moveTo>
                      <a:pt x="0" y="0"/>
                    </a:moveTo>
                    <a:lnTo>
                      <a:pt x="6731" y="0"/>
                    </a:lnTo>
                    <a:lnTo>
                      <a:pt x="6731" y="633927"/>
                    </a:lnTo>
                    <a:lnTo>
                      <a:pt x="0" y="63392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  <p:grpSp>
            <p:nvGrpSpPr>
              <p:cNvPr id="20" name="Google Shape;20;p2"/>
              <p:cNvGrpSpPr/>
              <p:nvPr/>
            </p:nvGrpSpPr>
            <p:grpSpPr>
              <a:xfrm>
                <a:off x="1018666" y="3335654"/>
                <a:ext cx="564642" cy="564642"/>
                <a:chOff x="1018666" y="3335654"/>
                <a:chExt cx="564642" cy="564642"/>
              </a:xfrm>
            </p:grpSpPr>
            <p:sp>
              <p:nvSpPr>
                <p:cNvPr id="21" name="Google Shape;21;p2"/>
                <p:cNvSpPr/>
                <p:nvPr/>
              </p:nvSpPr>
              <p:spPr>
                <a:xfrm>
                  <a:off x="1018666" y="3335654"/>
                  <a:ext cx="564642" cy="5646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4642" h="564642" extrusionOk="0">
                      <a:moveTo>
                        <a:pt x="564642" y="282321"/>
                      </a:moveTo>
                      <a:cubicBezTo>
                        <a:pt x="564642" y="438243"/>
                        <a:pt x="438243" y="564642"/>
                        <a:pt x="282321" y="564642"/>
                      </a:cubicBezTo>
                      <a:cubicBezTo>
                        <a:pt x="126399" y="564642"/>
                        <a:pt x="0" y="438243"/>
                        <a:pt x="0" y="282321"/>
                      </a:cubicBezTo>
                      <a:cubicBezTo>
                        <a:pt x="0" y="126400"/>
                        <a:pt x="126399" y="0"/>
                        <a:pt x="282321" y="0"/>
                      </a:cubicBezTo>
                      <a:cubicBezTo>
                        <a:pt x="438243" y="0"/>
                        <a:pt x="564642" y="126399"/>
                        <a:pt x="564642" y="28232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  <a:sym typeface="IBM Plex Sans"/>
                  </a:endParaRPr>
                </a:p>
              </p:txBody>
            </p:sp>
            <p:grpSp>
              <p:nvGrpSpPr>
                <p:cNvPr id="22" name="Google Shape;22;p2"/>
                <p:cNvGrpSpPr/>
                <p:nvPr/>
              </p:nvGrpSpPr>
              <p:grpSpPr>
                <a:xfrm>
                  <a:off x="1018954" y="3336099"/>
                  <a:ext cx="555718" cy="499427"/>
                  <a:chOff x="1018954" y="3336099"/>
                  <a:chExt cx="555718" cy="499427"/>
                </a:xfrm>
              </p:grpSpPr>
              <p:sp>
                <p:nvSpPr>
                  <p:cNvPr id="23" name="Google Shape;23;p2"/>
                  <p:cNvSpPr/>
                  <p:nvPr/>
                </p:nvSpPr>
                <p:spPr>
                  <a:xfrm>
                    <a:off x="1238377" y="3336099"/>
                    <a:ext cx="51815" cy="328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815" h="32847" extrusionOk="0">
                        <a:moveTo>
                          <a:pt x="8128" y="17653"/>
                        </a:moveTo>
                        <a:cubicBezTo>
                          <a:pt x="10541" y="22035"/>
                          <a:pt x="12446" y="26734"/>
                          <a:pt x="15430" y="30734"/>
                        </a:cubicBezTo>
                        <a:cubicBezTo>
                          <a:pt x="16002" y="31433"/>
                          <a:pt x="16574" y="32131"/>
                          <a:pt x="17399" y="32512"/>
                        </a:cubicBezTo>
                        <a:cubicBezTo>
                          <a:pt x="18351" y="32957"/>
                          <a:pt x="19494" y="32893"/>
                          <a:pt x="20510" y="32703"/>
                        </a:cubicBezTo>
                        <a:cubicBezTo>
                          <a:pt x="28194" y="31560"/>
                          <a:pt x="34925" y="26734"/>
                          <a:pt x="39878" y="20765"/>
                        </a:cubicBezTo>
                        <a:cubicBezTo>
                          <a:pt x="44894" y="14859"/>
                          <a:pt x="48387" y="7810"/>
                          <a:pt x="51816" y="889"/>
                        </a:cubicBezTo>
                        <a:cubicBezTo>
                          <a:pt x="49784" y="572"/>
                          <a:pt x="47815" y="317"/>
                          <a:pt x="45783" y="0"/>
                        </a:cubicBezTo>
                        <a:cubicBezTo>
                          <a:pt x="30416" y="889"/>
                          <a:pt x="15113" y="3048"/>
                          <a:pt x="0" y="6477"/>
                        </a:cubicBezTo>
                        <a:cubicBezTo>
                          <a:pt x="3175" y="9970"/>
                          <a:pt x="5905" y="13653"/>
                          <a:pt x="8128" y="17653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IBM Plex Sans"/>
                      <a:ea typeface="IBM Plex Sans"/>
                      <a:cs typeface="IBM Plex Sans"/>
                      <a:sym typeface="IBM Plex Sans"/>
                    </a:endParaRPr>
                  </a:p>
                </p:txBody>
              </p:sp>
              <p:sp>
                <p:nvSpPr>
                  <p:cNvPr id="24" name="Google Shape;24;p2"/>
                  <p:cNvSpPr/>
                  <p:nvPr/>
                </p:nvSpPr>
                <p:spPr>
                  <a:xfrm>
                    <a:off x="1325635" y="3360737"/>
                    <a:ext cx="249037" cy="1934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037" h="193496" extrusionOk="0">
                        <a:moveTo>
                          <a:pt x="135754" y="24828"/>
                        </a:moveTo>
                        <a:cubicBezTo>
                          <a:pt x="130166" y="26734"/>
                          <a:pt x="124832" y="29528"/>
                          <a:pt x="120133" y="33084"/>
                        </a:cubicBezTo>
                        <a:cubicBezTo>
                          <a:pt x="118482" y="34353"/>
                          <a:pt x="116640" y="35751"/>
                          <a:pt x="114545" y="35560"/>
                        </a:cubicBezTo>
                        <a:cubicBezTo>
                          <a:pt x="112005" y="35242"/>
                          <a:pt x="110481" y="32639"/>
                          <a:pt x="108322" y="31178"/>
                        </a:cubicBezTo>
                        <a:cubicBezTo>
                          <a:pt x="103686" y="28067"/>
                          <a:pt x="95812" y="30226"/>
                          <a:pt x="93272" y="25273"/>
                        </a:cubicBezTo>
                        <a:cubicBezTo>
                          <a:pt x="91939" y="22670"/>
                          <a:pt x="93082" y="19495"/>
                          <a:pt x="94288" y="16828"/>
                        </a:cubicBezTo>
                        <a:cubicBezTo>
                          <a:pt x="96257" y="12573"/>
                          <a:pt x="98479" y="8382"/>
                          <a:pt x="100892" y="4382"/>
                        </a:cubicBezTo>
                        <a:cubicBezTo>
                          <a:pt x="97781" y="2858"/>
                          <a:pt x="94669" y="1460"/>
                          <a:pt x="91558" y="0"/>
                        </a:cubicBezTo>
                        <a:cubicBezTo>
                          <a:pt x="89589" y="3683"/>
                          <a:pt x="87684" y="7429"/>
                          <a:pt x="85970" y="11240"/>
                        </a:cubicBezTo>
                        <a:cubicBezTo>
                          <a:pt x="83176" y="17463"/>
                          <a:pt x="80636" y="24003"/>
                          <a:pt x="75746" y="28766"/>
                        </a:cubicBezTo>
                        <a:cubicBezTo>
                          <a:pt x="72317" y="32131"/>
                          <a:pt x="67872" y="34353"/>
                          <a:pt x="64380" y="37655"/>
                        </a:cubicBezTo>
                        <a:cubicBezTo>
                          <a:pt x="60887" y="40958"/>
                          <a:pt x="58284" y="46038"/>
                          <a:pt x="60062" y="50546"/>
                        </a:cubicBezTo>
                        <a:cubicBezTo>
                          <a:pt x="60760" y="52388"/>
                          <a:pt x="62094" y="53911"/>
                          <a:pt x="63173" y="55563"/>
                        </a:cubicBezTo>
                        <a:cubicBezTo>
                          <a:pt x="64189" y="57277"/>
                          <a:pt x="64888" y="59372"/>
                          <a:pt x="64126" y="61151"/>
                        </a:cubicBezTo>
                        <a:cubicBezTo>
                          <a:pt x="63364" y="62992"/>
                          <a:pt x="58220" y="65341"/>
                          <a:pt x="57585" y="63500"/>
                        </a:cubicBezTo>
                        <a:cubicBezTo>
                          <a:pt x="56188" y="59436"/>
                          <a:pt x="51045" y="57912"/>
                          <a:pt x="46790" y="58547"/>
                        </a:cubicBezTo>
                        <a:cubicBezTo>
                          <a:pt x="42536" y="59182"/>
                          <a:pt x="38599" y="61278"/>
                          <a:pt x="34344" y="61976"/>
                        </a:cubicBezTo>
                        <a:cubicBezTo>
                          <a:pt x="30090" y="62674"/>
                          <a:pt x="24882" y="61278"/>
                          <a:pt x="23422" y="57214"/>
                        </a:cubicBezTo>
                        <a:cubicBezTo>
                          <a:pt x="20565" y="68072"/>
                          <a:pt x="15866" y="78422"/>
                          <a:pt x="9452" y="87566"/>
                        </a:cubicBezTo>
                        <a:cubicBezTo>
                          <a:pt x="4880" y="94171"/>
                          <a:pt x="-898" y="101219"/>
                          <a:pt x="118" y="109220"/>
                        </a:cubicBezTo>
                        <a:cubicBezTo>
                          <a:pt x="943" y="115634"/>
                          <a:pt x="6087" y="121031"/>
                          <a:pt x="6277" y="127508"/>
                        </a:cubicBezTo>
                        <a:cubicBezTo>
                          <a:pt x="6468" y="133541"/>
                          <a:pt x="2340" y="139383"/>
                          <a:pt x="3610" y="145288"/>
                        </a:cubicBezTo>
                        <a:cubicBezTo>
                          <a:pt x="4372" y="148844"/>
                          <a:pt x="7039" y="151828"/>
                          <a:pt x="7293" y="155448"/>
                        </a:cubicBezTo>
                        <a:cubicBezTo>
                          <a:pt x="7357" y="156845"/>
                          <a:pt x="7103" y="158242"/>
                          <a:pt x="7547" y="159512"/>
                        </a:cubicBezTo>
                        <a:cubicBezTo>
                          <a:pt x="7865" y="160401"/>
                          <a:pt x="8436" y="161099"/>
                          <a:pt x="9071" y="161798"/>
                        </a:cubicBezTo>
                        <a:cubicBezTo>
                          <a:pt x="20057" y="173672"/>
                          <a:pt x="42091" y="171767"/>
                          <a:pt x="50791" y="185484"/>
                        </a:cubicBezTo>
                        <a:cubicBezTo>
                          <a:pt x="58284" y="182943"/>
                          <a:pt x="66602" y="179641"/>
                          <a:pt x="69587" y="172339"/>
                        </a:cubicBezTo>
                        <a:cubicBezTo>
                          <a:pt x="70158" y="170878"/>
                          <a:pt x="70539" y="169228"/>
                          <a:pt x="71746" y="168148"/>
                        </a:cubicBezTo>
                        <a:cubicBezTo>
                          <a:pt x="74032" y="166116"/>
                          <a:pt x="77715" y="167322"/>
                          <a:pt x="80509" y="166116"/>
                        </a:cubicBezTo>
                        <a:cubicBezTo>
                          <a:pt x="86668" y="163449"/>
                          <a:pt x="83874" y="151955"/>
                          <a:pt x="90097" y="149416"/>
                        </a:cubicBezTo>
                        <a:cubicBezTo>
                          <a:pt x="91177" y="148971"/>
                          <a:pt x="92383" y="148908"/>
                          <a:pt x="93463" y="148463"/>
                        </a:cubicBezTo>
                        <a:cubicBezTo>
                          <a:pt x="96066" y="147447"/>
                          <a:pt x="97527" y="144653"/>
                          <a:pt x="99114" y="142367"/>
                        </a:cubicBezTo>
                        <a:cubicBezTo>
                          <a:pt x="101337" y="139128"/>
                          <a:pt x="104194" y="136144"/>
                          <a:pt x="107623" y="134239"/>
                        </a:cubicBezTo>
                        <a:cubicBezTo>
                          <a:pt x="107941" y="132969"/>
                          <a:pt x="108195" y="131635"/>
                          <a:pt x="108512" y="130366"/>
                        </a:cubicBezTo>
                        <a:cubicBezTo>
                          <a:pt x="111306" y="128334"/>
                          <a:pt x="115624" y="128905"/>
                          <a:pt x="117720" y="131572"/>
                        </a:cubicBezTo>
                        <a:cubicBezTo>
                          <a:pt x="119434" y="133667"/>
                          <a:pt x="120069" y="137033"/>
                          <a:pt x="122609" y="137922"/>
                        </a:cubicBezTo>
                        <a:cubicBezTo>
                          <a:pt x="123943" y="138366"/>
                          <a:pt x="125403" y="138049"/>
                          <a:pt x="126864" y="137795"/>
                        </a:cubicBezTo>
                        <a:cubicBezTo>
                          <a:pt x="135500" y="136271"/>
                          <a:pt x="144834" y="140462"/>
                          <a:pt x="149470" y="147828"/>
                        </a:cubicBezTo>
                        <a:cubicBezTo>
                          <a:pt x="150359" y="149225"/>
                          <a:pt x="151121" y="150813"/>
                          <a:pt x="152518" y="151828"/>
                        </a:cubicBezTo>
                        <a:cubicBezTo>
                          <a:pt x="153915" y="152908"/>
                          <a:pt x="155756" y="153162"/>
                          <a:pt x="157471" y="153607"/>
                        </a:cubicBezTo>
                        <a:cubicBezTo>
                          <a:pt x="162995" y="155003"/>
                          <a:pt x="168012" y="158242"/>
                          <a:pt x="171568" y="162687"/>
                        </a:cubicBezTo>
                        <a:cubicBezTo>
                          <a:pt x="174743" y="166624"/>
                          <a:pt x="176775" y="171514"/>
                          <a:pt x="180648" y="174816"/>
                        </a:cubicBezTo>
                        <a:cubicBezTo>
                          <a:pt x="187316" y="180530"/>
                          <a:pt x="197285" y="179832"/>
                          <a:pt x="205477" y="183007"/>
                        </a:cubicBezTo>
                        <a:cubicBezTo>
                          <a:pt x="210430" y="184912"/>
                          <a:pt x="214684" y="188151"/>
                          <a:pt x="219383" y="190564"/>
                        </a:cubicBezTo>
                        <a:cubicBezTo>
                          <a:pt x="224082" y="192977"/>
                          <a:pt x="229670" y="194501"/>
                          <a:pt x="234623" y="192722"/>
                        </a:cubicBezTo>
                        <a:cubicBezTo>
                          <a:pt x="237100" y="191834"/>
                          <a:pt x="239259" y="190119"/>
                          <a:pt x="241735" y="189230"/>
                        </a:cubicBezTo>
                        <a:cubicBezTo>
                          <a:pt x="244085" y="188404"/>
                          <a:pt x="246625" y="188341"/>
                          <a:pt x="249038" y="187833"/>
                        </a:cubicBezTo>
                        <a:cubicBezTo>
                          <a:pt x="237481" y="142240"/>
                          <a:pt x="214430" y="98933"/>
                          <a:pt x="179632" y="62484"/>
                        </a:cubicBezTo>
                        <a:cubicBezTo>
                          <a:pt x="166043" y="48070"/>
                          <a:pt x="151311" y="35560"/>
                          <a:pt x="135754" y="24828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IBM Plex Sans"/>
                      <a:ea typeface="IBM Plex Sans"/>
                      <a:cs typeface="IBM Plex Sans"/>
                      <a:sym typeface="IBM Plex Sans"/>
                    </a:endParaRPr>
                  </a:p>
                </p:txBody>
              </p:sp>
              <p:sp>
                <p:nvSpPr>
                  <p:cNvPr id="25" name="Google Shape;25;p2"/>
                  <p:cNvSpPr/>
                  <p:nvPr/>
                </p:nvSpPr>
                <p:spPr>
                  <a:xfrm>
                    <a:off x="1018954" y="3497897"/>
                    <a:ext cx="441863" cy="3376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1863" h="337629" extrusionOk="0">
                        <a:moveTo>
                          <a:pt x="395254" y="220790"/>
                        </a:moveTo>
                        <a:cubicBezTo>
                          <a:pt x="394238" y="219202"/>
                          <a:pt x="392587" y="218123"/>
                          <a:pt x="391127" y="216980"/>
                        </a:cubicBezTo>
                        <a:cubicBezTo>
                          <a:pt x="385221" y="212217"/>
                          <a:pt x="381792" y="204534"/>
                          <a:pt x="382237" y="196977"/>
                        </a:cubicBezTo>
                        <a:cubicBezTo>
                          <a:pt x="382745" y="188214"/>
                          <a:pt x="388079" y="179388"/>
                          <a:pt x="385285" y="171069"/>
                        </a:cubicBezTo>
                        <a:cubicBezTo>
                          <a:pt x="381284" y="159068"/>
                          <a:pt x="362488" y="154178"/>
                          <a:pt x="363314" y="141542"/>
                        </a:cubicBezTo>
                        <a:cubicBezTo>
                          <a:pt x="363441" y="139573"/>
                          <a:pt x="364076" y="137668"/>
                          <a:pt x="363822" y="135763"/>
                        </a:cubicBezTo>
                        <a:cubicBezTo>
                          <a:pt x="363187" y="130810"/>
                          <a:pt x="356837" y="128524"/>
                          <a:pt x="351947" y="129731"/>
                        </a:cubicBezTo>
                        <a:cubicBezTo>
                          <a:pt x="347058" y="130937"/>
                          <a:pt x="343121" y="134366"/>
                          <a:pt x="338612" y="136652"/>
                        </a:cubicBezTo>
                        <a:cubicBezTo>
                          <a:pt x="335437" y="138240"/>
                          <a:pt x="331818" y="139446"/>
                          <a:pt x="329786" y="142367"/>
                        </a:cubicBezTo>
                        <a:cubicBezTo>
                          <a:pt x="328579" y="144018"/>
                          <a:pt x="328071" y="146177"/>
                          <a:pt x="326738" y="147701"/>
                        </a:cubicBezTo>
                        <a:cubicBezTo>
                          <a:pt x="322737" y="152527"/>
                          <a:pt x="314482" y="149797"/>
                          <a:pt x="309148" y="153035"/>
                        </a:cubicBezTo>
                        <a:cubicBezTo>
                          <a:pt x="306799" y="154432"/>
                          <a:pt x="304957" y="156972"/>
                          <a:pt x="302227" y="157163"/>
                        </a:cubicBezTo>
                        <a:cubicBezTo>
                          <a:pt x="299115" y="157353"/>
                          <a:pt x="296766" y="154432"/>
                          <a:pt x="293845" y="153480"/>
                        </a:cubicBezTo>
                        <a:cubicBezTo>
                          <a:pt x="284066" y="150432"/>
                          <a:pt x="278668" y="167831"/>
                          <a:pt x="268508" y="166370"/>
                        </a:cubicBezTo>
                        <a:cubicBezTo>
                          <a:pt x="264127" y="165735"/>
                          <a:pt x="259682" y="165100"/>
                          <a:pt x="255300" y="165672"/>
                        </a:cubicBezTo>
                        <a:cubicBezTo>
                          <a:pt x="250919" y="166243"/>
                          <a:pt x="246537" y="168148"/>
                          <a:pt x="243934" y="171768"/>
                        </a:cubicBezTo>
                        <a:cubicBezTo>
                          <a:pt x="242854" y="173228"/>
                          <a:pt x="242092" y="174943"/>
                          <a:pt x="241203" y="176593"/>
                        </a:cubicBezTo>
                        <a:cubicBezTo>
                          <a:pt x="238219" y="181737"/>
                          <a:pt x="233012" y="185484"/>
                          <a:pt x="227233" y="186754"/>
                        </a:cubicBezTo>
                        <a:cubicBezTo>
                          <a:pt x="226027" y="187008"/>
                          <a:pt x="224757" y="187198"/>
                          <a:pt x="223741" y="187897"/>
                        </a:cubicBezTo>
                        <a:cubicBezTo>
                          <a:pt x="222534" y="188722"/>
                          <a:pt x="221836" y="190056"/>
                          <a:pt x="221391" y="191453"/>
                        </a:cubicBezTo>
                        <a:cubicBezTo>
                          <a:pt x="219169" y="197612"/>
                          <a:pt x="220502" y="205423"/>
                          <a:pt x="223741" y="211074"/>
                        </a:cubicBezTo>
                        <a:cubicBezTo>
                          <a:pt x="218915" y="210630"/>
                          <a:pt x="213962" y="212344"/>
                          <a:pt x="210469" y="215710"/>
                        </a:cubicBezTo>
                        <a:cubicBezTo>
                          <a:pt x="208501" y="217551"/>
                          <a:pt x="206977" y="219964"/>
                          <a:pt x="204564" y="221171"/>
                        </a:cubicBezTo>
                        <a:cubicBezTo>
                          <a:pt x="200055" y="223393"/>
                          <a:pt x="194785" y="220599"/>
                          <a:pt x="190530" y="217868"/>
                        </a:cubicBezTo>
                        <a:cubicBezTo>
                          <a:pt x="189197" y="217043"/>
                          <a:pt x="187609" y="216154"/>
                          <a:pt x="186149" y="216662"/>
                        </a:cubicBezTo>
                        <a:cubicBezTo>
                          <a:pt x="185006" y="217043"/>
                          <a:pt x="184307" y="218123"/>
                          <a:pt x="183609" y="219075"/>
                        </a:cubicBezTo>
                        <a:cubicBezTo>
                          <a:pt x="181640" y="221806"/>
                          <a:pt x="178338" y="224409"/>
                          <a:pt x="175227" y="223139"/>
                        </a:cubicBezTo>
                        <a:cubicBezTo>
                          <a:pt x="170655" y="221298"/>
                          <a:pt x="172179" y="214186"/>
                          <a:pt x="169448" y="210058"/>
                        </a:cubicBezTo>
                        <a:cubicBezTo>
                          <a:pt x="167035" y="212408"/>
                          <a:pt x="164559" y="215011"/>
                          <a:pt x="163860" y="218249"/>
                        </a:cubicBezTo>
                        <a:cubicBezTo>
                          <a:pt x="163416" y="220218"/>
                          <a:pt x="163670" y="222187"/>
                          <a:pt x="163606" y="224155"/>
                        </a:cubicBezTo>
                        <a:cubicBezTo>
                          <a:pt x="163352" y="232728"/>
                          <a:pt x="154907" y="240983"/>
                          <a:pt x="146588" y="238697"/>
                        </a:cubicBezTo>
                        <a:cubicBezTo>
                          <a:pt x="141127" y="237173"/>
                          <a:pt x="137571" y="232029"/>
                          <a:pt x="134206" y="227521"/>
                        </a:cubicBezTo>
                        <a:cubicBezTo>
                          <a:pt x="131094" y="223330"/>
                          <a:pt x="127665" y="219139"/>
                          <a:pt x="126586" y="213995"/>
                        </a:cubicBezTo>
                        <a:cubicBezTo>
                          <a:pt x="125570" y="208915"/>
                          <a:pt x="127602" y="202311"/>
                          <a:pt x="132682" y="201168"/>
                        </a:cubicBezTo>
                        <a:cubicBezTo>
                          <a:pt x="134650" y="198057"/>
                          <a:pt x="137635" y="195580"/>
                          <a:pt x="141064" y="194247"/>
                        </a:cubicBezTo>
                        <a:cubicBezTo>
                          <a:pt x="137889" y="191326"/>
                          <a:pt x="138905" y="185674"/>
                          <a:pt x="142143" y="182880"/>
                        </a:cubicBezTo>
                        <a:cubicBezTo>
                          <a:pt x="145445" y="180086"/>
                          <a:pt x="150144" y="179642"/>
                          <a:pt x="154399" y="180213"/>
                        </a:cubicBezTo>
                        <a:cubicBezTo>
                          <a:pt x="159225" y="180848"/>
                          <a:pt x="163924" y="182626"/>
                          <a:pt x="167988" y="185420"/>
                        </a:cubicBezTo>
                        <a:cubicBezTo>
                          <a:pt x="169766" y="186627"/>
                          <a:pt x="172369" y="187897"/>
                          <a:pt x="173703" y="186246"/>
                        </a:cubicBezTo>
                        <a:cubicBezTo>
                          <a:pt x="174655" y="184976"/>
                          <a:pt x="173830" y="183134"/>
                          <a:pt x="172941" y="181864"/>
                        </a:cubicBezTo>
                        <a:cubicBezTo>
                          <a:pt x="170147" y="177927"/>
                          <a:pt x="166337" y="174752"/>
                          <a:pt x="162019" y="172593"/>
                        </a:cubicBezTo>
                        <a:cubicBezTo>
                          <a:pt x="159225" y="171196"/>
                          <a:pt x="156177" y="170180"/>
                          <a:pt x="154018" y="167894"/>
                        </a:cubicBezTo>
                        <a:cubicBezTo>
                          <a:pt x="148176" y="161608"/>
                          <a:pt x="153256" y="151257"/>
                          <a:pt x="151224" y="142939"/>
                        </a:cubicBezTo>
                        <a:cubicBezTo>
                          <a:pt x="150208" y="138938"/>
                          <a:pt x="147604" y="135509"/>
                          <a:pt x="145572" y="131953"/>
                        </a:cubicBezTo>
                        <a:cubicBezTo>
                          <a:pt x="143540" y="128334"/>
                          <a:pt x="142016" y="123952"/>
                          <a:pt x="143540" y="120142"/>
                        </a:cubicBezTo>
                        <a:cubicBezTo>
                          <a:pt x="144493" y="117793"/>
                          <a:pt x="146398" y="115951"/>
                          <a:pt x="147795" y="113856"/>
                        </a:cubicBezTo>
                        <a:cubicBezTo>
                          <a:pt x="149192" y="111760"/>
                          <a:pt x="150017" y="108839"/>
                          <a:pt x="148557" y="106743"/>
                        </a:cubicBezTo>
                        <a:cubicBezTo>
                          <a:pt x="147668" y="105474"/>
                          <a:pt x="146144" y="104775"/>
                          <a:pt x="144937" y="103759"/>
                        </a:cubicBezTo>
                        <a:cubicBezTo>
                          <a:pt x="142334" y="101473"/>
                          <a:pt x="141889" y="97409"/>
                          <a:pt x="143223" y="94234"/>
                        </a:cubicBezTo>
                        <a:cubicBezTo>
                          <a:pt x="144556" y="91059"/>
                          <a:pt x="147350" y="88710"/>
                          <a:pt x="150462" y="87186"/>
                        </a:cubicBezTo>
                        <a:cubicBezTo>
                          <a:pt x="152176" y="86297"/>
                          <a:pt x="154272" y="85408"/>
                          <a:pt x="154716" y="83503"/>
                        </a:cubicBezTo>
                        <a:cubicBezTo>
                          <a:pt x="154907" y="82550"/>
                          <a:pt x="154653" y="81534"/>
                          <a:pt x="154462" y="80582"/>
                        </a:cubicBezTo>
                        <a:cubicBezTo>
                          <a:pt x="153510" y="75946"/>
                          <a:pt x="154526" y="71311"/>
                          <a:pt x="157066" y="67374"/>
                        </a:cubicBezTo>
                        <a:cubicBezTo>
                          <a:pt x="152430" y="66802"/>
                          <a:pt x="148938" y="72517"/>
                          <a:pt x="144302" y="72327"/>
                        </a:cubicBezTo>
                        <a:cubicBezTo>
                          <a:pt x="141572" y="72199"/>
                          <a:pt x="139413" y="70041"/>
                          <a:pt x="137508" y="68072"/>
                        </a:cubicBezTo>
                        <a:cubicBezTo>
                          <a:pt x="136555" y="72390"/>
                          <a:pt x="133761" y="76264"/>
                          <a:pt x="130015" y="78613"/>
                        </a:cubicBezTo>
                        <a:cubicBezTo>
                          <a:pt x="125443" y="71818"/>
                          <a:pt x="127729" y="61405"/>
                          <a:pt x="134714" y="57150"/>
                        </a:cubicBezTo>
                        <a:cubicBezTo>
                          <a:pt x="135857" y="56452"/>
                          <a:pt x="137127" y="55880"/>
                          <a:pt x="137889" y="54801"/>
                        </a:cubicBezTo>
                        <a:cubicBezTo>
                          <a:pt x="139984" y="51880"/>
                          <a:pt x="137190" y="47562"/>
                          <a:pt x="138524" y="44260"/>
                        </a:cubicBezTo>
                        <a:cubicBezTo>
                          <a:pt x="139984" y="40449"/>
                          <a:pt x="145953" y="40577"/>
                          <a:pt x="148747" y="43498"/>
                        </a:cubicBezTo>
                        <a:cubicBezTo>
                          <a:pt x="151541" y="46482"/>
                          <a:pt x="152049" y="50864"/>
                          <a:pt x="152367" y="54928"/>
                        </a:cubicBezTo>
                        <a:cubicBezTo>
                          <a:pt x="156431" y="51499"/>
                          <a:pt x="161638" y="49467"/>
                          <a:pt x="166908" y="49213"/>
                        </a:cubicBezTo>
                        <a:cubicBezTo>
                          <a:pt x="164051" y="44641"/>
                          <a:pt x="159161" y="41783"/>
                          <a:pt x="154462" y="39116"/>
                        </a:cubicBezTo>
                        <a:cubicBezTo>
                          <a:pt x="153192" y="38418"/>
                          <a:pt x="151986" y="37719"/>
                          <a:pt x="150716" y="37021"/>
                        </a:cubicBezTo>
                        <a:cubicBezTo>
                          <a:pt x="148303" y="35687"/>
                          <a:pt x="145953" y="34290"/>
                          <a:pt x="143477" y="33084"/>
                        </a:cubicBezTo>
                        <a:cubicBezTo>
                          <a:pt x="138143" y="30417"/>
                          <a:pt x="132301" y="28194"/>
                          <a:pt x="126332" y="28893"/>
                        </a:cubicBezTo>
                        <a:cubicBezTo>
                          <a:pt x="123855" y="29147"/>
                          <a:pt x="121442" y="29909"/>
                          <a:pt x="118966" y="29845"/>
                        </a:cubicBezTo>
                        <a:cubicBezTo>
                          <a:pt x="116489" y="29782"/>
                          <a:pt x="113822" y="28639"/>
                          <a:pt x="112933" y="26353"/>
                        </a:cubicBezTo>
                        <a:cubicBezTo>
                          <a:pt x="112425" y="25083"/>
                          <a:pt x="112489" y="23559"/>
                          <a:pt x="111473" y="22670"/>
                        </a:cubicBezTo>
                        <a:cubicBezTo>
                          <a:pt x="110838" y="22162"/>
                          <a:pt x="110012" y="22035"/>
                          <a:pt x="109187" y="21971"/>
                        </a:cubicBezTo>
                        <a:cubicBezTo>
                          <a:pt x="104805" y="21717"/>
                          <a:pt x="100360" y="22543"/>
                          <a:pt x="96360" y="24384"/>
                        </a:cubicBezTo>
                        <a:cubicBezTo>
                          <a:pt x="99471" y="25464"/>
                          <a:pt x="102202" y="28321"/>
                          <a:pt x="102265" y="31623"/>
                        </a:cubicBezTo>
                        <a:cubicBezTo>
                          <a:pt x="102329" y="34925"/>
                          <a:pt x="99090" y="38164"/>
                          <a:pt x="95915" y="37402"/>
                        </a:cubicBezTo>
                        <a:cubicBezTo>
                          <a:pt x="90645" y="36132"/>
                          <a:pt x="90454" y="27178"/>
                          <a:pt x="85184" y="26035"/>
                        </a:cubicBezTo>
                        <a:cubicBezTo>
                          <a:pt x="82771" y="25527"/>
                          <a:pt x="80485" y="26924"/>
                          <a:pt x="78389" y="28258"/>
                        </a:cubicBezTo>
                        <a:cubicBezTo>
                          <a:pt x="75532" y="30163"/>
                          <a:pt x="72738" y="32004"/>
                          <a:pt x="69880" y="33909"/>
                        </a:cubicBezTo>
                        <a:cubicBezTo>
                          <a:pt x="66896" y="35878"/>
                          <a:pt x="63594" y="38608"/>
                          <a:pt x="64038" y="42164"/>
                        </a:cubicBezTo>
                        <a:cubicBezTo>
                          <a:pt x="64546" y="45847"/>
                          <a:pt x="68864" y="47625"/>
                          <a:pt x="72547" y="48133"/>
                        </a:cubicBezTo>
                        <a:cubicBezTo>
                          <a:pt x="76230" y="48705"/>
                          <a:pt x="80485" y="49022"/>
                          <a:pt x="82707" y="52007"/>
                        </a:cubicBezTo>
                        <a:cubicBezTo>
                          <a:pt x="85501" y="55880"/>
                          <a:pt x="83088" y="61151"/>
                          <a:pt x="82453" y="65849"/>
                        </a:cubicBezTo>
                        <a:cubicBezTo>
                          <a:pt x="81882" y="69850"/>
                          <a:pt x="82707" y="73978"/>
                          <a:pt x="84739" y="77470"/>
                        </a:cubicBezTo>
                        <a:cubicBezTo>
                          <a:pt x="85247" y="78296"/>
                          <a:pt x="85819" y="79185"/>
                          <a:pt x="85819" y="80137"/>
                        </a:cubicBezTo>
                        <a:cubicBezTo>
                          <a:pt x="85819" y="81661"/>
                          <a:pt x="84485" y="82741"/>
                          <a:pt x="83279" y="83630"/>
                        </a:cubicBezTo>
                        <a:cubicBezTo>
                          <a:pt x="79723" y="86233"/>
                          <a:pt x="76230" y="88900"/>
                          <a:pt x="72674" y="91504"/>
                        </a:cubicBezTo>
                        <a:cubicBezTo>
                          <a:pt x="69626" y="93790"/>
                          <a:pt x="66261" y="96139"/>
                          <a:pt x="62451" y="96330"/>
                        </a:cubicBezTo>
                        <a:cubicBezTo>
                          <a:pt x="58323" y="96520"/>
                          <a:pt x="54386" y="94107"/>
                          <a:pt x="50259" y="94488"/>
                        </a:cubicBezTo>
                        <a:cubicBezTo>
                          <a:pt x="48290" y="94615"/>
                          <a:pt x="46322" y="95441"/>
                          <a:pt x="44417" y="95123"/>
                        </a:cubicBezTo>
                        <a:cubicBezTo>
                          <a:pt x="40416" y="94552"/>
                          <a:pt x="38511" y="90043"/>
                          <a:pt x="37432" y="86170"/>
                        </a:cubicBezTo>
                        <a:cubicBezTo>
                          <a:pt x="34574" y="75946"/>
                          <a:pt x="32987" y="65342"/>
                          <a:pt x="32606" y="54737"/>
                        </a:cubicBezTo>
                        <a:cubicBezTo>
                          <a:pt x="32415" y="50038"/>
                          <a:pt x="35273" y="44768"/>
                          <a:pt x="38448" y="41339"/>
                        </a:cubicBezTo>
                        <a:cubicBezTo>
                          <a:pt x="40924" y="41021"/>
                          <a:pt x="47528" y="40196"/>
                          <a:pt x="47528" y="40196"/>
                        </a:cubicBezTo>
                        <a:cubicBezTo>
                          <a:pt x="47528" y="40196"/>
                          <a:pt x="51592" y="35624"/>
                          <a:pt x="48798" y="33465"/>
                        </a:cubicBezTo>
                        <a:cubicBezTo>
                          <a:pt x="46068" y="31306"/>
                          <a:pt x="41369" y="35052"/>
                          <a:pt x="34257" y="26099"/>
                        </a:cubicBezTo>
                        <a:cubicBezTo>
                          <a:pt x="27081" y="17145"/>
                          <a:pt x="34447" y="19114"/>
                          <a:pt x="35654" y="12446"/>
                        </a:cubicBezTo>
                        <a:cubicBezTo>
                          <a:pt x="36860" y="5842"/>
                          <a:pt x="33050" y="2540"/>
                          <a:pt x="29304" y="0"/>
                        </a:cubicBezTo>
                        <a:cubicBezTo>
                          <a:pt x="28288" y="445"/>
                          <a:pt x="27272" y="762"/>
                          <a:pt x="26256" y="1080"/>
                        </a:cubicBezTo>
                        <a:cubicBezTo>
                          <a:pt x="-9241" y="77470"/>
                          <a:pt x="-8860" y="166688"/>
                          <a:pt x="28097" y="243015"/>
                        </a:cubicBezTo>
                        <a:cubicBezTo>
                          <a:pt x="33876" y="244666"/>
                          <a:pt x="39146" y="247206"/>
                          <a:pt x="43083" y="251651"/>
                        </a:cubicBezTo>
                        <a:cubicBezTo>
                          <a:pt x="43972" y="252667"/>
                          <a:pt x="44861" y="253873"/>
                          <a:pt x="46131" y="254381"/>
                        </a:cubicBezTo>
                        <a:cubicBezTo>
                          <a:pt x="47020" y="254762"/>
                          <a:pt x="48036" y="254699"/>
                          <a:pt x="48989" y="254635"/>
                        </a:cubicBezTo>
                        <a:cubicBezTo>
                          <a:pt x="57053" y="254127"/>
                          <a:pt x="65245" y="252032"/>
                          <a:pt x="72992" y="254127"/>
                        </a:cubicBezTo>
                        <a:cubicBezTo>
                          <a:pt x="79342" y="255842"/>
                          <a:pt x="84612" y="260223"/>
                          <a:pt x="90518" y="263081"/>
                        </a:cubicBezTo>
                        <a:cubicBezTo>
                          <a:pt x="96423" y="265938"/>
                          <a:pt x="104170" y="267018"/>
                          <a:pt x="109060" y="262636"/>
                        </a:cubicBezTo>
                        <a:cubicBezTo>
                          <a:pt x="104170" y="260287"/>
                          <a:pt x="98646" y="259715"/>
                          <a:pt x="93375" y="258318"/>
                        </a:cubicBezTo>
                        <a:cubicBezTo>
                          <a:pt x="88105" y="256921"/>
                          <a:pt x="82707" y="254381"/>
                          <a:pt x="80104" y="249618"/>
                        </a:cubicBezTo>
                        <a:cubicBezTo>
                          <a:pt x="79596" y="248730"/>
                          <a:pt x="79215" y="247650"/>
                          <a:pt x="79532" y="246698"/>
                        </a:cubicBezTo>
                        <a:cubicBezTo>
                          <a:pt x="79786" y="245936"/>
                          <a:pt x="80421" y="245364"/>
                          <a:pt x="81056" y="244920"/>
                        </a:cubicBezTo>
                        <a:cubicBezTo>
                          <a:pt x="84231" y="242951"/>
                          <a:pt x="88359" y="243713"/>
                          <a:pt x="91851" y="245110"/>
                        </a:cubicBezTo>
                        <a:cubicBezTo>
                          <a:pt x="95344" y="246507"/>
                          <a:pt x="98646" y="248476"/>
                          <a:pt x="102392" y="248857"/>
                        </a:cubicBezTo>
                        <a:cubicBezTo>
                          <a:pt x="105123" y="249111"/>
                          <a:pt x="107980" y="248476"/>
                          <a:pt x="110647" y="249174"/>
                        </a:cubicBezTo>
                        <a:cubicBezTo>
                          <a:pt x="115791" y="250508"/>
                          <a:pt x="118839" y="256286"/>
                          <a:pt x="123982" y="257810"/>
                        </a:cubicBezTo>
                        <a:cubicBezTo>
                          <a:pt x="126776" y="258636"/>
                          <a:pt x="129697" y="258064"/>
                          <a:pt x="132555" y="257429"/>
                        </a:cubicBezTo>
                        <a:cubicBezTo>
                          <a:pt x="139032" y="255968"/>
                          <a:pt x="145699" y="254127"/>
                          <a:pt x="151986" y="252095"/>
                        </a:cubicBezTo>
                        <a:cubicBezTo>
                          <a:pt x="164559" y="239395"/>
                          <a:pt x="182212" y="231839"/>
                          <a:pt x="200055" y="231585"/>
                        </a:cubicBezTo>
                        <a:cubicBezTo>
                          <a:pt x="201516" y="231585"/>
                          <a:pt x="203040" y="231585"/>
                          <a:pt x="204310" y="230949"/>
                        </a:cubicBezTo>
                        <a:cubicBezTo>
                          <a:pt x="205453" y="230378"/>
                          <a:pt x="206278" y="229426"/>
                          <a:pt x="207104" y="228473"/>
                        </a:cubicBezTo>
                        <a:cubicBezTo>
                          <a:pt x="212184" y="222250"/>
                          <a:pt x="218407" y="214440"/>
                          <a:pt x="226281" y="216091"/>
                        </a:cubicBezTo>
                        <a:cubicBezTo>
                          <a:pt x="233583" y="217615"/>
                          <a:pt x="236504" y="226441"/>
                          <a:pt x="237457" y="233871"/>
                        </a:cubicBezTo>
                        <a:cubicBezTo>
                          <a:pt x="238409" y="241300"/>
                          <a:pt x="239425" y="249936"/>
                          <a:pt x="245775" y="253810"/>
                        </a:cubicBezTo>
                        <a:cubicBezTo>
                          <a:pt x="255046" y="259398"/>
                          <a:pt x="268381" y="250317"/>
                          <a:pt x="277462" y="256286"/>
                        </a:cubicBezTo>
                        <a:cubicBezTo>
                          <a:pt x="279938" y="257937"/>
                          <a:pt x="281843" y="260541"/>
                          <a:pt x="284637" y="261493"/>
                        </a:cubicBezTo>
                        <a:cubicBezTo>
                          <a:pt x="290860" y="263652"/>
                          <a:pt x="296194" y="256731"/>
                          <a:pt x="302354" y="254508"/>
                        </a:cubicBezTo>
                        <a:cubicBezTo>
                          <a:pt x="310291" y="251651"/>
                          <a:pt x="318673" y="256731"/>
                          <a:pt x="325595" y="261557"/>
                        </a:cubicBezTo>
                        <a:cubicBezTo>
                          <a:pt x="336072" y="268923"/>
                          <a:pt x="346550" y="276289"/>
                          <a:pt x="357027" y="283655"/>
                        </a:cubicBezTo>
                        <a:cubicBezTo>
                          <a:pt x="363758" y="288417"/>
                          <a:pt x="370616" y="293243"/>
                          <a:pt x="375633" y="299720"/>
                        </a:cubicBezTo>
                        <a:cubicBezTo>
                          <a:pt x="378935" y="303974"/>
                          <a:pt x="382046" y="309309"/>
                          <a:pt x="387317" y="310007"/>
                        </a:cubicBezTo>
                        <a:cubicBezTo>
                          <a:pt x="390746" y="310515"/>
                          <a:pt x="395000" y="309118"/>
                          <a:pt x="397096" y="311849"/>
                        </a:cubicBezTo>
                        <a:cubicBezTo>
                          <a:pt x="398048" y="313119"/>
                          <a:pt x="398112" y="314833"/>
                          <a:pt x="398747" y="316294"/>
                        </a:cubicBezTo>
                        <a:cubicBezTo>
                          <a:pt x="399636" y="318326"/>
                          <a:pt x="401541" y="319659"/>
                          <a:pt x="403319" y="320929"/>
                        </a:cubicBezTo>
                        <a:cubicBezTo>
                          <a:pt x="414558" y="328676"/>
                          <a:pt x="426496" y="336614"/>
                          <a:pt x="440085" y="337630"/>
                        </a:cubicBezTo>
                        <a:cubicBezTo>
                          <a:pt x="440657" y="335979"/>
                          <a:pt x="441292" y="334264"/>
                          <a:pt x="441863" y="332613"/>
                        </a:cubicBezTo>
                        <a:cubicBezTo>
                          <a:pt x="440149" y="333312"/>
                          <a:pt x="438434" y="333947"/>
                          <a:pt x="436720" y="334645"/>
                        </a:cubicBezTo>
                        <a:cubicBezTo>
                          <a:pt x="431195" y="327597"/>
                          <a:pt x="426560" y="319786"/>
                          <a:pt x="422940" y="311531"/>
                        </a:cubicBezTo>
                        <a:cubicBezTo>
                          <a:pt x="418876" y="314579"/>
                          <a:pt x="411891" y="310324"/>
                          <a:pt x="412780" y="305308"/>
                        </a:cubicBezTo>
                        <a:cubicBezTo>
                          <a:pt x="412971" y="304292"/>
                          <a:pt x="413352" y="303276"/>
                          <a:pt x="413098" y="302324"/>
                        </a:cubicBezTo>
                        <a:cubicBezTo>
                          <a:pt x="412717" y="301117"/>
                          <a:pt x="411447" y="300482"/>
                          <a:pt x="410431" y="299720"/>
                        </a:cubicBezTo>
                        <a:cubicBezTo>
                          <a:pt x="407256" y="297434"/>
                          <a:pt x="406049" y="292735"/>
                          <a:pt x="407764" y="289179"/>
                        </a:cubicBezTo>
                        <a:cubicBezTo>
                          <a:pt x="404144" y="289878"/>
                          <a:pt x="400334" y="289497"/>
                          <a:pt x="396905" y="288036"/>
                        </a:cubicBezTo>
                        <a:cubicBezTo>
                          <a:pt x="399445" y="286131"/>
                          <a:pt x="401414" y="283401"/>
                          <a:pt x="402430" y="280416"/>
                        </a:cubicBezTo>
                        <a:cubicBezTo>
                          <a:pt x="399445" y="280226"/>
                          <a:pt x="396778" y="277876"/>
                          <a:pt x="396270" y="274955"/>
                        </a:cubicBezTo>
                        <a:cubicBezTo>
                          <a:pt x="395762" y="272034"/>
                          <a:pt x="397477" y="268859"/>
                          <a:pt x="400207" y="267716"/>
                        </a:cubicBezTo>
                        <a:cubicBezTo>
                          <a:pt x="397350" y="264922"/>
                          <a:pt x="394429" y="262001"/>
                          <a:pt x="393286" y="258191"/>
                        </a:cubicBezTo>
                        <a:cubicBezTo>
                          <a:pt x="392143" y="254381"/>
                          <a:pt x="393476" y="249492"/>
                          <a:pt x="397223" y="248095"/>
                        </a:cubicBezTo>
                        <a:cubicBezTo>
                          <a:pt x="398048" y="247777"/>
                          <a:pt x="398937" y="247587"/>
                          <a:pt x="399445" y="246952"/>
                        </a:cubicBezTo>
                        <a:cubicBezTo>
                          <a:pt x="399953" y="246253"/>
                          <a:pt x="399826" y="245364"/>
                          <a:pt x="399699" y="244539"/>
                        </a:cubicBezTo>
                        <a:cubicBezTo>
                          <a:pt x="398747" y="238316"/>
                          <a:pt x="397794" y="232029"/>
                          <a:pt x="396842" y="225806"/>
                        </a:cubicBezTo>
                        <a:cubicBezTo>
                          <a:pt x="396461" y="224092"/>
                          <a:pt x="396207" y="222250"/>
                          <a:pt x="395254" y="22079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IBM Plex Sans"/>
                      <a:ea typeface="IBM Plex Sans"/>
                      <a:cs typeface="IBM Plex Sans"/>
                      <a:sym typeface="IBM Plex Sans"/>
                    </a:endParaRPr>
                  </a:p>
                </p:txBody>
              </p:sp>
              <p:sp>
                <p:nvSpPr>
                  <p:cNvPr id="26" name="Google Shape;26;p2"/>
                  <p:cNvSpPr/>
                  <p:nvPr/>
                </p:nvSpPr>
                <p:spPr>
                  <a:xfrm>
                    <a:off x="1054925" y="3462591"/>
                    <a:ext cx="58243" cy="575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243" h="57530" extrusionOk="0">
                        <a:moveTo>
                          <a:pt x="4064" y="25083"/>
                        </a:moveTo>
                        <a:cubicBezTo>
                          <a:pt x="6096" y="27242"/>
                          <a:pt x="8572" y="28893"/>
                          <a:pt x="10858" y="30861"/>
                        </a:cubicBezTo>
                        <a:cubicBezTo>
                          <a:pt x="14541" y="28639"/>
                          <a:pt x="19749" y="29147"/>
                          <a:pt x="22860" y="32131"/>
                        </a:cubicBezTo>
                        <a:cubicBezTo>
                          <a:pt x="19812" y="40196"/>
                          <a:pt x="18478" y="48895"/>
                          <a:pt x="18923" y="57531"/>
                        </a:cubicBezTo>
                        <a:cubicBezTo>
                          <a:pt x="20828" y="54991"/>
                          <a:pt x="24321" y="54229"/>
                          <a:pt x="27496" y="54420"/>
                        </a:cubicBezTo>
                        <a:cubicBezTo>
                          <a:pt x="30671" y="54610"/>
                          <a:pt x="33782" y="55436"/>
                          <a:pt x="36957" y="55245"/>
                        </a:cubicBezTo>
                        <a:cubicBezTo>
                          <a:pt x="44323" y="54801"/>
                          <a:pt x="50101" y="48959"/>
                          <a:pt x="55118" y="43498"/>
                        </a:cubicBezTo>
                        <a:cubicBezTo>
                          <a:pt x="57150" y="41275"/>
                          <a:pt x="59309" y="38037"/>
                          <a:pt x="57658" y="35560"/>
                        </a:cubicBezTo>
                        <a:cubicBezTo>
                          <a:pt x="56769" y="34290"/>
                          <a:pt x="55182" y="33718"/>
                          <a:pt x="53721" y="33274"/>
                        </a:cubicBezTo>
                        <a:cubicBezTo>
                          <a:pt x="50038" y="32131"/>
                          <a:pt x="46355" y="30988"/>
                          <a:pt x="42608" y="29845"/>
                        </a:cubicBezTo>
                        <a:cubicBezTo>
                          <a:pt x="40449" y="29210"/>
                          <a:pt x="38036" y="28258"/>
                          <a:pt x="37401" y="26099"/>
                        </a:cubicBezTo>
                        <a:cubicBezTo>
                          <a:pt x="36893" y="24257"/>
                          <a:pt x="38036" y="22289"/>
                          <a:pt x="39560" y="21082"/>
                        </a:cubicBezTo>
                        <a:cubicBezTo>
                          <a:pt x="41085" y="19876"/>
                          <a:pt x="42989" y="19241"/>
                          <a:pt x="44640" y="18288"/>
                        </a:cubicBezTo>
                        <a:cubicBezTo>
                          <a:pt x="49847" y="15240"/>
                          <a:pt x="52705" y="8699"/>
                          <a:pt x="51371" y="2858"/>
                        </a:cubicBezTo>
                        <a:cubicBezTo>
                          <a:pt x="47053" y="6858"/>
                          <a:pt x="41910" y="9970"/>
                          <a:pt x="36385" y="11938"/>
                        </a:cubicBezTo>
                        <a:cubicBezTo>
                          <a:pt x="35115" y="12383"/>
                          <a:pt x="33846" y="12764"/>
                          <a:pt x="32512" y="12700"/>
                        </a:cubicBezTo>
                        <a:cubicBezTo>
                          <a:pt x="30099" y="12446"/>
                          <a:pt x="28194" y="10541"/>
                          <a:pt x="26352" y="8890"/>
                        </a:cubicBezTo>
                        <a:cubicBezTo>
                          <a:pt x="22924" y="5779"/>
                          <a:pt x="16383" y="953"/>
                          <a:pt x="10477" y="0"/>
                        </a:cubicBezTo>
                        <a:cubicBezTo>
                          <a:pt x="6794" y="5588"/>
                          <a:pt x="3238" y="11240"/>
                          <a:pt x="0" y="17018"/>
                        </a:cubicBezTo>
                        <a:cubicBezTo>
                          <a:pt x="762" y="20193"/>
                          <a:pt x="2222" y="23114"/>
                          <a:pt x="4064" y="25083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IBM Plex Sans"/>
                      <a:ea typeface="IBM Plex Sans"/>
                      <a:cs typeface="IBM Plex Sans"/>
                      <a:sym typeface="IBM Plex Sans"/>
                    </a:endParaRPr>
                  </a:p>
                </p:txBody>
              </p:sp>
              <p:sp>
                <p:nvSpPr>
                  <p:cNvPr id="27" name="Google Shape;27;p2"/>
                  <p:cNvSpPr/>
                  <p:nvPr/>
                </p:nvSpPr>
                <p:spPr>
                  <a:xfrm>
                    <a:off x="1083183" y="3373628"/>
                    <a:ext cx="91027" cy="1016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1027" h="101624" extrusionOk="0">
                        <a:moveTo>
                          <a:pt x="65468" y="38290"/>
                        </a:moveTo>
                        <a:cubicBezTo>
                          <a:pt x="67119" y="31369"/>
                          <a:pt x="70676" y="25019"/>
                          <a:pt x="74866" y="19240"/>
                        </a:cubicBezTo>
                        <a:cubicBezTo>
                          <a:pt x="76390" y="17145"/>
                          <a:pt x="77978" y="15049"/>
                          <a:pt x="78740" y="12573"/>
                        </a:cubicBezTo>
                        <a:cubicBezTo>
                          <a:pt x="80010" y="8382"/>
                          <a:pt x="78549" y="3937"/>
                          <a:pt x="76454" y="0"/>
                        </a:cubicBezTo>
                        <a:cubicBezTo>
                          <a:pt x="57468" y="10985"/>
                          <a:pt x="39497" y="24320"/>
                          <a:pt x="22924" y="40132"/>
                        </a:cubicBezTo>
                        <a:cubicBezTo>
                          <a:pt x="14668" y="48006"/>
                          <a:pt x="7112" y="56324"/>
                          <a:pt x="0" y="64897"/>
                        </a:cubicBezTo>
                        <a:cubicBezTo>
                          <a:pt x="14351" y="69151"/>
                          <a:pt x="27622" y="76835"/>
                          <a:pt x="37973" y="87693"/>
                        </a:cubicBezTo>
                        <a:cubicBezTo>
                          <a:pt x="39815" y="89662"/>
                          <a:pt x="41656" y="91757"/>
                          <a:pt x="44005" y="93091"/>
                        </a:cubicBezTo>
                        <a:cubicBezTo>
                          <a:pt x="45974" y="94170"/>
                          <a:pt x="48133" y="94742"/>
                          <a:pt x="50292" y="95250"/>
                        </a:cubicBezTo>
                        <a:cubicBezTo>
                          <a:pt x="58039" y="97155"/>
                          <a:pt x="65786" y="99060"/>
                          <a:pt x="73533" y="100965"/>
                        </a:cubicBezTo>
                        <a:cubicBezTo>
                          <a:pt x="74993" y="101346"/>
                          <a:pt x="76518" y="101727"/>
                          <a:pt x="78041" y="101600"/>
                        </a:cubicBezTo>
                        <a:cubicBezTo>
                          <a:pt x="83820" y="101346"/>
                          <a:pt x="87376" y="95313"/>
                          <a:pt x="89852" y="90106"/>
                        </a:cubicBezTo>
                        <a:cubicBezTo>
                          <a:pt x="90488" y="88709"/>
                          <a:pt x="91186" y="87249"/>
                          <a:pt x="90996" y="85725"/>
                        </a:cubicBezTo>
                        <a:cubicBezTo>
                          <a:pt x="90868" y="84772"/>
                          <a:pt x="90488" y="83820"/>
                          <a:pt x="89979" y="82994"/>
                        </a:cubicBezTo>
                        <a:cubicBezTo>
                          <a:pt x="84582" y="73469"/>
                          <a:pt x="73088" y="68580"/>
                          <a:pt x="67754" y="58991"/>
                        </a:cubicBezTo>
                        <a:cubicBezTo>
                          <a:pt x="64262" y="52832"/>
                          <a:pt x="63818" y="45212"/>
                          <a:pt x="65468" y="3829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IBM Plex Sans"/>
                      <a:ea typeface="IBM Plex Sans"/>
                      <a:cs typeface="IBM Plex Sans"/>
                      <a:sym typeface="IBM Plex Sans"/>
                    </a:endParaRPr>
                  </a:p>
                </p:txBody>
              </p:sp>
              <p:sp>
                <p:nvSpPr>
                  <p:cNvPr id="28" name="Google Shape;28;p2"/>
                  <p:cNvSpPr/>
                  <p:nvPr/>
                </p:nvSpPr>
                <p:spPr>
                  <a:xfrm>
                    <a:off x="1285162" y="3336163"/>
                    <a:ext cx="121997" cy="1351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997" h="135191" extrusionOk="0">
                        <a:moveTo>
                          <a:pt x="20080" y="93472"/>
                        </a:moveTo>
                        <a:cubicBezTo>
                          <a:pt x="19318" y="96076"/>
                          <a:pt x="17731" y="98361"/>
                          <a:pt x="16461" y="100711"/>
                        </a:cubicBezTo>
                        <a:cubicBezTo>
                          <a:pt x="12206" y="108839"/>
                          <a:pt x="11635" y="118301"/>
                          <a:pt x="11127" y="127445"/>
                        </a:cubicBezTo>
                        <a:cubicBezTo>
                          <a:pt x="11063" y="128270"/>
                          <a:pt x="11063" y="129159"/>
                          <a:pt x="11444" y="129858"/>
                        </a:cubicBezTo>
                        <a:cubicBezTo>
                          <a:pt x="11952" y="130746"/>
                          <a:pt x="12968" y="131191"/>
                          <a:pt x="13857" y="131572"/>
                        </a:cubicBezTo>
                        <a:cubicBezTo>
                          <a:pt x="16842" y="132778"/>
                          <a:pt x="19826" y="133985"/>
                          <a:pt x="22747" y="135191"/>
                        </a:cubicBezTo>
                        <a:cubicBezTo>
                          <a:pt x="24271" y="132969"/>
                          <a:pt x="25351" y="130429"/>
                          <a:pt x="26430" y="127953"/>
                        </a:cubicBezTo>
                        <a:cubicBezTo>
                          <a:pt x="29986" y="119952"/>
                          <a:pt x="33542" y="111823"/>
                          <a:pt x="34368" y="103124"/>
                        </a:cubicBezTo>
                        <a:cubicBezTo>
                          <a:pt x="35130" y="94552"/>
                          <a:pt x="33161" y="85915"/>
                          <a:pt x="34368" y="77407"/>
                        </a:cubicBezTo>
                        <a:cubicBezTo>
                          <a:pt x="34558" y="76136"/>
                          <a:pt x="34812" y="74803"/>
                          <a:pt x="35574" y="73723"/>
                        </a:cubicBezTo>
                        <a:cubicBezTo>
                          <a:pt x="36527" y="72327"/>
                          <a:pt x="38178" y="71501"/>
                          <a:pt x="39638" y="70676"/>
                        </a:cubicBezTo>
                        <a:cubicBezTo>
                          <a:pt x="45226" y="67691"/>
                          <a:pt x="50370" y="63817"/>
                          <a:pt x="54751" y="59309"/>
                        </a:cubicBezTo>
                        <a:cubicBezTo>
                          <a:pt x="59196" y="54737"/>
                          <a:pt x="63197" y="49276"/>
                          <a:pt x="69166" y="47053"/>
                        </a:cubicBezTo>
                        <a:cubicBezTo>
                          <a:pt x="74627" y="45021"/>
                          <a:pt x="80659" y="46038"/>
                          <a:pt x="86438" y="45276"/>
                        </a:cubicBezTo>
                        <a:cubicBezTo>
                          <a:pt x="96852" y="43942"/>
                          <a:pt x="105551" y="37021"/>
                          <a:pt x="113171" y="29845"/>
                        </a:cubicBezTo>
                        <a:cubicBezTo>
                          <a:pt x="116283" y="26924"/>
                          <a:pt x="119394" y="23685"/>
                          <a:pt x="121998" y="20193"/>
                        </a:cubicBezTo>
                        <a:cubicBezTo>
                          <a:pt x="93677" y="8699"/>
                          <a:pt x="63832" y="1968"/>
                          <a:pt x="33733" y="0"/>
                        </a:cubicBezTo>
                        <a:cubicBezTo>
                          <a:pt x="29669" y="6985"/>
                          <a:pt x="24081" y="13398"/>
                          <a:pt x="20969" y="20891"/>
                        </a:cubicBezTo>
                        <a:cubicBezTo>
                          <a:pt x="18493" y="26734"/>
                          <a:pt x="16715" y="27368"/>
                          <a:pt x="11508" y="30226"/>
                        </a:cubicBezTo>
                        <a:cubicBezTo>
                          <a:pt x="6491" y="32957"/>
                          <a:pt x="3824" y="37402"/>
                          <a:pt x="1348" y="42482"/>
                        </a:cubicBezTo>
                        <a:cubicBezTo>
                          <a:pt x="840" y="43561"/>
                          <a:pt x="268" y="44704"/>
                          <a:pt x="205" y="45910"/>
                        </a:cubicBezTo>
                        <a:cubicBezTo>
                          <a:pt x="-113" y="50165"/>
                          <a:pt x="5221" y="53213"/>
                          <a:pt x="5031" y="57404"/>
                        </a:cubicBezTo>
                        <a:cubicBezTo>
                          <a:pt x="4967" y="58738"/>
                          <a:pt x="4332" y="60008"/>
                          <a:pt x="3824" y="61214"/>
                        </a:cubicBezTo>
                        <a:cubicBezTo>
                          <a:pt x="2110" y="65215"/>
                          <a:pt x="1348" y="69596"/>
                          <a:pt x="649" y="73851"/>
                        </a:cubicBezTo>
                        <a:cubicBezTo>
                          <a:pt x="141" y="76708"/>
                          <a:pt x="-303" y="79692"/>
                          <a:pt x="268" y="82550"/>
                        </a:cubicBezTo>
                        <a:cubicBezTo>
                          <a:pt x="840" y="85408"/>
                          <a:pt x="2745" y="88202"/>
                          <a:pt x="5539" y="88964"/>
                        </a:cubicBezTo>
                        <a:cubicBezTo>
                          <a:pt x="9031" y="85217"/>
                          <a:pt x="15127" y="82169"/>
                          <a:pt x="18747" y="85725"/>
                        </a:cubicBezTo>
                        <a:cubicBezTo>
                          <a:pt x="20652" y="87757"/>
                          <a:pt x="20842" y="90868"/>
                          <a:pt x="20080" y="93472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IBM Plex Sans"/>
                      <a:ea typeface="IBM Plex Sans"/>
                      <a:cs typeface="IBM Plex Sans"/>
                      <a:sym typeface="IBM Plex Sans"/>
                    </a:endParaRPr>
                  </a:p>
                </p:txBody>
              </p:sp>
            </p:grpSp>
          </p:grpSp>
          <p:sp>
            <p:nvSpPr>
              <p:cNvPr id="29" name="Google Shape;29;p2"/>
              <p:cNvSpPr/>
              <p:nvPr/>
            </p:nvSpPr>
            <p:spPr>
              <a:xfrm>
                <a:off x="971119" y="3290570"/>
                <a:ext cx="557833" cy="657478"/>
              </a:xfrm>
              <a:custGeom>
                <a:avLst/>
                <a:gdLst/>
                <a:ahLst/>
                <a:cxnLst/>
                <a:rect l="l" t="t" r="r" b="b"/>
                <a:pathLst>
                  <a:path w="557833" h="657478" extrusionOk="0">
                    <a:moveTo>
                      <a:pt x="330123" y="657479"/>
                    </a:moveTo>
                    <a:cubicBezTo>
                      <a:pt x="327519" y="657479"/>
                      <a:pt x="324916" y="657479"/>
                      <a:pt x="322249" y="657415"/>
                    </a:cubicBezTo>
                    <a:cubicBezTo>
                      <a:pt x="234111" y="655383"/>
                      <a:pt x="152005" y="619125"/>
                      <a:pt x="91172" y="555371"/>
                    </a:cubicBezTo>
                    <a:cubicBezTo>
                      <a:pt x="-34494" y="423735"/>
                      <a:pt x="-29668" y="214376"/>
                      <a:pt x="102031" y="88709"/>
                    </a:cubicBezTo>
                    <a:cubicBezTo>
                      <a:pt x="153466" y="39624"/>
                      <a:pt x="217791" y="8953"/>
                      <a:pt x="288149" y="0"/>
                    </a:cubicBezTo>
                    <a:lnTo>
                      <a:pt x="290880" y="21590"/>
                    </a:lnTo>
                    <a:cubicBezTo>
                      <a:pt x="225221" y="29908"/>
                      <a:pt x="165086" y="58547"/>
                      <a:pt x="117017" y="104394"/>
                    </a:cubicBezTo>
                    <a:cubicBezTo>
                      <a:pt x="-5919" y="221805"/>
                      <a:pt x="-10491" y="417322"/>
                      <a:pt x="106920" y="540258"/>
                    </a:cubicBezTo>
                    <a:cubicBezTo>
                      <a:pt x="163816" y="599821"/>
                      <a:pt x="240461" y="633666"/>
                      <a:pt x="322757" y="635571"/>
                    </a:cubicBezTo>
                    <a:cubicBezTo>
                      <a:pt x="405180" y="637540"/>
                      <a:pt x="483221" y="607251"/>
                      <a:pt x="542784" y="550354"/>
                    </a:cubicBezTo>
                    <a:lnTo>
                      <a:pt x="557834" y="566102"/>
                    </a:lnTo>
                    <a:cubicBezTo>
                      <a:pt x="495921" y="625221"/>
                      <a:pt x="415340" y="657479"/>
                      <a:pt x="330123" y="657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</p:grpSp>
      <p:grpSp>
        <p:nvGrpSpPr>
          <p:cNvPr id="30" name="Google Shape;30;p2"/>
          <p:cNvGrpSpPr/>
          <p:nvPr/>
        </p:nvGrpSpPr>
        <p:grpSpPr>
          <a:xfrm>
            <a:off x="350446" y="411032"/>
            <a:ext cx="4119494" cy="4667121"/>
            <a:chOff x="350446" y="411032"/>
            <a:chExt cx="4119494" cy="4667121"/>
          </a:xfrm>
        </p:grpSpPr>
        <p:sp>
          <p:nvSpPr>
            <p:cNvPr id="31" name="Google Shape;31;p2"/>
            <p:cNvSpPr/>
            <p:nvPr/>
          </p:nvSpPr>
          <p:spPr>
            <a:xfrm>
              <a:off x="350446" y="4821246"/>
              <a:ext cx="217303" cy="256907"/>
            </a:xfrm>
            <a:custGeom>
              <a:avLst/>
              <a:gdLst/>
              <a:ahLst/>
              <a:cxnLst/>
              <a:rect l="l" t="t" r="r" b="b"/>
              <a:pathLst>
                <a:path w="98774" h="116776" extrusionOk="0">
                  <a:moveTo>
                    <a:pt x="97584" y="59722"/>
                  </a:moveTo>
                  <a:cubicBezTo>
                    <a:pt x="61389" y="64675"/>
                    <a:pt x="54848" y="72041"/>
                    <a:pt x="50721" y="115538"/>
                  </a:cubicBezTo>
                  <a:cubicBezTo>
                    <a:pt x="50594" y="117189"/>
                    <a:pt x="48181" y="117189"/>
                    <a:pt x="48054" y="115538"/>
                  </a:cubicBezTo>
                  <a:cubicBezTo>
                    <a:pt x="43990" y="72041"/>
                    <a:pt x="37386" y="64675"/>
                    <a:pt x="1191" y="59722"/>
                  </a:cubicBezTo>
                  <a:cubicBezTo>
                    <a:pt x="-397" y="59531"/>
                    <a:pt x="-397" y="57245"/>
                    <a:pt x="1191" y="57055"/>
                  </a:cubicBezTo>
                  <a:cubicBezTo>
                    <a:pt x="37386" y="52102"/>
                    <a:pt x="43926" y="44736"/>
                    <a:pt x="48054" y="1238"/>
                  </a:cubicBezTo>
                  <a:cubicBezTo>
                    <a:pt x="48181" y="-413"/>
                    <a:pt x="50594" y="-413"/>
                    <a:pt x="50721" y="1238"/>
                  </a:cubicBezTo>
                  <a:cubicBezTo>
                    <a:pt x="54785" y="44736"/>
                    <a:pt x="61389" y="52102"/>
                    <a:pt x="97584" y="57055"/>
                  </a:cubicBezTo>
                  <a:cubicBezTo>
                    <a:pt x="99171" y="57245"/>
                    <a:pt x="99171" y="59531"/>
                    <a:pt x="97584" y="5972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4252727" y="411032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75" name="Google Shape;75;p4"/>
          <p:cNvGrpSpPr/>
          <p:nvPr/>
        </p:nvGrpSpPr>
        <p:grpSpPr>
          <a:xfrm>
            <a:off x="-348385" y="-231023"/>
            <a:ext cx="10284324" cy="7039207"/>
            <a:chOff x="-348385" y="-231023"/>
            <a:chExt cx="10284324" cy="7039207"/>
          </a:xfrm>
        </p:grpSpPr>
        <p:grpSp>
          <p:nvGrpSpPr>
            <p:cNvPr id="76" name="Google Shape;76;p4"/>
            <p:cNvGrpSpPr/>
            <p:nvPr/>
          </p:nvGrpSpPr>
          <p:grpSpPr>
            <a:xfrm rot="-1255387" flipH="1">
              <a:off x="8385065" y="3380559"/>
              <a:ext cx="1313149" cy="1573830"/>
              <a:chOff x="9910110" y="2533016"/>
              <a:chExt cx="550793" cy="660134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10138105" y="2603020"/>
                <a:ext cx="90225" cy="215023"/>
                <a:chOff x="10138105" y="2603020"/>
                <a:chExt cx="90225" cy="215023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10167149" y="2631553"/>
                  <a:ext cx="61181" cy="1864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181" h="186490" extrusionOk="0">
                      <a:moveTo>
                        <a:pt x="3581" y="182639"/>
                      </a:moveTo>
                      <a:cubicBezTo>
                        <a:pt x="8471" y="187656"/>
                        <a:pt x="16472" y="187783"/>
                        <a:pt x="21552" y="182957"/>
                      </a:cubicBezTo>
                      <a:cubicBezTo>
                        <a:pt x="71019" y="135014"/>
                        <a:pt x="74638" y="56591"/>
                        <a:pt x="29807" y="4394"/>
                      </a:cubicBezTo>
                      <a:cubicBezTo>
                        <a:pt x="25299" y="-876"/>
                        <a:pt x="17234" y="-1511"/>
                        <a:pt x="11900" y="3061"/>
                      </a:cubicBezTo>
                      <a:cubicBezTo>
                        <a:pt x="6566" y="7633"/>
                        <a:pt x="5994" y="15634"/>
                        <a:pt x="10567" y="20968"/>
                      </a:cubicBezTo>
                      <a:cubicBezTo>
                        <a:pt x="46698" y="63005"/>
                        <a:pt x="43777" y="126124"/>
                        <a:pt x="3899" y="164669"/>
                      </a:cubicBezTo>
                      <a:cubicBezTo>
                        <a:pt x="-1181" y="169558"/>
                        <a:pt x="-1307" y="177623"/>
                        <a:pt x="3581" y="182639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  <a:sym typeface="IBM Plex Sans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10138105" y="2603020"/>
                  <a:ext cx="33568" cy="29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68" h="29871" extrusionOk="0">
                      <a:moveTo>
                        <a:pt x="3607" y="21498"/>
                      </a:moveTo>
                      <a:cubicBezTo>
                        <a:pt x="4559" y="22514"/>
                        <a:pt x="5702" y="23339"/>
                        <a:pt x="7036" y="24038"/>
                      </a:cubicBezTo>
                      <a:cubicBezTo>
                        <a:pt x="9513" y="25244"/>
                        <a:pt x="11926" y="26641"/>
                        <a:pt x="14275" y="28038"/>
                      </a:cubicBezTo>
                      <a:cubicBezTo>
                        <a:pt x="20244" y="31658"/>
                        <a:pt x="28054" y="29753"/>
                        <a:pt x="31738" y="23784"/>
                      </a:cubicBezTo>
                      <a:cubicBezTo>
                        <a:pt x="35357" y="17751"/>
                        <a:pt x="33451" y="10004"/>
                        <a:pt x="27419" y="6321"/>
                      </a:cubicBezTo>
                      <a:cubicBezTo>
                        <a:pt x="24498" y="4543"/>
                        <a:pt x="21451" y="2892"/>
                        <a:pt x="18402" y="1368"/>
                      </a:cubicBezTo>
                      <a:cubicBezTo>
                        <a:pt x="12116" y="-1807"/>
                        <a:pt x="4496" y="733"/>
                        <a:pt x="1384" y="7020"/>
                      </a:cubicBezTo>
                      <a:cubicBezTo>
                        <a:pt x="-1156" y="11909"/>
                        <a:pt x="-76" y="17751"/>
                        <a:pt x="3607" y="21498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  <a:sym typeface="IBM Plex Sans"/>
                  </a:endParaRPr>
                </a:p>
              </p:txBody>
            </p:sp>
          </p:grpSp>
          <p:sp>
            <p:nvSpPr>
              <p:cNvPr id="80" name="Google Shape;80;p4"/>
              <p:cNvSpPr/>
              <p:nvPr/>
            </p:nvSpPr>
            <p:spPr>
              <a:xfrm>
                <a:off x="10254022" y="2946249"/>
                <a:ext cx="206881" cy="246901"/>
              </a:xfrm>
              <a:custGeom>
                <a:avLst/>
                <a:gdLst/>
                <a:ahLst/>
                <a:cxnLst/>
                <a:rect l="l" t="t" r="r" b="b"/>
                <a:pathLst>
                  <a:path w="206881" h="246901" extrusionOk="0">
                    <a:moveTo>
                      <a:pt x="136673" y="241641"/>
                    </a:moveTo>
                    <a:cubicBezTo>
                      <a:pt x="152548" y="263167"/>
                      <a:pt x="220366" y="213066"/>
                      <a:pt x="204491" y="191539"/>
                    </a:cubicBezTo>
                    <a:lnTo>
                      <a:pt x="53044" y="3833"/>
                    </a:lnTo>
                    <a:cubicBezTo>
                      <a:pt x="41297" y="-12105"/>
                      <a:pt x="-10012" y="25804"/>
                      <a:pt x="1736" y="41743"/>
                    </a:cubicBezTo>
                    <a:lnTo>
                      <a:pt x="136673" y="2416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  <p:sp>
            <p:nvSpPr>
              <p:cNvPr id="81" name="Google Shape;81;p4"/>
              <p:cNvSpPr/>
              <p:nvPr/>
            </p:nvSpPr>
            <p:spPr>
              <a:xfrm>
                <a:off x="9910110" y="2533016"/>
                <a:ext cx="375808" cy="375790"/>
              </a:xfrm>
              <a:custGeom>
                <a:avLst/>
                <a:gdLst/>
                <a:ahLst/>
                <a:cxnLst/>
                <a:rect l="l" t="t" r="r" b="b"/>
                <a:pathLst>
                  <a:path w="375808" h="375790" extrusionOk="0">
                    <a:moveTo>
                      <a:pt x="36783" y="299528"/>
                    </a:moveTo>
                    <a:cubicBezTo>
                      <a:pt x="98442" y="382967"/>
                      <a:pt x="216108" y="400684"/>
                      <a:pt x="299546" y="339025"/>
                    </a:cubicBezTo>
                    <a:cubicBezTo>
                      <a:pt x="382985" y="277367"/>
                      <a:pt x="400702" y="159701"/>
                      <a:pt x="339044" y="76262"/>
                    </a:cubicBezTo>
                    <a:cubicBezTo>
                      <a:pt x="277385" y="-7177"/>
                      <a:pt x="159720" y="-24893"/>
                      <a:pt x="76281" y="36765"/>
                    </a:cubicBezTo>
                    <a:cubicBezTo>
                      <a:pt x="-7222" y="98360"/>
                      <a:pt x="-24875" y="216026"/>
                      <a:pt x="36783" y="299528"/>
                    </a:cubicBezTo>
                    <a:close/>
                    <a:moveTo>
                      <a:pt x="64343" y="279145"/>
                    </a:moveTo>
                    <a:cubicBezTo>
                      <a:pt x="13923" y="210882"/>
                      <a:pt x="28402" y="114680"/>
                      <a:pt x="96601" y="64261"/>
                    </a:cubicBezTo>
                    <a:cubicBezTo>
                      <a:pt x="164863" y="13842"/>
                      <a:pt x="261066" y="28320"/>
                      <a:pt x="311484" y="96519"/>
                    </a:cubicBezTo>
                    <a:cubicBezTo>
                      <a:pt x="361904" y="164781"/>
                      <a:pt x="347426" y="260984"/>
                      <a:pt x="279227" y="311403"/>
                    </a:cubicBezTo>
                    <a:cubicBezTo>
                      <a:pt x="210964" y="361822"/>
                      <a:pt x="114762" y="347407"/>
                      <a:pt x="64343" y="2791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  <p:sp>
            <p:nvSpPr>
              <p:cNvPr id="82" name="Google Shape;82;p4"/>
              <p:cNvSpPr/>
              <p:nvPr/>
            </p:nvSpPr>
            <p:spPr>
              <a:xfrm>
                <a:off x="10179939" y="2843339"/>
                <a:ext cx="120977" cy="141501"/>
              </a:xfrm>
              <a:custGeom>
                <a:avLst/>
                <a:gdLst/>
                <a:ahLst/>
                <a:cxnLst/>
                <a:rect l="l" t="t" r="r" b="b"/>
                <a:pathLst>
                  <a:path w="120977" h="141501" extrusionOk="0">
                    <a:moveTo>
                      <a:pt x="81979" y="138938"/>
                    </a:moveTo>
                    <a:cubicBezTo>
                      <a:pt x="90170" y="150051"/>
                      <a:pt x="128016" y="122111"/>
                      <a:pt x="119824" y="110998"/>
                    </a:cubicBezTo>
                    <a:lnTo>
                      <a:pt x="37846" y="0"/>
                    </a:lnTo>
                    <a:lnTo>
                      <a:pt x="0" y="27940"/>
                    </a:lnTo>
                    <a:lnTo>
                      <a:pt x="81979" y="13893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  <p:grpSp>
          <p:nvGrpSpPr>
            <p:cNvPr id="83" name="Google Shape;83;p4"/>
            <p:cNvGrpSpPr/>
            <p:nvPr/>
          </p:nvGrpSpPr>
          <p:grpSpPr>
            <a:xfrm rot="552185">
              <a:off x="1878002" y="4742219"/>
              <a:ext cx="1924454" cy="1924463"/>
              <a:chOff x="1018666" y="3335654"/>
              <a:chExt cx="564642" cy="564642"/>
            </a:xfrm>
          </p:grpSpPr>
          <p:sp>
            <p:nvSpPr>
              <p:cNvPr id="84" name="Google Shape;84;p4"/>
              <p:cNvSpPr/>
              <p:nvPr/>
            </p:nvSpPr>
            <p:spPr>
              <a:xfrm>
                <a:off x="1018666" y="3335654"/>
                <a:ext cx="564642" cy="564642"/>
              </a:xfrm>
              <a:custGeom>
                <a:avLst/>
                <a:gdLst/>
                <a:ahLst/>
                <a:cxnLst/>
                <a:rect l="l" t="t" r="r" b="b"/>
                <a:pathLst>
                  <a:path w="564642" h="564642" extrusionOk="0">
                    <a:moveTo>
                      <a:pt x="564642" y="282321"/>
                    </a:moveTo>
                    <a:cubicBezTo>
                      <a:pt x="564642" y="438243"/>
                      <a:pt x="438243" y="564642"/>
                      <a:pt x="282321" y="564642"/>
                    </a:cubicBezTo>
                    <a:cubicBezTo>
                      <a:pt x="126399" y="564642"/>
                      <a:pt x="0" y="438243"/>
                      <a:pt x="0" y="282321"/>
                    </a:cubicBezTo>
                    <a:cubicBezTo>
                      <a:pt x="0" y="126400"/>
                      <a:pt x="126399" y="0"/>
                      <a:pt x="282321" y="0"/>
                    </a:cubicBezTo>
                    <a:cubicBezTo>
                      <a:pt x="438243" y="0"/>
                      <a:pt x="564642" y="126399"/>
                      <a:pt x="564642" y="2823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  <p:grpSp>
            <p:nvGrpSpPr>
              <p:cNvPr id="85" name="Google Shape;85;p4"/>
              <p:cNvGrpSpPr/>
              <p:nvPr/>
            </p:nvGrpSpPr>
            <p:grpSpPr>
              <a:xfrm>
                <a:off x="1018954" y="3336099"/>
                <a:ext cx="555718" cy="499427"/>
                <a:chOff x="1018954" y="3336099"/>
                <a:chExt cx="555718" cy="499427"/>
              </a:xfrm>
            </p:grpSpPr>
            <p:sp>
              <p:nvSpPr>
                <p:cNvPr id="86" name="Google Shape;86;p4"/>
                <p:cNvSpPr/>
                <p:nvPr/>
              </p:nvSpPr>
              <p:spPr>
                <a:xfrm>
                  <a:off x="1238377" y="3336099"/>
                  <a:ext cx="51815" cy="32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815" h="32847" extrusionOk="0">
                      <a:moveTo>
                        <a:pt x="8128" y="17653"/>
                      </a:moveTo>
                      <a:cubicBezTo>
                        <a:pt x="10541" y="22035"/>
                        <a:pt x="12446" y="26734"/>
                        <a:pt x="15430" y="30734"/>
                      </a:cubicBezTo>
                      <a:cubicBezTo>
                        <a:pt x="16002" y="31433"/>
                        <a:pt x="16574" y="32131"/>
                        <a:pt x="17399" y="32512"/>
                      </a:cubicBezTo>
                      <a:cubicBezTo>
                        <a:pt x="18351" y="32957"/>
                        <a:pt x="19494" y="32893"/>
                        <a:pt x="20510" y="32703"/>
                      </a:cubicBezTo>
                      <a:cubicBezTo>
                        <a:pt x="28194" y="31560"/>
                        <a:pt x="34925" y="26734"/>
                        <a:pt x="39878" y="20765"/>
                      </a:cubicBezTo>
                      <a:cubicBezTo>
                        <a:pt x="44894" y="14859"/>
                        <a:pt x="48387" y="7810"/>
                        <a:pt x="51816" y="889"/>
                      </a:cubicBezTo>
                      <a:cubicBezTo>
                        <a:pt x="49784" y="572"/>
                        <a:pt x="47815" y="317"/>
                        <a:pt x="45783" y="0"/>
                      </a:cubicBezTo>
                      <a:cubicBezTo>
                        <a:pt x="30416" y="889"/>
                        <a:pt x="15113" y="3048"/>
                        <a:pt x="0" y="6477"/>
                      </a:cubicBezTo>
                      <a:cubicBezTo>
                        <a:pt x="3175" y="9970"/>
                        <a:pt x="5905" y="13653"/>
                        <a:pt x="8128" y="1765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  <a:sym typeface="IBM Plex Sans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325635" y="3360737"/>
                  <a:ext cx="249037" cy="193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037" h="193496" extrusionOk="0">
                      <a:moveTo>
                        <a:pt x="135754" y="24828"/>
                      </a:moveTo>
                      <a:cubicBezTo>
                        <a:pt x="130166" y="26734"/>
                        <a:pt x="124832" y="29528"/>
                        <a:pt x="120133" y="33084"/>
                      </a:cubicBezTo>
                      <a:cubicBezTo>
                        <a:pt x="118482" y="34353"/>
                        <a:pt x="116640" y="35751"/>
                        <a:pt x="114545" y="35560"/>
                      </a:cubicBezTo>
                      <a:cubicBezTo>
                        <a:pt x="112005" y="35242"/>
                        <a:pt x="110481" y="32639"/>
                        <a:pt x="108322" y="31178"/>
                      </a:cubicBezTo>
                      <a:cubicBezTo>
                        <a:pt x="103686" y="28067"/>
                        <a:pt x="95812" y="30226"/>
                        <a:pt x="93272" y="25273"/>
                      </a:cubicBezTo>
                      <a:cubicBezTo>
                        <a:pt x="91939" y="22670"/>
                        <a:pt x="93082" y="19495"/>
                        <a:pt x="94288" y="16828"/>
                      </a:cubicBezTo>
                      <a:cubicBezTo>
                        <a:pt x="96257" y="12573"/>
                        <a:pt x="98479" y="8382"/>
                        <a:pt x="100892" y="4382"/>
                      </a:cubicBezTo>
                      <a:cubicBezTo>
                        <a:pt x="97781" y="2858"/>
                        <a:pt x="94669" y="1460"/>
                        <a:pt x="91558" y="0"/>
                      </a:cubicBezTo>
                      <a:cubicBezTo>
                        <a:pt x="89589" y="3683"/>
                        <a:pt x="87684" y="7429"/>
                        <a:pt x="85970" y="11240"/>
                      </a:cubicBezTo>
                      <a:cubicBezTo>
                        <a:pt x="83176" y="17463"/>
                        <a:pt x="80636" y="24003"/>
                        <a:pt x="75746" y="28766"/>
                      </a:cubicBezTo>
                      <a:cubicBezTo>
                        <a:pt x="72317" y="32131"/>
                        <a:pt x="67872" y="34353"/>
                        <a:pt x="64380" y="37655"/>
                      </a:cubicBezTo>
                      <a:cubicBezTo>
                        <a:pt x="60887" y="40958"/>
                        <a:pt x="58284" y="46038"/>
                        <a:pt x="60062" y="50546"/>
                      </a:cubicBezTo>
                      <a:cubicBezTo>
                        <a:pt x="60760" y="52388"/>
                        <a:pt x="62094" y="53911"/>
                        <a:pt x="63173" y="55563"/>
                      </a:cubicBezTo>
                      <a:cubicBezTo>
                        <a:pt x="64189" y="57277"/>
                        <a:pt x="64888" y="59372"/>
                        <a:pt x="64126" y="61151"/>
                      </a:cubicBezTo>
                      <a:cubicBezTo>
                        <a:pt x="63364" y="62992"/>
                        <a:pt x="58220" y="65341"/>
                        <a:pt x="57585" y="63500"/>
                      </a:cubicBezTo>
                      <a:cubicBezTo>
                        <a:pt x="56188" y="59436"/>
                        <a:pt x="51045" y="57912"/>
                        <a:pt x="46790" y="58547"/>
                      </a:cubicBezTo>
                      <a:cubicBezTo>
                        <a:pt x="42536" y="59182"/>
                        <a:pt x="38599" y="61278"/>
                        <a:pt x="34344" y="61976"/>
                      </a:cubicBezTo>
                      <a:cubicBezTo>
                        <a:pt x="30090" y="62674"/>
                        <a:pt x="24882" y="61278"/>
                        <a:pt x="23422" y="57214"/>
                      </a:cubicBezTo>
                      <a:cubicBezTo>
                        <a:pt x="20565" y="68072"/>
                        <a:pt x="15866" y="78422"/>
                        <a:pt x="9452" y="87566"/>
                      </a:cubicBezTo>
                      <a:cubicBezTo>
                        <a:pt x="4880" y="94171"/>
                        <a:pt x="-898" y="101219"/>
                        <a:pt x="118" y="109220"/>
                      </a:cubicBezTo>
                      <a:cubicBezTo>
                        <a:pt x="943" y="115634"/>
                        <a:pt x="6087" y="121031"/>
                        <a:pt x="6277" y="127508"/>
                      </a:cubicBezTo>
                      <a:cubicBezTo>
                        <a:pt x="6468" y="133541"/>
                        <a:pt x="2340" y="139383"/>
                        <a:pt x="3610" y="145288"/>
                      </a:cubicBezTo>
                      <a:cubicBezTo>
                        <a:pt x="4372" y="148844"/>
                        <a:pt x="7039" y="151828"/>
                        <a:pt x="7293" y="155448"/>
                      </a:cubicBezTo>
                      <a:cubicBezTo>
                        <a:pt x="7357" y="156845"/>
                        <a:pt x="7103" y="158242"/>
                        <a:pt x="7547" y="159512"/>
                      </a:cubicBezTo>
                      <a:cubicBezTo>
                        <a:pt x="7865" y="160401"/>
                        <a:pt x="8436" y="161099"/>
                        <a:pt x="9071" y="161798"/>
                      </a:cubicBezTo>
                      <a:cubicBezTo>
                        <a:pt x="20057" y="173672"/>
                        <a:pt x="42091" y="171767"/>
                        <a:pt x="50791" y="185484"/>
                      </a:cubicBezTo>
                      <a:cubicBezTo>
                        <a:pt x="58284" y="182943"/>
                        <a:pt x="66602" y="179641"/>
                        <a:pt x="69587" y="172339"/>
                      </a:cubicBezTo>
                      <a:cubicBezTo>
                        <a:pt x="70158" y="170878"/>
                        <a:pt x="70539" y="169228"/>
                        <a:pt x="71746" y="168148"/>
                      </a:cubicBezTo>
                      <a:cubicBezTo>
                        <a:pt x="74032" y="166116"/>
                        <a:pt x="77715" y="167322"/>
                        <a:pt x="80509" y="166116"/>
                      </a:cubicBezTo>
                      <a:cubicBezTo>
                        <a:pt x="86668" y="163449"/>
                        <a:pt x="83874" y="151955"/>
                        <a:pt x="90097" y="149416"/>
                      </a:cubicBezTo>
                      <a:cubicBezTo>
                        <a:pt x="91177" y="148971"/>
                        <a:pt x="92383" y="148908"/>
                        <a:pt x="93463" y="148463"/>
                      </a:cubicBezTo>
                      <a:cubicBezTo>
                        <a:pt x="96066" y="147447"/>
                        <a:pt x="97527" y="144653"/>
                        <a:pt x="99114" y="142367"/>
                      </a:cubicBezTo>
                      <a:cubicBezTo>
                        <a:pt x="101337" y="139128"/>
                        <a:pt x="104194" y="136144"/>
                        <a:pt x="107623" y="134239"/>
                      </a:cubicBezTo>
                      <a:cubicBezTo>
                        <a:pt x="107941" y="132969"/>
                        <a:pt x="108195" y="131635"/>
                        <a:pt x="108512" y="130366"/>
                      </a:cubicBezTo>
                      <a:cubicBezTo>
                        <a:pt x="111306" y="128334"/>
                        <a:pt x="115624" y="128905"/>
                        <a:pt x="117720" y="131572"/>
                      </a:cubicBezTo>
                      <a:cubicBezTo>
                        <a:pt x="119434" y="133667"/>
                        <a:pt x="120069" y="137033"/>
                        <a:pt x="122609" y="137922"/>
                      </a:cubicBezTo>
                      <a:cubicBezTo>
                        <a:pt x="123943" y="138366"/>
                        <a:pt x="125403" y="138049"/>
                        <a:pt x="126864" y="137795"/>
                      </a:cubicBezTo>
                      <a:cubicBezTo>
                        <a:pt x="135500" y="136271"/>
                        <a:pt x="144834" y="140462"/>
                        <a:pt x="149470" y="147828"/>
                      </a:cubicBezTo>
                      <a:cubicBezTo>
                        <a:pt x="150359" y="149225"/>
                        <a:pt x="151121" y="150813"/>
                        <a:pt x="152518" y="151828"/>
                      </a:cubicBezTo>
                      <a:cubicBezTo>
                        <a:pt x="153915" y="152908"/>
                        <a:pt x="155756" y="153162"/>
                        <a:pt x="157471" y="153607"/>
                      </a:cubicBezTo>
                      <a:cubicBezTo>
                        <a:pt x="162995" y="155003"/>
                        <a:pt x="168012" y="158242"/>
                        <a:pt x="171568" y="162687"/>
                      </a:cubicBezTo>
                      <a:cubicBezTo>
                        <a:pt x="174743" y="166624"/>
                        <a:pt x="176775" y="171514"/>
                        <a:pt x="180648" y="174816"/>
                      </a:cubicBezTo>
                      <a:cubicBezTo>
                        <a:pt x="187316" y="180530"/>
                        <a:pt x="197285" y="179832"/>
                        <a:pt x="205477" y="183007"/>
                      </a:cubicBezTo>
                      <a:cubicBezTo>
                        <a:pt x="210430" y="184912"/>
                        <a:pt x="214684" y="188151"/>
                        <a:pt x="219383" y="190564"/>
                      </a:cubicBezTo>
                      <a:cubicBezTo>
                        <a:pt x="224082" y="192977"/>
                        <a:pt x="229670" y="194501"/>
                        <a:pt x="234623" y="192722"/>
                      </a:cubicBezTo>
                      <a:cubicBezTo>
                        <a:pt x="237100" y="191834"/>
                        <a:pt x="239259" y="190119"/>
                        <a:pt x="241735" y="189230"/>
                      </a:cubicBezTo>
                      <a:cubicBezTo>
                        <a:pt x="244085" y="188404"/>
                        <a:pt x="246625" y="188341"/>
                        <a:pt x="249038" y="187833"/>
                      </a:cubicBezTo>
                      <a:cubicBezTo>
                        <a:pt x="237481" y="142240"/>
                        <a:pt x="214430" y="98933"/>
                        <a:pt x="179632" y="62484"/>
                      </a:cubicBezTo>
                      <a:cubicBezTo>
                        <a:pt x="166043" y="48070"/>
                        <a:pt x="151311" y="35560"/>
                        <a:pt x="135754" y="2482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  <a:sym typeface="IBM Plex Sans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018954" y="3497897"/>
                  <a:ext cx="441863" cy="337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1863" h="337629" extrusionOk="0">
                      <a:moveTo>
                        <a:pt x="395254" y="220790"/>
                      </a:moveTo>
                      <a:cubicBezTo>
                        <a:pt x="394238" y="219202"/>
                        <a:pt x="392587" y="218123"/>
                        <a:pt x="391127" y="216980"/>
                      </a:cubicBezTo>
                      <a:cubicBezTo>
                        <a:pt x="385221" y="212217"/>
                        <a:pt x="381792" y="204534"/>
                        <a:pt x="382237" y="196977"/>
                      </a:cubicBezTo>
                      <a:cubicBezTo>
                        <a:pt x="382745" y="188214"/>
                        <a:pt x="388079" y="179388"/>
                        <a:pt x="385285" y="171069"/>
                      </a:cubicBezTo>
                      <a:cubicBezTo>
                        <a:pt x="381284" y="159068"/>
                        <a:pt x="362488" y="154178"/>
                        <a:pt x="363314" y="141542"/>
                      </a:cubicBezTo>
                      <a:cubicBezTo>
                        <a:pt x="363441" y="139573"/>
                        <a:pt x="364076" y="137668"/>
                        <a:pt x="363822" y="135763"/>
                      </a:cubicBezTo>
                      <a:cubicBezTo>
                        <a:pt x="363187" y="130810"/>
                        <a:pt x="356837" y="128524"/>
                        <a:pt x="351947" y="129731"/>
                      </a:cubicBezTo>
                      <a:cubicBezTo>
                        <a:pt x="347058" y="130937"/>
                        <a:pt x="343121" y="134366"/>
                        <a:pt x="338612" y="136652"/>
                      </a:cubicBezTo>
                      <a:cubicBezTo>
                        <a:pt x="335437" y="138240"/>
                        <a:pt x="331818" y="139446"/>
                        <a:pt x="329786" y="142367"/>
                      </a:cubicBezTo>
                      <a:cubicBezTo>
                        <a:pt x="328579" y="144018"/>
                        <a:pt x="328071" y="146177"/>
                        <a:pt x="326738" y="147701"/>
                      </a:cubicBezTo>
                      <a:cubicBezTo>
                        <a:pt x="322737" y="152527"/>
                        <a:pt x="314482" y="149797"/>
                        <a:pt x="309148" y="153035"/>
                      </a:cubicBezTo>
                      <a:cubicBezTo>
                        <a:pt x="306799" y="154432"/>
                        <a:pt x="304957" y="156972"/>
                        <a:pt x="302227" y="157163"/>
                      </a:cubicBezTo>
                      <a:cubicBezTo>
                        <a:pt x="299115" y="157353"/>
                        <a:pt x="296766" y="154432"/>
                        <a:pt x="293845" y="153480"/>
                      </a:cubicBezTo>
                      <a:cubicBezTo>
                        <a:pt x="284066" y="150432"/>
                        <a:pt x="278668" y="167831"/>
                        <a:pt x="268508" y="166370"/>
                      </a:cubicBezTo>
                      <a:cubicBezTo>
                        <a:pt x="264127" y="165735"/>
                        <a:pt x="259682" y="165100"/>
                        <a:pt x="255300" y="165672"/>
                      </a:cubicBezTo>
                      <a:cubicBezTo>
                        <a:pt x="250919" y="166243"/>
                        <a:pt x="246537" y="168148"/>
                        <a:pt x="243934" y="171768"/>
                      </a:cubicBezTo>
                      <a:cubicBezTo>
                        <a:pt x="242854" y="173228"/>
                        <a:pt x="242092" y="174943"/>
                        <a:pt x="241203" y="176593"/>
                      </a:cubicBezTo>
                      <a:cubicBezTo>
                        <a:pt x="238219" y="181737"/>
                        <a:pt x="233012" y="185484"/>
                        <a:pt x="227233" y="186754"/>
                      </a:cubicBezTo>
                      <a:cubicBezTo>
                        <a:pt x="226027" y="187008"/>
                        <a:pt x="224757" y="187198"/>
                        <a:pt x="223741" y="187897"/>
                      </a:cubicBezTo>
                      <a:cubicBezTo>
                        <a:pt x="222534" y="188722"/>
                        <a:pt x="221836" y="190056"/>
                        <a:pt x="221391" y="191453"/>
                      </a:cubicBezTo>
                      <a:cubicBezTo>
                        <a:pt x="219169" y="197612"/>
                        <a:pt x="220502" y="205423"/>
                        <a:pt x="223741" y="211074"/>
                      </a:cubicBezTo>
                      <a:cubicBezTo>
                        <a:pt x="218915" y="210630"/>
                        <a:pt x="213962" y="212344"/>
                        <a:pt x="210469" y="215710"/>
                      </a:cubicBezTo>
                      <a:cubicBezTo>
                        <a:pt x="208501" y="217551"/>
                        <a:pt x="206977" y="219964"/>
                        <a:pt x="204564" y="221171"/>
                      </a:cubicBezTo>
                      <a:cubicBezTo>
                        <a:pt x="200055" y="223393"/>
                        <a:pt x="194785" y="220599"/>
                        <a:pt x="190530" y="217868"/>
                      </a:cubicBezTo>
                      <a:cubicBezTo>
                        <a:pt x="189197" y="217043"/>
                        <a:pt x="187609" y="216154"/>
                        <a:pt x="186149" y="216662"/>
                      </a:cubicBezTo>
                      <a:cubicBezTo>
                        <a:pt x="185006" y="217043"/>
                        <a:pt x="184307" y="218123"/>
                        <a:pt x="183609" y="219075"/>
                      </a:cubicBezTo>
                      <a:cubicBezTo>
                        <a:pt x="181640" y="221806"/>
                        <a:pt x="178338" y="224409"/>
                        <a:pt x="175227" y="223139"/>
                      </a:cubicBezTo>
                      <a:cubicBezTo>
                        <a:pt x="170655" y="221298"/>
                        <a:pt x="172179" y="214186"/>
                        <a:pt x="169448" y="210058"/>
                      </a:cubicBezTo>
                      <a:cubicBezTo>
                        <a:pt x="167035" y="212408"/>
                        <a:pt x="164559" y="215011"/>
                        <a:pt x="163860" y="218249"/>
                      </a:cubicBezTo>
                      <a:cubicBezTo>
                        <a:pt x="163416" y="220218"/>
                        <a:pt x="163670" y="222187"/>
                        <a:pt x="163606" y="224155"/>
                      </a:cubicBezTo>
                      <a:cubicBezTo>
                        <a:pt x="163352" y="232728"/>
                        <a:pt x="154907" y="240983"/>
                        <a:pt x="146588" y="238697"/>
                      </a:cubicBezTo>
                      <a:cubicBezTo>
                        <a:pt x="141127" y="237173"/>
                        <a:pt x="137571" y="232029"/>
                        <a:pt x="134206" y="227521"/>
                      </a:cubicBezTo>
                      <a:cubicBezTo>
                        <a:pt x="131094" y="223330"/>
                        <a:pt x="127665" y="219139"/>
                        <a:pt x="126586" y="213995"/>
                      </a:cubicBezTo>
                      <a:cubicBezTo>
                        <a:pt x="125570" y="208915"/>
                        <a:pt x="127602" y="202311"/>
                        <a:pt x="132682" y="201168"/>
                      </a:cubicBezTo>
                      <a:cubicBezTo>
                        <a:pt x="134650" y="198057"/>
                        <a:pt x="137635" y="195580"/>
                        <a:pt x="141064" y="194247"/>
                      </a:cubicBezTo>
                      <a:cubicBezTo>
                        <a:pt x="137889" y="191326"/>
                        <a:pt x="138905" y="185674"/>
                        <a:pt x="142143" y="182880"/>
                      </a:cubicBezTo>
                      <a:cubicBezTo>
                        <a:pt x="145445" y="180086"/>
                        <a:pt x="150144" y="179642"/>
                        <a:pt x="154399" y="180213"/>
                      </a:cubicBezTo>
                      <a:cubicBezTo>
                        <a:pt x="159225" y="180848"/>
                        <a:pt x="163924" y="182626"/>
                        <a:pt x="167988" y="185420"/>
                      </a:cubicBezTo>
                      <a:cubicBezTo>
                        <a:pt x="169766" y="186627"/>
                        <a:pt x="172369" y="187897"/>
                        <a:pt x="173703" y="186246"/>
                      </a:cubicBezTo>
                      <a:cubicBezTo>
                        <a:pt x="174655" y="184976"/>
                        <a:pt x="173830" y="183134"/>
                        <a:pt x="172941" y="181864"/>
                      </a:cubicBezTo>
                      <a:cubicBezTo>
                        <a:pt x="170147" y="177927"/>
                        <a:pt x="166337" y="174752"/>
                        <a:pt x="162019" y="172593"/>
                      </a:cubicBezTo>
                      <a:cubicBezTo>
                        <a:pt x="159225" y="171196"/>
                        <a:pt x="156177" y="170180"/>
                        <a:pt x="154018" y="167894"/>
                      </a:cubicBezTo>
                      <a:cubicBezTo>
                        <a:pt x="148176" y="161608"/>
                        <a:pt x="153256" y="151257"/>
                        <a:pt x="151224" y="142939"/>
                      </a:cubicBezTo>
                      <a:cubicBezTo>
                        <a:pt x="150208" y="138938"/>
                        <a:pt x="147604" y="135509"/>
                        <a:pt x="145572" y="131953"/>
                      </a:cubicBezTo>
                      <a:cubicBezTo>
                        <a:pt x="143540" y="128334"/>
                        <a:pt x="142016" y="123952"/>
                        <a:pt x="143540" y="120142"/>
                      </a:cubicBezTo>
                      <a:cubicBezTo>
                        <a:pt x="144493" y="117793"/>
                        <a:pt x="146398" y="115951"/>
                        <a:pt x="147795" y="113856"/>
                      </a:cubicBezTo>
                      <a:cubicBezTo>
                        <a:pt x="149192" y="111760"/>
                        <a:pt x="150017" y="108839"/>
                        <a:pt x="148557" y="106743"/>
                      </a:cubicBezTo>
                      <a:cubicBezTo>
                        <a:pt x="147668" y="105474"/>
                        <a:pt x="146144" y="104775"/>
                        <a:pt x="144937" y="103759"/>
                      </a:cubicBezTo>
                      <a:cubicBezTo>
                        <a:pt x="142334" y="101473"/>
                        <a:pt x="141889" y="97409"/>
                        <a:pt x="143223" y="94234"/>
                      </a:cubicBezTo>
                      <a:cubicBezTo>
                        <a:pt x="144556" y="91059"/>
                        <a:pt x="147350" y="88710"/>
                        <a:pt x="150462" y="87186"/>
                      </a:cubicBezTo>
                      <a:cubicBezTo>
                        <a:pt x="152176" y="86297"/>
                        <a:pt x="154272" y="85408"/>
                        <a:pt x="154716" y="83503"/>
                      </a:cubicBezTo>
                      <a:cubicBezTo>
                        <a:pt x="154907" y="82550"/>
                        <a:pt x="154653" y="81534"/>
                        <a:pt x="154462" y="80582"/>
                      </a:cubicBezTo>
                      <a:cubicBezTo>
                        <a:pt x="153510" y="75946"/>
                        <a:pt x="154526" y="71311"/>
                        <a:pt x="157066" y="67374"/>
                      </a:cubicBezTo>
                      <a:cubicBezTo>
                        <a:pt x="152430" y="66802"/>
                        <a:pt x="148938" y="72517"/>
                        <a:pt x="144302" y="72327"/>
                      </a:cubicBezTo>
                      <a:cubicBezTo>
                        <a:pt x="141572" y="72199"/>
                        <a:pt x="139413" y="70041"/>
                        <a:pt x="137508" y="68072"/>
                      </a:cubicBezTo>
                      <a:cubicBezTo>
                        <a:pt x="136555" y="72390"/>
                        <a:pt x="133761" y="76264"/>
                        <a:pt x="130015" y="78613"/>
                      </a:cubicBezTo>
                      <a:cubicBezTo>
                        <a:pt x="125443" y="71818"/>
                        <a:pt x="127729" y="61405"/>
                        <a:pt x="134714" y="57150"/>
                      </a:cubicBezTo>
                      <a:cubicBezTo>
                        <a:pt x="135857" y="56452"/>
                        <a:pt x="137127" y="55880"/>
                        <a:pt x="137889" y="54801"/>
                      </a:cubicBezTo>
                      <a:cubicBezTo>
                        <a:pt x="139984" y="51880"/>
                        <a:pt x="137190" y="47562"/>
                        <a:pt x="138524" y="44260"/>
                      </a:cubicBezTo>
                      <a:cubicBezTo>
                        <a:pt x="139984" y="40449"/>
                        <a:pt x="145953" y="40577"/>
                        <a:pt x="148747" y="43498"/>
                      </a:cubicBezTo>
                      <a:cubicBezTo>
                        <a:pt x="151541" y="46482"/>
                        <a:pt x="152049" y="50864"/>
                        <a:pt x="152367" y="54928"/>
                      </a:cubicBezTo>
                      <a:cubicBezTo>
                        <a:pt x="156431" y="51499"/>
                        <a:pt x="161638" y="49467"/>
                        <a:pt x="166908" y="49213"/>
                      </a:cubicBezTo>
                      <a:cubicBezTo>
                        <a:pt x="164051" y="44641"/>
                        <a:pt x="159161" y="41783"/>
                        <a:pt x="154462" y="39116"/>
                      </a:cubicBezTo>
                      <a:cubicBezTo>
                        <a:pt x="153192" y="38418"/>
                        <a:pt x="151986" y="37719"/>
                        <a:pt x="150716" y="37021"/>
                      </a:cubicBezTo>
                      <a:cubicBezTo>
                        <a:pt x="148303" y="35687"/>
                        <a:pt x="145953" y="34290"/>
                        <a:pt x="143477" y="33084"/>
                      </a:cubicBezTo>
                      <a:cubicBezTo>
                        <a:pt x="138143" y="30417"/>
                        <a:pt x="132301" y="28194"/>
                        <a:pt x="126332" y="28893"/>
                      </a:cubicBezTo>
                      <a:cubicBezTo>
                        <a:pt x="123855" y="29147"/>
                        <a:pt x="121442" y="29909"/>
                        <a:pt x="118966" y="29845"/>
                      </a:cubicBezTo>
                      <a:cubicBezTo>
                        <a:pt x="116489" y="29782"/>
                        <a:pt x="113822" y="28639"/>
                        <a:pt x="112933" y="26353"/>
                      </a:cubicBezTo>
                      <a:cubicBezTo>
                        <a:pt x="112425" y="25083"/>
                        <a:pt x="112489" y="23559"/>
                        <a:pt x="111473" y="22670"/>
                      </a:cubicBezTo>
                      <a:cubicBezTo>
                        <a:pt x="110838" y="22162"/>
                        <a:pt x="110012" y="22035"/>
                        <a:pt x="109187" y="21971"/>
                      </a:cubicBezTo>
                      <a:cubicBezTo>
                        <a:pt x="104805" y="21717"/>
                        <a:pt x="100360" y="22543"/>
                        <a:pt x="96360" y="24384"/>
                      </a:cubicBezTo>
                      <a:cubicBezTo>
                        <a:pt x="99471" y="25464"/>
                        <a:pt x="102202" y="28321"/>
                        <a:pt x="102265" y="31623"/>
                      </a:cubicBezTo>
                      <a:cubicBezTo>
                        <a:pt x="102329" y="34925"/>
                        <a:pt x="99090" y="38164"/>
                        <a:pt x="95915" y="37402"/>
                      </a:cubicBezTo>
                      <a:cubicBezTo>
                        <a:pt x="90645" y="36132"/>
                        <a:pt x="90454" y="27178"/>
                        <a:pt x="85184" y="26035"/>
                      </a:cubicBezTo>
                      <a:cubicBezTo>
                        <a:pt x="82771" y="25527"/>
                        <a:pt x="80485" y="26924"/>
                        <a:pt x="78389" y="28258"/>
                      </a:cubicBezTo>
                      <a:cubicBezTo>
                        <a:pt x="75532" y="30163"/>
                        <a:pt x="72738" y="32004"/>
                        <a:pt x="69880" y="33909"/>
                      </a:cubicBezTo>
                      <a:cubicBezTo>
                        <a:pt x="66896" y="35878"/>
                        <a:pt x="63594" y="38608"/>
                        <a:pt x="64038" y="42164"/>
                      </a:cubicBezTo>
                      <a:cubicBezTo>
                        <a:pt x="64546" y="45847"/>
                        <a:pt x="68864" y="47625"/>
                        <a:pt x="72547" y="48133"/>
                      </a:cubicBezTo>
                      <a:cubicBezTo>
                        <a:pt x="76230" y="48705"/>
                        <a:pt x="80485" y="49022"/>
                        <a:pt x="82707" y="52007"/>
                      </a:cubicBezTo>
                      <a:cubicBezTo>
                        <a:pt x="85501" y="55880"/>
                        <a:pt x="83088" y="61151"/>
                        <a:pt x="82453" y="65849"/>
                      </a:cubicBezTo>
                      <a:cubicBezTo>
                        <a:pt x="81882" y="69850"/>
                        <a:pt x="82707" y="73978"/>
                        <a:pt x="84739" y="77470"/>
                      </a:cubicBezTo>
                      <a:cubicBezTo>
                        <a:pt x="85247" y="78296"/>
                        <a:pt x="85819" y="79185"/>
                        <a:pt x="85819" y="80137"/>
                      </a:cubicBezTo>
                      <a:cubicBezTo>
                        <a:pt x="85819" y="81661"/>
                        <a:pt x="84485" y="82741"/>
                        <a:pt x="83279" y="83630"/>
                      </a:cubicBezTo>
                      <a:cubicBezTo>
                        <a:pt x="79723" y="86233"/>
                        <a:pt x="76230" y="88900"/>
                        <a:pt x="72674" y="91504"/>
                      </a:cubicBezTo>
                      <a:cubicBezTo>
                        <a:pt x="69626" y="93790"/>
                        <a:pt x="66261" y="96139"/>
                        <a:pt x="62451" y="96330"/>
                      </a:cubicBezTo>
                      <a:cubicBezTo>
                        <a:pt x="58323" y="96520"/>
                        <a:pt x="54386" y="94107"/>
                        <a:pt x="50259" y="94488"/>
                      </a:cubicBezTo>
                      <a:cubicBezTo>
                        <a:pt x="48290" y="94615"/>
                        <a:pt x="46322" y="95441"/>
                        <a:pt x="44417" y="95123"/>
                      </a:cubicBezTo>
                      <a:cubicBezTo>
                        <a:pt x="40416" y="94552"/>
                        <a:pt x="38511" y="90043"/>
                        <a:pt x="37432" y="86170"/>
                      </a:cubicBezTo>
                      <a:cubicBezTo>
                        <a:pt x="34574" y="75946"/>
                        <a:pt x="32987" y="65342"/>
                        <a:pt x="32606" y="54737"/>
                      </a:cubicBezTo>
                      <a:cubicBezTo>
                        <a:pt x="32415" y="50038"/>
                        <a:pt x="35273" y="44768"/>
                        <a:pt x="38448" y="41339"/>
                      </a:cubicBezTo>
                      <a:cubicBezTo>
                        <a:pt x="40924" y="41021"/>
                        <a:pt x="47528" y="40196"/>
                        <a:pt x="47528" y="40196"/>
                      </a:cubicBezTo>
                      <a:cubicBezTo>
                        <a:pt x="47528" y="40196"/>
                        <a:pt x="51592" y="35624"/>
                        <a:pt x="48798" y="33465"/>
                      </a:cubicBezTo>
                      <a:cubicBezTo>
                        <a:pt x="46068" y="31306"/>
                        <a:pt x="41369" y="35052"/>
                        <a:pt x="34257" y="26099"/>
                      </a:cubicBezTo>
                      <a:cubicBezTo>
                        <a:pt x="27081" y="17145"/>
                        <a:pt x="34447" y="19114"/>
                        <a:pt x="35654" y="12446"/>
                      </a:cubicBezTo>
                      <a:cubicBezTo>
                        <a:pt x="36860" y="5842"/>
                        <a:pt x="33050" y="2540"/>
                        <a:pt x="29304" y="0"/>
                      </a:cubicBezTo>
                      <a:cubicBezTo>
                        <a:pt x="28288" y="445"/>
                        <a:pt x="27272" y="762"/>
                        <a:pt x="26256" y="1080"/>
                      </a:cubicBezTo>
                      <a:cubicBezTo>
                        <a:pt x="-9241" y="77470"/>
                        <a:pt x="-8860" y="166688"/>
                        <a:pt x="28097" y="243015"/>
                      </a:cubicBezTo>
                      <a:cubicBezTo>
                        <a:pt x="33876" y="244666"/>
                        <a:pt x="39146" y="247206"/>
                        <a:pt x="43083" y="251651"/>
                      </a:cubicBezTo>
                      <a:cubicBezTo>
                        <a:pt x="43972" y="252667"/>
                        <a:pt x="44861" y="253873"/>
                        <a:pt x="46131" y="254381"/>
                      </a:cubicBezTo>
                      <a:cubicBezTo>
                        <a:pt x="47020" y="254762"/>
                        <a:pt x="48036" y="254699"/>
                        <a:pt x="48989" y="254635"/>
                      </a:cubicBezTo>
                      <a:cubicBezTo>
                        <a:pt x="57053" y="254127"/>
                        <a:pt x="65245" y="252032"/>
                        <a:pt x="72992" y="254127"/>
                      </a:cubicBezTo>
                      <a:cubicBezTo>
                        <a:pt x="79342" y="255842"/>
                        <a:pt x="84612" y="260223"/>
                        <a:pt x="90518" y="263081"/>
                      </a:cubicBezTo>
                      <a:cubicBezTo>
                        <a:pt x="96423" y="265938"/>
                        <a:pt x="104170" y="267018"/>
                        <a:pt x="109060" y="262636"/>
                      </a:cubicBezTo>
                      <a:cubicBezTo>
                        <a:pt x="104170" y="260287"/>
                        <a:pt x="98646" y="259715"/>
                        <a:pt x="93375" y="258318"/>
                      </a:cubicBezTo>
                      <a:cubicBezTo>
                        <a:pt x="88105" y="256921"/>
                        <a:pt x="82707" y="254381"/>
                        <a:pt x="80104" y="249618"/>
                      </a:cubicBezTo>
                      <a:cubicBezTo>
                        <a:pt x="79596" y="248730"/>
                        <a:pt x="79215" y="247650"/>
                        <a:pt x="79532" y="246698"/>
                      </a:cubicBezTo>
                      <a:cubicBezTo>
                        <a:pt x="79786" y="245936"/>
                        <a:pt x="80421" y="245364"/>
                        <a:pt x="81056" y="244920"/>
                      </a:cubicBezTo>
                      <a:cubicBezTo>
                        <a:pt x="84231" y="242951"/>
                        <a:pt x="88359" y="243713"/>
                        <a:pt x="91851" y="245110"/>
                      </a:cubicBezTo>
                      <a:cubicBezTo>
                        <a:pt x="95344" y="246507"/>
                        <a:pt x="98646" y="248476"/>
                        <a:pt x="102392" y="248857"/>
                      </a:cubicBezTo>
                      <a:cubicBezTo>
                        <a:pt x="105123" y="249111"/>
                        <a:pt x="107980" y="248476"/>
                        <a:pt x="110647" y="249174"/>
                      </a:cubicBezTo>
                      <a:cubicBezTo>
                        <a:pt x="115791" y="250508"/>
                        <a:pt x="118839" y="256286"/>
                        <a:pt x="123982" y="257810"/>
                      </a:cubicBezTo>
                      <a:cubicBezTo>
                        <a:pt x="126776" y="258636"/>
                        <a:pt x="129697" y="258064"/>
                        <a:pt x="132555" y="257429"/>
                      </a:cubicBezTo>
                      <a:cubicBezTo>
                        <a:pt x="139032" y="255968"/>
                        <a:pt x="145699" y="254127"/>
                        <a:pt x="151986" y="252095"/>
                      </a:cubicBezTo>
                      <a:cubicBezTo>
                        <a:pt x="164559" y="239395"/>
                        <a:pt x="182212" y="231839"/>
                        <a:pt x="200055" y="231585"/>
                      </a:cubicBezTo>
                      <a:cubicBezTo>
                        <a:pt x="201516" y="231585"/>
                        <a:pt x="203040" y="231585"/>
                        <a:pt x="204310" y="230949"/>
                      </a:cubicBezTo>
                      <a:cubicBezTo>
                        <a:pt x="205453" y="230378"/>
                        <a:pt x="206278" y="229426"/>
                        <a:pt x="207104" y="228473"/>
                      </a:cubicBezTo>
                      <a:cubicBezTo>
                        <a:pt x="212184" y="222250"/>
                        <a:pt x="218407" y="214440"/>
                        <a:pt x="226281" y="216091"/>
                      </a:cubicBezTo>
                      <a:cubicBezTo>
                        <a:pt x="233583" y="217615"/>
                        <a:pt x="236504" y="226441"/>
                        <a:pt x="237457" y="233871"/>
                      </a:cubicBezTo>
                      <a:cubicBezTo>
                        <a:pt x="238409" y="241300"/>
                        <a:pt x="239425" y="249936"/>
                        <a:pt x="245775" y="253810"/>
                      </a:cubicBezTo>
                      <a:cubicBezTo>
                        <a:pt x="255046" y="259398"/>
                        <a:pt x="268381" y="250317"/>
                        <a:pt x="277462" y="256286"/>
                      </a:cubicBezTo>
                      <a:cubicBezTo>
                        <a:pt x="279938" y="257937"/>
                        <a:pt x="281843" y="260541"/>
                        <a:pt x="284637" y="261493"/>
                      </a:cubicBezTo>
                      <a:cubicBezTo>
                        <a:pt x="290860" y="263652"/>
                        <a:pt x="296194" y="256731"/>
                        <a:pt x="302354" y="254508"/>
                      </a:cubicBezTo>
                      <a:cubicBezTo>
                        <a:pt x="310291" y="251651"/>
                        <a:pt x="318673" y="256731"/>
                        <a:pt x="325595" y="261557"/>
                      </a:cubicBezTo>
                      <a:cubicBezTo>
                        <a:pt x="336072" y="268923"/>
                        <a:pt x="346550" y="276289"/>
                        <a:pt x="357027" y="283655"/>
                      </a:cubicBezTo>
                      <a:cubicBezTo>
                        <a:pt x="363758" y="288417"/>
                        <a:pt x="370616" y="293243"/>
                        <a:pt x="375633" y="299720"/>
                      </a:cubicBezTo>
                      <a:cubicBezTo>
                        <a:pt x="378935" y="303974"/>
                        <a:pt x="382046" y="309309"/>
                        <a:pt x="387317" y="310007"/>
                      </a:cubicBezTo>
                      <a:cubicBezTo>
                        <a:pt x="390746" y="310515"/>
                        <a:pt x="395000" y="309118"/>
                        <a:pt x="397096" y="311849"/>
                      </a:cubicBezTo>
                      <a:cubicBezTo>
                        <a:pt x="398048" y="313119"/>
                        <a:pt x="398112" y="314833"/>
                        <a:pt x="398747" y="316294"/>
                      </a:cubicBezTo>
                      <a:cubicBezTo>
                        <a:pt x="399636" y="318326"/>
                        <a:pt x="401541" y="319659"/>
                        <a:pt x="403319" y="320929"/>
                      </a:cubicBezTo>
                      <a:cubicBezTo>
                        <a:pt x="414558" y="328676"/>
                        <a:pt x="426496" y="336614"/>
                        <a:pt x="440085" y="337630"/>
                      </a:cubicBezTo>
                      <a:cubicBezTo>
                        <a:pt x="440657" y="335979"/>
                        <a:pt x="441292" y="334264"/>
                        <a:pt x="441863" y="332613"/>
                      </a:cubicBezTo>
                      <a:cubicBezTo>
                        <a:pt x="440149" y="333312"/>
                        <a:pt x="438434" y="333947"/>
                        <a:pt x="436720" y="334645"/>
                      </a:cubicBezTo>
                      <a:cubicBezTo>
                        <a:pt x="431195" y="327597"/>
                        <a:pt x="426560" y="319786"/>
                        <a:pt x="422940" y="311531"/>
                      </a:cubicBezTo>
                      <a:cubicBezTo>
                        <a:pt x="418876" y="314579"/>
                        <a:pt x="411891" y="310324"/>
                        <a:pt x="412780" y="305308"/>
                      </a:cubicBezTo>
                      <a:cubicBezTo>
                        <a:pt x="412971" y="304292"/>
                        <a:pt x="413352" y="303276"/>
                        <a:pt x="413098" y="302324"/>
                      </a:cubicBezTo>
                      <a:cubicBezTo>
                        <a:pt x="412717" y="301117"/>
                        <a:pt x="411447" y="300482"/>
                        <a:pt x="410431" y="299720"/>
                      </a:cubicBezTo>
                      <a:cubicBezTo>
                        <a:pt x="407256" y="297434"/>
                        <a:pt x="406049" y="292735"/>
                        <a:pt x="407764" y="289179"/>
                      </a:cubicBezTo>
                      <a:cubicBezTo>
                        <a:pt x="404144" y="289878"/>
                        <a:pt x="400334" y="289497"/>
                        <a:pt x="396905" y="288036"/>
                      </a:cubicBezTo>
                      <a:cubicBezTo>
                        <a:pt x="399445" y="286131"/>
                        <a:pt x="401414" y="283401"/>
                        <a:pt x="402430" y="280416"/>
                      </a:cubicBezTo>
                      <a:cubicBezTo>
                        <a:pt x="399445" y="280226"/>
                        <a:pt x="396778" y="277876"/>
                        <a:pt x="396270" y="274955"/>
                      </a:cubicBezTo>
                      <a:cubicBezTo>
                        <a:pt x="395762" y="272034"/>
                        <a:pt x="397477" y="268859"/>
                        <a:pt x="400207" y="267716"/>
                      </a:cubicBezTo>
                      <a:cubicBezTo>
                        <a:pt x="397350" y="264922"/>
                        <a:pt x="394429" y="262001"/>
                        <a:pt x="393286" y="258191"/>
                      </a:cubicBezTo>
                      <a:cubicBezTo>
                        <a:pt x="392143" y="254381"/>
                        <a:pt x="393476" y="249492"/>
                        <a:pt x="397223" y="248095"/>
                      </a:cubicBezTo>
                      <a:cubicBezTo>
                        <a:pt x="398048" y="247777"/>
                        <a:pt x="398937" y="247587"/>
                        <a:pt x="399445" y="246952"/>
                      </a:cubicBezTo>
                      <a:cubicBezTo>
                        <a:pt x="399953" y="246253"/>
                        <a:pt x="399826" y="245364"/>
                        <a:pt x="399699" y="244539"/>
                      </a:cubicBezTo>
                      <a:cubicBezTo>
                        <a:pt x="398747" y="238316"/>
                        <a:pt x="397794" y="232029"/>
                        <a:pt x="396842" y="225806"/>
                      </a:cubicBezTo>
                      <a:cubicBezTo>
                        <a:pt x="396461" y="224092"/>
                        <a:pt x="396207" y="222250"/>
                        <a:pt x="395254" y="22079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  <a:sym typeface="IBM Plex Sans"/>
                  </a:endParaRPr>
                </a:p>
              </p:txBody>
            </p:sp>
            <p:sp>
              <p:nvSpPr>
                <p:cNvPr id="89" name="Google Shape;89;p4"/>
                <p:cNvSpPr/>
                <p:nvPr/>
              </p:nvSpPr>
              <p:spPr>
                <a:xfrm>
                  <a:off x="1054925" y="3462591"/>
                  <a:ext cx="58243" cy="57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243" h="57530" extrusionOk="0">
                      <a:moveTo>
                        <a:pt x="4064" y="25083"/>
                      </a:moveTo>
                      <a:cubicBezTo>
                        <a:pt x="6096" y="27242"/>
                        <a:pt x="8572" y="28893"/>
                        <a:pt x="10858" y="30861"/>
                      </a:cubicBezTo>
                      <a:cubicBezTo>
                        <a:pt x="14541" y="28639"/>
                        <a:pt x="19749" y="29147"/>
                        <a:pt x="22860" y="32131"/>
                      </a:cubicBezTo>
                      <a:cubicBezTo>
                        <a:pt x="19812" y="40196"/>
                        <a:pt x="18478" y="48895"/>
                        <a:pt x="18923" y="57531"/>
                      </a:cubicBezTo>
                      <a:cubicBezTo>
                        <a:pt x="20828" y="54991"/>
                        <a:pt x="24321" y="54229"/>
                        <a:pt x="27496" y="54420"/>
                      </a:cubicBezTo>
                      <a:cubicBezTo>
                        <a:pt x="30671" y="54610"/>
                        <a:pt x="33782" y="55436"/>
                        <a:pt x="36957" y="55245"/>
                      </a:cubicBezTo>
                      <a:cubicBezTo>
                        <a:pt x="44323" y="54801"/>
                        <a:pt x="50101" y="48959"/>
                        <a:pt x="55118" y="43498"/>
                      </a:cubicBezTo>
                      <a:cubicBezTo>
                        <a:pt x="57150" y="41275"/>
                        <a:pt x="59309" y="38037"/>
                        <a:pt x="57658" y="35560"/>
                      </a:cubicBezTo>
                      <a:cubicBezTo>
                        <a:pt x="56769" y="34290"/>
                        <a:pt x="55182" y="33718"/>
                        <a:pt x="53721" y="33274"/>
                      </a:cubicBezTo>
                      <a:cubicBezTo>
                        <a:pt x="50038" y="32131"/>
                        <a:pt x="46355" y="30988"/>
                        <a:pt x="42608" y="29845"/>
                      </a:cubicBezTo>
                      <a:cubicBezTo>
                        <a:pt x="40449" y="29210"/>
                        <a:pt x="38036" y="28258"/>
                        <a:pt x="37401" y="26099"/>
                      </a:cubicBezTo>
                      <a:cubicBezTo>
                        <a:pt x="36893" y="24257"/>
                        <a:pt x="38036" y="22289"/>
                        <a:pt x="39560" y="21082"/>
                      </a:cubicBezTo>
                      <a:cubicBezTo>
                        <a:pt x="41085" y="19876"/>
                        <a:pt x="42989" y="19241"/>
                        <a:pt x="44640" y="18288"/>
                      </a:cubicBezTo>
                      <a:cubicBezTo>
                        <a:pt x="49847" y="15240"/>
                        <a:pt x="52705" y="8699"/>
                        <a:pt x="51371" y="2858"/>
                      </a:cubicBezTo>
                      <a:cubicBezTo>
                        <a:pt x="47053" y="6858"/>
                        <a:pt x="41910" y="9970"/>
                        <a:pt x="36385" y="11938"/>
                      </a:cubicBezTo>
                      <a:cubicBezTo>
                        <a:pt x="35115" y="12383"/>
                        <a:pt x="33846" y="12764"/>
                        <a:pt x="32512" y="12700"/>
                      </a:cubicBezTo>
                      <a:cubicBezTo>
                        <a:pt x="30099" y="12446"/>
                        <a:pt x="28194" y="10541"/>
                        <a:pt x="26352" y="8890"/>
                      </a:cubicBezTo>
                      <a:cubicBezTo>
                        <a:pt x="22924" y="5779"/>
                        <a:pt x="16383" y="953"/>
                        <a:pt x="10477" y="0"/>
                      </a:cubicBezTo>
                      <a:cubicBezTo>
                        <a:pt x="6794" y="5588"/>
                        <a:pt x="3238" y="11240"/>
                        <a:pt x="0" y="17018"/>
                      </a:cubicBezTo>
                      <a:cubicBezTo>
                        <a:pt x="762" y="20193"/>
                        <a:pt x="2222" y="23114"/>
                        <a:pt x="4064" y="2508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  <a:sym typeface="IBM Plex Sans"/>
                  </a:endParaRPr>
                </a:p>
              </p:txBody>
            </p:sp>
            <p:sp>
              <p:nvSpPr>
                <p:cNvPr id="90" name="Google Shape;90;p4"/>
                <p:cNvSpPr/>
                <p:nvPr/>
              </p:nvSpPr>
              <p:spPr>
                <a:xfrm>
                  <a:off x="1083183" y="3373628"/>
                  <a:ext cx="91027" cy="101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027" h="101624" extrusionOk="0">
                      <a:moveTo>
                        <a:pt x="65468" y="38290"/>
                      </a:moveTo>
                      <a:cubicBezTo>
                        <a:pt x="67119" y="31369"/>
                        <a:pt x="70676" y="25019"/>
                        <a:pt x="74866" y="19240"/>
                      </a:cubicBezTo>
                      <a:cubicBezTo>
                        <a:pt x="76390" y="17145"/>
                        <a:pt x="77978" y="15049"/>
                        <a:pt x="78740" y="12573"/>
                      </a:cubicBezTo>
                      <a:cubicBezTo>
                        <a:pt x="80010" y="8382"/>
                        <a:pt x="78549" y="3937"/>
                        <a:pt x="76454" y="0"/>
                      </a:cubicBezTo>
                      <a:cubicBezTo>
                        <a:pt x="57468" y="10985"/>
                        <a:pt x="39497" y="24320"/>
                        <a:pt x="22924" y="40132"/>
                      </a:cubicBezTo>
                      <a:cubicBezTo>
                        <a:pt x="14668" y="48006"/>
                        <a:pt x="7112" y="56324"/>
                        <a:pt x="0" y="64897"/>
                      </a:cubicBezTo>
                      <a:cubicBezTo>
                        <a:pt x="14351" y="69151"/>
                        <a:pt x="27622" y="76835"/>
                        <a:pt x="37973" y="87693"/>
                      </a:cubicBezTo>
                      <a:cubicBezTo>
                        <a:pt x="39815" y="89662"/>
                        <a:pt x="41656" y="91757"/>
                        <a:pt x="44005" y="93091"/>
                      </a:cubicBezTo>
                      <a:cubicBezTo>
                        <a:pt x="45974" y="94170"/>
                        <a:pt x="48133" y="94742"/>
                        <a:pt x="50292" y="95250"/>
                      </a:cubicBezTo>
                      <a:cubicBezTo>
                        <a:pt x="58039" y="97155"/>
                        <a:pt x="65786" y="99060"/>
                        <a:pt x="73533" y="100965"/>
                      </a:cubicBezTo>
                      <a:cubicBezTo>
                        <a:pt x="74993" y="101346"/>
                        <a:pt x="76518" y="101727"/>
                        <a:pt x="78041" y="101600"/>
                      </a:cubicBezTo>
                      <a:cubicBezTo>
                        <a:pt x="83820" y="101346"/>
                        <a:pt x="87376" y="95313"/>
                        <a:pt x="89852" y="90106"/>
                      </a:cubicBezTo>
                      <a:cubicBezTo>
                        <a:pt x="90488" y="88709"/>
                        <a:pt x="91186" y="87249"/>
                        <a:pt x="90996" y="85725"/>
                      </a:cubicBezTo>
                      <a:cubicBezTo>
                        <a:pt x="90868" y="84772"/>
                        <a:pt x="90488" y="83820"/>
                        <a:pt x="89979" y="82994"/>
                      </a:cubicBezTo>
                      <a:cubicBezTo>
                        <a:pt x="84582" y="73469"/>
                        <a:pt x="73088" y="68580"/>
                        <a:pt x="67754" y="58991"/>
                      </a:cubicBezTo>
                      <a:cubicBezTo>
                        <a:pt x="64262" y="52832"/>
                        <a:pt x="63818" y="45212"/>
                        <a:pt x="65468" y="3829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  <a:sym typeface="IBM Plex Sans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1285162" y="3336163"/>
                  <a:ext cx="121997" cy="1351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997" h="135191" extrusionOk="0">
                      <a:moveTo>
                        <a:pt x="20080" y="93472"/>
                      </a:moveTo>
                      <a:cubicBezTo>
                        <a:pt x="19318" y="96076"/>
                        <a:pt x="17731" y="98361"/>
                        <a:pt x="16461" y="100711"/>
                      </a:cubicBezTo>
                      <a:cubicBezTo>
                        <a:pt x="12206" y="108839"/>
                        <a:pt x="11635" y="118301"/>
                        <a:pt x="11127" y="127445"/>
                      </a:cubicBezTo>
                      <a:cubicBezTo>
                        <a:pt x="11063" y="128270"/>
                        <a:pt x="11063" y="129159"/>
                        <a:pt x="11444" y="129858"/>
                      </a:cubicBezTo>
                      <a:cubicBezTo>
                        <a:pt x="11952" y="130746"/>
                        <a:pt x="12968" y="131191"/>
                        <a:pt x="13857" y="131572"/>
                      </a:cubicBezTo>
                      <a:cubicBezTo>
                        <a:pt x="16842" y="132778"/>
                        <a:pt x="19826" y="133985"/>
                        <a:pt x="22747" y="135191"/>
                      </a:cubicBezTo>
                      <a:cubicBezTo>
                        <a:pt x="24271" y="132969"/>
                        <a:pt x="25351" y="130429"/>
                        <a:pt x="26430" y="127953"/>
                      </a:cubicBezTo>
                      <a:cubicBezTo>
                        <a:pt x="29986" y="119952"/>
                        <a:pt x="33542" y="111823"/>
                        <a:pt x="34368" y="103124"/>
                      </a:cubicBezTo>
                      <a:cubicBezTo>
                        <a:pt x="35130" y="94552"/>
                        <a:pt x="33161" y="85915"/>
                        <a:pt x="34368" y="77407"/>
                      </a:cubicBezTo>
                      <a:cubicBezTo>
                        <a:pt x="34558" y="76136"/>
                        <a:pt x="34812" y="74803"/>
                        <a:pt x="35574" y="73723"/>
                      </a:cubicBezTo>
                      <a:cubicBezTo>
                        <a:pt x="36527" y="72327"/>
                        <a:pt x="38178" y="71501"/>
                        <a:pt x="39638" y="70676"/>
                      </a:cubicBezTo>
                      <a:cubicBezTo>
                        <a:pt x="45226" y="67691"/>
                        <a:pt x="50370" y="63817"/>
                        <a:pt x="54751" y="59309"/>
                      </a:cubicBezTo>
                      <a:cubicBezTo>
                        <a:pt x="59196" y="54737"/>
                        <a:pt x="63197" y="49276"/>
                        <a:pt x="69166" y="47053"/>
                      </a:cubicBezTo>
                      <a:cubicBezTo>
                        <a:pt x="74627" y="45021"/>
                        <a:pt x="80659" y="46038"/>
                        <a:pt x="86438" y="45276"/>
                      </a:cubicBezTo>
                      <a:cubicBezTo>
                        <a:pt x="96852" y="43942"/>
                        <a:pt x="105551" y="37021"/>
                        <a:pt x="113171" y="29845"/>
                      </a:cubicBezTo>
                      <a:cubicBezTo>
                        <a:pt x="116283" y="26924"/>
                        <a:pt x="119394" y="23685"/>
                        <a:pt x="121998" y="20193"/>
                      </a:cubicBezTo>
                      <a:cubicBezTo>
                        <a:pt x="93677" y="8699"/>
                        <a:pt x="63832" y="1968"/>
                        <a:pt x="33733" y="0"/>
                      </a:cubicBezTo>
                      <a:cubicBezTo>
                        <a:pt x="29669" y="6985"/>
                        <a:pt x="24081" y="13398"/>
                        <a:pt x="20969" y="20891"/>
                      </a:cubicBezTo>
                      <a:cubicBezTo>
                        <a:pt x="18493" y="26734"/>
                        <a:pt x="16715" y="27368"/>
                        <a:pt x="11508" y="30226"/>
                      </a:cubicBezTo>
                      <a:cubicBezTo>
                        <a:pt x="6491" y="32957"/>
                        <a:pt x="3824" y="37402"/>
                        <a:pt x="1348" y="42482"/>
                      </a:cubicBezTo>
                      <a:cubicBezTo>
                        <a:pt x="840" y="43561"/>
                        <a:pt x="268" y="44704"/>
                        <a:pt x="205" y="45910"/>
                      </a:cubicBezTo>
                      <a:cubicBezTo>
                        <a:pt x="-113" y="50165"/>
                        <a:pt x="5221" y="53213"/>
                        <a:pt x="5031" y="57404"/>
                      </a:cubicBezTo>
                      <a:cubicBezTo>
                        <a:pt x="4967" y="58738"/>
                        <a:pt x="4332" y="60008"/>
                        <a:pt x="3824" y="61214"/>
                      </a:cubicBezTo>
                      <a:cubicBezTo>
                        <a:pt x="2110" y="65215"/>
                        <a:pt x="1348" y="69596"/>
                        <a:pt x="649" y="73851"/>
                      </a:cubicBezTo>
                      <a:cubicBezTo>
                        <a:pt x="141" y="76708"/>
                        <a:pt x="-303" y="79692"/>
                        <a:pt x="268" y="82550"/>
                      </a:cubicBezTo>
                      <a:cubicBezTo>
                        <a:pt x="840" y="85408"/>
                        <a:pt x="2745" y="88202"/>
                        <a:pt x="5539" y="88964"/>
                      </a:cubicBezTo>
                      <a:cubicBezTo>
                        <a:pt x="9031" y="85217"/>
                        <a:pt x="15127" y="82169"/>
                        <a:pt x="18747" y="85725"/>
                      </a:cubicBezTo>
                      <a:cubicBezTo>
                        <a:pt x="20652" y="87757"/>
                        <a:pt x="20842" y="90868"/>
                        <a:pt x="20080" y="9347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  <a:sym typeface="IBM Plex Sans"/>
                  </a:endParaRPr>
                </a:p>
              </p:txBody>
            </p:sp>
          </p:grpSp>
        </p:grpSp>
        <p:grpSp>
          <p:nvGrpSpPr>
            <p:cNvPr id="92" name="Google Shape;92;p4"/>
            <p:cNvGrpSpPr/>
            <p:nvPr/>
          </p:nvGrpSpPr>
          <p:grpSpPr>
            <a:xfrm rot="564173">
              <a:off x="-230476" y="-143998"/>
              <a:ext cx="1192098" cy="1541446"/>
              <a:chOff x="-77414" y="210905"/>
              <a:chExt cx="508246" cy="657189"/>
            </a:xfrm>
          </p:grpSpPr>
          <p:grpSp>
            <p:nvGrpSpPr>
              <p:cNvPr id="93" name="Google Shape;93;p4"/>
              <p:cNvGrpSpPr/>
              <p:nvPr/>
            </p:nvGrpSpPr>
            <p:grpSpPr>
              <a:xfrm>
                <a:off x="-77414" y="423214"/>
                <a:ext cx="389218" cy="444880"/>
                <a:chOff x="6299617" y="2845180"/>
                <a:chExt cx="389218" cy="444880"/>
              </a:xfrm>
            </p:grpSpPr>
            <p:sp>
              <p:nvSpPr>
                <p:cNvPr id="94" name="Google Shape;94;p4"/>
                <p:cNvSpPr/>
                <p:nvPr/>
              </p:nvSpPr>
              <p:spPr>
                <a:xfrm>
                  <a:off x="6299617" y="2845180"/>
                  <a:ext cx="389218" cy="444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218" h="444880" extrusionOk="0">
                      <a:moveTo>
                        <a:pt x="389218" y="322453"/>
                      </a:moveTo>
                      <a:cubicBezTo>
                        <a:pt x="311113" y="362014"/>
                        <a:pt x="227928" y="402654"/>
                        <a:pt x="137377" y="444881"/>
                      </a:cubicBezTo>
                      <a:cubicBezTo>
                        <a:pt x="184558" y="282194"/>
                        <a:pt x="-93128" y="181166"/>
                        <a:pt x="33301" y="0"/>
                      </a:cubicBezTo>
                      <a:cubicBezTo>
                        <a:pt x="102897" y="8318"/>
                        <a:pt x="180430" y="14923"/>
                        <a:pt x="263488" y="20320"/>
                      </a:cubicBezTo>
                      <a:cubicBezTo>
                        <a:pt x="234850" y="133858"/>
                        <a:pt x="362929" y="219774"/>
                        <a:pt x="389218" y="322453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  <a:sym typeface="IBM Plex Sans"/>
                  </a:endParaRPr>
                </a:p>
              </p:txBody>
            </p:sp>
            <p:grpSp>
              <p:nvGrpSpPr>
                <p:cNvPr id="95" name="Google Shape;95;p4"/>
                <p:cNvGrpSpPr/>
                <p:nvPr/>
              </p:nvGrpSpPr>
              <p:grpSpPr>
                <a:xfrm>
                  <a:off x="6337672" y="2908109"/>
                  <a:ext cx="290457" cy="307720"/>
                  <a:chOff x="6337672" y="2908109"/>
                  <a:chExt cx="290457" cy="307720"/>
                </a:xfrm>
              </p:grpSpPr>
              <p:sp>
                <p:nvSpPr>
                  <p:cNvPr id="96" name="Google Shape;96;p4"/>
                  <p:cNvSpPr/>
                  <p:nvPr/>
                </p:nvSpPr>
                <p:spPr>
                  <a:xfrm>
                    <a:off x="6338442" y="2908109"/>
                    <a:ext cx="115061" cy="73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5061" h="7366" extrusionOk="0">
                        <a:moveTo>
                          <a:pt x="2921" y="7366"/>
                        </a:moveTo>
                        <a:cubicBezTo>
                          <a:pt x="1334" y="7366"/>
                          <a:pt x="0" y="6096"/>
                          <a:pt x="0" y="4445"/>
                        </a:cubicBezTo>
                        <a:cubicBezTo>
                          <a:pt x="0" y="2794"/>
                          <a:pt x="1270" y="1461"/>
                          <a:pt x="2921" y="1461"/>
                        </a:cubicBezTo>
                        <a:cubicBezTo>
                          <a:pt x="38798" y="1080"/>
                          <a:pt x="75184" y="571"/>
                          <a:pt x="112078" y="0"/>
                        </a:cubicBezTo>
                        <a:cubicBezTo>
                          <a:pt x="113792" y="0"/>
                          <a:pt x="115062" y="1270"/>
                          <a:pt x="115062" y="2921"/>
                        </a:cubicBezTo>
                        <a:cubicBezTo>
                          <a:pt x="115062" y="4572"/>
                          <a:pt x="113792" y="5905"/>
                          <a:pt x="112141" y="5905"/>
                        </a:cubicBezTo>
                        <a:cubicBezTo>
                          <a:pt x="75184" y="6477"/>
                          <a:pt x="38798" y="6985"/>
                          <a:pt x="2921" y="7366"/>
                        </a:cubicBezTo>
                        <a:cubicBezTo>
                          <a:pt x="2921" y="7366"/>
                          <a:pt x="2921" y="7366"/>
                          <a:pt x="2921" y="736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IBM Plex Sans"/>
                      <a:ea typeface="IBM Plex Sans"/>
                      <a:cs typeface="IBM Plex Sans"/>
                      <a:sym typeface="IBM Plex Sans"/>
                    </a:endParaRPr>
                  </a:p>
                </p:txBody>
              </p:sp>
              <p:sp>
                <p:nvSpPr>
                  <p:cNvPr id="97" name="Google Shape;97;p4"/>
                  <p:cNvSpPr/>
                  <p:nvPr/>
                </p:nvSpPr>
                <p:spPr>
                  <a:xfrm>
                    <a:off x="6337672" y="2934634"/>
                    <a:ext cx="187532" cy="17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7532" h="17480" extrusionOk="0">
                        <a:moveTo>
                          <a:pt x="2930" y="17481"/>
                        </a:moveTo>
                        <a:cubicBezTo>
                          <a:pt x="1406" y="17481"/>
                          <a:pt x="72" y="16274"/>
                          <a:pt x="9" y="14687"/>
                        </a:cubicBezTo>
                        <a:cubicBezTo>
                          <a:pt x="-118" y="13036"/>
                          <a:pt x="1152" y="11639"/>
                          <a:pt x="2739" y="11575"/>
                        </a:cubicBezTo>
                        <a:cubicBezTo>
                          <a:pt x="62683" y="7829"/>
                          <a:pt x="123326" y="3955"/>
                          <a:pt x="184413" y="18"/>
                        </a:cubicBezTo>
                        <a:cubicBezTo>
                          <a:pt x="186000" y="-172"/>
                          <a:pt x="187461" y="1161"/>
                          <a:pt x="187524" y="2749"/>
                        </a:cubicBezTo>
                        <a:cubicBezTo>
                          <a:pt x="187651" y="4400"/>
                          <a:pt x="186382" y="5797"/>
                          <a:pt x="184794" y="5860"/>
                        </a:cubicBezTo>
                        <a:cubicBezTo>
                          <a:pt x="123707" y="9861"/>
                          <a:pt x="63064" y="13734"/>
                          <a:pt x="3120" y="17417"/>
                        </a:cubicBezTo>
                        <a:cubicBezTo>
                          <a:pt x="3057" y="17481"/>
                          <a:pt x="2993" y="17481"/>
                          <a:pt x="2930" y="1748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IBM Plex Sans"/>
                      <a:ea typeface="IBM Plex Sans"/>
                      <a:cs typeface="IBM Plex Sans"/>
                      <a:sym typeface="IBM Plex Sans"/>
                    </a:endParaRPr>
                  </a:p>
                </p:txBody>
              </p:sp>
              <p:sp>
                <p:nvSpPr>
                  <p:cNvPr id="98" name="Google Shape;98;p4"/>
                  <p:cNvSpPr/>
                  <p:nvPr/>
                </p:nvSpPr>
                <p:spPr>
                  <a:xfrm>
                    <a:off x="6345725" y="2961556"/>
                    <a:ext cx="187999" cy="254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7999" h="25419" extrusionOk="0">
                        <a:moveTo>
                          <a:pt x="2941" y="25420"/>
                        </a:moveTo>
                        <a:cubicBezTo>
                          <a:pt x="1480" y="25420"/>
                          <a:pt x="147" y="24277"/>
                          <a:pt x="20" y="22816"/>
                        </a:cubicBezTo>
                        <a:cubicBezTo>
                          <a:pt x="-171" y="21229"/>
                          <a:pt x="1036" y="19768"/>
                          <a:pt x="2623" y="19578"/>
                        </a:cubicBezTo>
                        <a:cubicBezTo>
                          <a:pt x="63139" y="13101"/>
                          <a:pt x="123845" y="6560"/>
                          <a:pt x="184742" y="20"/>
                        </a:cubicBezTo>
                        <a:cubicBezTo>
                          <a:pt x="186393" y="-171"/>
                          <a:pt x="187789" y="1036"/>
                          <a:pt x="187980" y="2623"/>
                        </a:cubicBezTo>
                        <a:cubicBezTo>
                          <a:pt x="188170" y="4211"/>
                          <a:pt x="186964" y="5671"/>
                          <a:pt x="185376" y="5862"/>
                        </a:cubicBezTo>
                        <a:cubicBezTo>
                          <a:pt x="124480" y="12402"/>
                          <a:pt x="63774" y="18943"/>
                          <a:pt x="3258" y="25420"/>
                        </a:cubicBezTo>
                        <a:cubicBezTo>
                          <a:pt x="3195" y="25420"/>
                          <a:pt x="3068" y="25420"/>
                          <a:pt x="2941" y="2542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IBM Plex Sans"/>
                      <a:ea typeface="IBM Plex Sans"/>
                      <a:cs typeface="IBM Plex Sans"/>
                      <a:sym typeface="IBM Plex Sans"/>
                    </a:endParaRPr>
                  </a:p>
                </p:txBody>
              </p:sp>
              <p:sp>
                <p:nvSpPr>
                  <p:cNvPr id="99" name="Google Shape;99;p4"/>
                  <p:cNvSpPr/>
                  <p:nvPr/>
                </p:nvSpPr>
                <p:spPr>
                  <a:xfrm>
                    <a:off x="6360632" y="2987639"/>
                    <a:ext cx="185427" cy="328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5427" h="32864" extrusionOk="0">
                        <a:moveTo>
                          <a:pt x="2956" y="32865"/>
                        </a:moveTo>
                        <a:cubicBezTo>
                          <a:pt x="1496" y="32865"/>
                          <a:pt x="289" y="31785"/>
                          <a:pt x="35" y="30325"/>
                        </a:cubicBezTo>
                        <a:cubicBezTo>
                          <a:pt x="-219" y="28737"/>
                          <a:pt x="924" y="27213"/>
                          <a:pt x="2512" y="26959"/>
                        </a:cubicBezTo>
                        <a:lnTo>
                          <a:pt x="182026" y="35"/>
                        </a:lnTo>
                        <a:cubicBezTo>
                          <a:pt x="183677" y="-219"/>
                          <a:pt x="185138" y="924"/>
                          <a:pt x="185392" y="2512"/>
                        </a:cubicBezTo>
                        <a:cubicBezTo>
                          <a:pt x="185646" y="4099"/>
                          <a:pt x="184503" y="5623"/>
                          <a:pt x="182915" y="5877"/>
                        </a:cubicBezTo>
                        <a:lnTo>
                          <a:pt x="3401" y="32801"/>
                        </a:lnTo>
                        <a:cubicBezTo>
                          <a:pt x="3274" y="32865"/>
                          <a:pt x="3147" y="32865"/>
                          <a:pt x="2956" y="3286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IBM Plex Sans"/>
                      <a:ea typeface="IBM Plex Sans"/>
                      <a:cs typeface="IBM Plex Sans"/>
                      <a:sym typeface="IBM Plex Sans"/>
                    </a:endParaRPr>
                  </a:p>
                </p:txBody>
              </p:sp>
              <p:sp>
                <p:nvSpPr>
                  <p:cNvPr id="100" name="Google Shape;100;p4"/>
                  <p:cNvSpPr/>
                  <p:nvPr/>
                </p:nvSpPr>
                <p:spPr>
                  <a:xfrm>
                    <a:off x="6380297" y="3024703"/>
                    <a:ext cx="122284" cy="283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284" h="28376" extrusionOk="0">
                        <a:moveTo>
                          <a:pt x="2976" y="28376"/>
                        </a:moveTo>
                        <a:cubicBezTo>
                          <a:pt x="1580" y="28376"/>
                          <a:pt x="373" y="27424"/>
                          <a:pt x="56" y="25964"/>
                        </a:cubicBezTo>
                        <a:cubicBezTo>
                          <a:pt x="-262" y="24376"/>
                          <a:pt x="818" y="22789"/>
                          <a:pt x="2405" y="22535"/>
                        </a:cubicBezTo>
                        <a:lnTo>
                          <a:pt x="118800" y="55"/>
                        </a:lnTo>
                        <a:cubicBezTo>
                          <a:pt x="120388" y="-262"/>
                          <a:pt x="121975" y="817"/>
                          <a:pt x="122230" y="2405"/>
                        </a:cubicBezTo>
                        <a:cubicBezTo>
                          <a:pt x="122547" y="3992"/>
                          <a:pt x="121468" y="5580"/>
                          <a:pt x="119880" y="5834"/>
                        </a:cubicBezTo>
                        <a:lnTo>
                          <a:pt x="3484" y="28313"/>
                        </a:lnTo>
                        <a:cubicBezTo>
                          <a:pt x="3294" y="28376"/>
                          <a:pt x="3167" y="28376"/>
                          <a:pt x="2976" y="2837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IBM Plex Sans"/>
                      <a:ea typeface="IBM Plex Sans"/>
                      <a:cs typeface="IBM Plex Sans"/>
                      <a:sym typeface="IBM Plex Sans"/>
                    </a:endParaRPr>
                  </a:p>
                </p:txBody>
              </p:sp>
              <p:sp>
                <p:nvSpPr>
                  <p:cNvPr id="101" name="Google Shape;101;p4"/>
                  <p:cNvSpPr/>
                  <p:nvPr/>
                </p:nvSpPr>
                <p:spPr>
                  <a:xfrm>
                    <a:off x="6425133" y="3063887"/>
                    <a:ext cx="170217" cy="530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0217" h="53073" extrusionOk="0">
                        <a:moveTo>
                          <a:pt x="2972" y="53073"/>
                        </a:moveTo>
                        <a:cubicBezTo>
                          <a:pt x="1702" y="53073"/>
                          <a:pt x="495" y="52248"/>
                          <a:pt x="114" y="50914"/>
                        </a:cubicBezTo>
                        <a:cubicBezTo>
                          <a:pt x="-330" y="49327"/>
                          <a:pt x="559" y="47739"/>
                          <a:pt x="2146" y="47295"/>
                        </a:cubicBezTo>
                        <a:lnTo>
                          <a:pt x="166485" y="114"/>
                        </a:lnTo>
                        <a:cubicBezTo>
                          <a:pt x="168072" y="-330"/>
                          <a:pt x="169660" y="559"/>
                          <a:pt x="170104" y="2146"/>
                        </a:cubicBezTo>
                        <a:cubicBezTo>
                          <a:pt x="170548" y="3734"/>
                          <a:pt x="169660" y="5321"/>
                          <a:pt x="168072" y="5766"/>
                        </a:cubicBezTo>
                        <a:lnTo>
                          <a:pt x="3734" y="52946"/>
                        </a:lnTo>
                        <a:cubicBezTo>
                          <a:pt x="3480" y="53010"/>
                          <a:pt x="3226" y="53073"/>
                          <a:pt x="2972" y="530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IBM Plex Sans"/>
                      <a:ea typeface="IBM Plex Sans"/>
                      <a:cs typeface="IBM Plex Sans"/>
                      <a:sym typeface="IBM Plex Sans"/>
                    </a:endParaRPr>
                  </a:p>
                </p:txBody>
              </p:sp>
              <p:sp>
                <p:nvSpPr>
                  <p:cNvPr id="102" name="Google Shape;102;p4"/>
                  <p:cNvSpPr/>
                  <p:nvPr/>
                </p:nvSpPr>
                <p:spPr>
                  <a:xfrm>
                    <a:off x="6446052" y="3089061"/>
                    <a:ext cx="166352" cy="600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6352" h="60030" extrusionOk="0">
                        <a:moveTo>
                          <a:pt x="2944" y="60030"/>
                        </a:moveTo>
                        <a:cubicBezTo>
                          <a:pt x="1737" y="60030"/>
                          <a:pt x="594" y="59268"/>
                          <a:pt x="150" y="57998"/>
                        </a:cubicBezTo>
                        <a:cubicBezTo>
                          <a:pt x="-358" y="56474"/>
                          <a:pt x="467" y="54760"/>
                          <a:pt x="1991" y="54252"/>
                        </a:cubicBezTo>
                        <a:cubicBezTo>
                          <a:pt x="55649" y="36154"/>
                          <a:pt x="109179" y="18120"/>
                          <a:pt x="162456" y="150"/>
                        </a:cubicBezTo>
                        <a:cubicBezTo>
                          <a:pt x="163979" y="-358"/>
                          <a:pt x="165694" y="467"/>
                          <a:pt x="166203" y="1991"/>
                        </a:cubicBezTo>
                        <a:cubicBezTo>
                          <a:pt x="166710" y="3515"/>
                          <a:pt x="165885" y="5230"/>
                          <a:pt x="164361" y="5738"/>
                        </a:cubicBezTo>
                        <a:cubicBezTo>
                          <a:pt x="111021" y="23708"/>
                          <a:pt x="57553" y="41742"/>
                          <a:pt x="3833" y="59840"/>
                        </a:cubicBezTo>
                        <a:cubicBezTo>
                          <a:pt x="3579" y="60030"/>
                          <a:pt x="3261" y="60030"/>
                          <a:pt x="2944" y="6003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IBM Plex Sans"/>
                      <a:ea typeface="IBM Plex Sans"/>
                      <a:cs typeface="IBM Plex Sans"/>
                      <a:sym typeface="IBM Plex Sans"/>
                    </a:endParaRPr>
                  </a:p>
                </p:txBody>
              </p:sp>
              <p:sp>
                <p:nvSpPr>
                  <p:cNvPr id="103" name="Google Shape;103;p4"/>
                  <p:cNvSpPr/>
                  <p:nvPr/>
                </p:nvSpPr>
                <p:spPr>
                  <a:xfrm>
                    <a:off x="6463221" y="3114548"/>
                    <a:ext cx="164908" cy="673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908" h="67373" extrusionOk="0">
                        <a:moveTo>
                          <a:pt x="2920" y="67373"/>
                        </a:moveTo>
                        <a:cubicBezTo>
                          <a:pt x="1714" y="67373"/>
                          <a:pt x="634" y="66675"/>
                          <a:pt x="190" y="65468"/>
                        </a:cubicBezTo>
                        <a:cubicBezTo>
                          <a:pt x="-382" y="63944"/>
                          <a:pt x="380" y="62230"/>
                          <a:pt x="1904" y="61658"/>
                        </a:cubicBezTo>
                        <a:cubicBezTo>
                          <a:pt x="55435" y="41021"/>
                          <a:pt x="108394" y="20574"/>
                          <a:pt x="160909" y="190"/>
                        </a:cubicBezTo>
                        <a:cubicBezTo>
                          <a:pt x="162432" y="-381"/>
                          <a:pt x="164147" y="381"/>
                          <a:pt x="164718" y="1841"/>
                        </a:cubicBezTo>
                        <a:cubicBezTo>
                          <a:pt x="165290" y="3302"/>
                          <a:pt x="164528" y="5080"/>
                          <a:pt x="163067" y="5651"/>
                        </a:cubicBezTo>
                        <a:cubicBezTo>
                          <a:pt x="110553" y="26035"/>
                          <a:pt x="57594" y="46545"/>
                          <a:pt x="4063" y="67119"/>
                        </a:cubicBezTo>
                        <a:cubicBezTo>
                          <a:pt x="3619" y="67310"/>
                          <a:pt x="3238" y="67373"/>
                          <a:pt x="2920" y="673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IBM Plex Sans"/>
                      <a:ea typeface="IBM Plex Sans"/>
                      <a:cs typeface="IBM Plex Sans"/>
                      <a:sym typeface="IBM Plex Sans"/>
                    </a:endParaRPr>
                  </a:p>
                </p:txBody>
              </p:sp>
              <p:sp>
                <p:nvSpPr>
                  <p:cNvPr id="104" name="Google Shape;104;p4"/>
                  <p:cNvSpPr/>
                  <p:nvPr/>
                </p:nvSpPr>
                <p:spPr>
                  <a:xfrm>
                    <a:off x="6474478" y="3184543"/>
                    <a:ext cx="65050" cy="312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050" h="31286" extrusionOk="0">
                        <a:moveTo>
                          <a:pt x="2966" y="31287"/>
                        </a:moveTo>
                        <a:cubicBezTo>
                          <a:pt x="1823" y="31287"/>
                          <a:pt x="743" y="30588"/>
                          <a:pt x="235" y="29509"/>
                        </a:cubicBezTo>
                        <a:cubicBezTo>
                          <a:pt x="-400" y="27985"/>
                          <a:pt x="299" y="26270"/>
                          <a:pt x="1759" y="25635"/>
                        </a:cubicBezTo>
                        <a:cubicBezTo>
                          <a:pt x="21635" y="17126"/>
                          <a:pt x="41383" y="8681"/>
                          <a:pt x="60941" y="235"/>
                        </a:cubicBezTo>
                        <a:cubicBezTo>
                          <a:pt x="62402" y="-400"/>
                          <a:pt x="64179" y="299"/>
                          <a:pt x="64815" y="1759"/>
                        </a:cubicBezTo>
                        <a:cubicBezTo>
                          <a:pt x="65450" y="3283"/>
                          <a:pt x="64751" y="4998"/>
                          <a:pt x="63290" y="5633"/>
                        </a:cubicBezTo>
                        <a:cubicBezTo>
                          <a:pt x="43733" y="14078"/>
                          <a:pt x="23984" y="22524"/>
                          <a:pt x="4109" y="31033"/>
                        </a:cubicBezTo>
                        <a:cubicBezTo>
                          <a:pt x="3728" y="31223"/>
                          <a:pt x="3347" y="31287"/>
                          <a:pt x="2966" y="3128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IBM Plex Sans"/>
                      <a:ea typeface="IBM Plex Sans"/>
                      <a:cs typeface="IBM Plex Sans"/>
                      <a:sym typeface="IBM Plex Sans"/>
                    </a:endParaRPr>
                  </a:p>
                </p:txBody>
              </p:sp>
            </p:grpSp>
          </p:grpSp>
          <p:grpSp>
            <p:nvGrpSpPr>
              <p:cNvPr id="105" name="Google Shape;105;p4"/>
              <p:cNvGrpSpPr/>
              <p:nvPr/>
            </p:nvGrpSpPr>
            <p:grpSpPr>
              <a:xfrm>
                <a:off x="52090" y="210905"/>
                <a:ext cx="378742" cy="312893"/>
                <a:chOff x="6429121" y="2632871"/>
                <a:chExt cx="378742" cy="312893"/>
              </a:xfrm>
            </p:grpSpPr>
            <p:sp>
              <p:nvSpPr>
                <p:cNvPr id="106" name="Google Shape;106;p4"/>
                <p:cNvSpPr/>
                <p:nvPr/>
              </p:nvSpPr>
              <p:spPr>
                <a:xfrm>
                  <a:off x="6754558" y="2632871"/>
                  <a:ext cx="53305" cy="519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305" h="51908" extrusionOk="0">
                      <a:moveTo>
                        <a:pt x="24003" y="51908"/>
                      </a:moveTo>
                      <a:lnTo>
                        <a:pt x="0" y="22508"/>
                      </a:lnTo>
                      <a:lnTo>
                        <a:pt x="22289" y="4283"/>
                      </a:lnTo>
                      <a:cubicBezTo>
                        <a:pt x="30417" y="-2321"/>
                        <a:pt x="42355" y="-1178"/>
                        <a:pt x="49023" y="6950"/>
                      </a:cubicBezTo>
                      <a:lnTo>
                        <a:pt x="49023" y="6950"/>
                      </a:lnTo>
                      <a:cubicBezTo>
                        <a:pt x="55626" y="15078"/>
                        <a:pt x="54483" y="27016"/>
                        <a:pt x="46355" y="33684"/>
                      </a:cubicBezTo>
                      <a:lnTo>
                        <a:pt x="24003" y="5190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  <a:sym typeface="IBM Plex Sans"/>
                  </a:endParaRPr>
                </a:p>
              </p:txBody>
            </p:sp>
            <p:sp>
              <p:nvSpPr>
                <p:cNvPr id="107" name="Google Shape;107;p4"/>
                <p:cNvSpPr/>
                <p:nvPr/>
              </p:nvSpPr>
              <p:spPr>
                <a:xfrm rot="3046867">
                  <a:off x="6606840" y="2609505"/>
                  <a:ext cx="39510" cy="34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97" h="349631" extrusionOk="0">
                      <a:moveTo>
                        <a:pt x="0" y="0"/>
                      </a:moveTo>
                      <a:lnTo>
                        <a:pt x="39497" y="0"/>
                      </a:lnTo>
                      <a:lnTo>
                        <a:pt x="39497" y="349632"/>
                      </a:lnTo>
                      <a:lnTo>
                        <a:pt x="0" y="34963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  <a:sym typeface="IBM Plex Sans"/>
                  </a:endParaRPr>
                </a:p>
              </p:txBody>
            </p:sp>
            <p:sp>
              <p:nvSpPr>
                <p:cNvPr id="108" name="Google Shape;108;p4"/>
                <p:cNvSpPr/>
                <p:nvPr/>
              </p:nvSpPr>
              <p:spPr>
                <a:xfrm>
                  <a:off x="6429121" y="2879725"/>
                  <a:ext cx="74612" cy="660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612" h="66039" extrusionOk="0">
                      <a:moveTo>
                        <a:pt x="49593" y="0"/>
                      </a:moveTo>
                      <a:lnTo>
                        <a:pt x="74612" y="30543"/>
                      </a:lnTo>
                      <a:lnTo>
                        <a:pt x="0" y="6604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  <a:sym typeface="IBM Plex Sans"/>
                  </a:endParaRPr>
                </a:p>
              </p:txBody>
            </p:sp>
            <p:grpSp>
              <p:nvGrpSpPr>
                <p:cNvPr id="109" name="Google Shape;109;p4"/>
                <p:cNvGrpSpPr/>
                <p:nvPr/>
              </p:nvGrpSpPr>
              <p:grpSpPr>
                <a:xfrm>
                  <a:off x="6492866" y="2670991"/>
                  <a:ext cx="269638" cy="224989"/>
                  <a:chOff x="6492866" y="2670991"/>
                  <a:chExt cx="269638" cy="224989"/>
                </a:xfrm>
              </p:grpSpPr>
              <p:sp>
                <p:nvSpPr>
                  <p:cNvPr id="110" name="Google Shape;110;p4"/>
                  <p:cNvSpPr/>
                  <p:nvPr/>
                </p:nvSpPr>
                <p:spPr>
                  <a:xfrm>
                    <a:off x="6492866" y="2670991"/>
                    <a:ext cx="260113" cy="2133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13" h="213305" extrusionOk="0">
                        <a:moveTo>
                          <a:pt x="1977" y="213305"/>
                        </a:moveTo>
                        <a:cubicBezTo>
                          <a:pt x="1406" y="213305"/>
                          <a:pt x="834" y="213051"/>
                          <a:pt x="453" y="212543"/>
                        </a:cubicBezTo>
                        <a:cubicBezTo>
                          <a:pt x="-245" y="211718"/>
                          <a:pt x="-118" y="210448"/>
                          <a:pt x="707" y="209749"/>
                        </a:cubicBezTo>
                        <a:lnTo>
                          <a:pt x="256866" y="454"/>
                        </a:lnTo>
                        <a:cubicBezTo>
                          <a:pt x="257692" y="-245"/>
                          <a:pt x="258962" y="-118"/>
                          <a:pt x="259660" y="707"/>
                        </a:cubicBezTo>
                        <a:cubicBezTo>
                          <a:pt x="260359" y="1533"/>
                          <a:pt x="260232" y="2803"/>
                          <a:pt x="259406" y="3501"/>
                        </a:cubicBezTo>
                        <a:lnTo>
                          <a:pt x="3247" y="212798"/>
                        </a:lnTo>
                        <a:cubicBezTo>
                          <a:pt x="2866" y="213179"/>
                          <a:pt x="2422" y="213305"/>
                          <a:pt x="1977" y="21330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IBM Plex Sans"/>
                      <a:ea typeface="IBM Plex Sans"/>
                      <a:cs typeface="IBM Plex Sans"/>
                      <a:sym typeface="IBM Plex Sans"/>
                    </a:endParaRPr>
                  </a:p>
                </p:txBody>
              </p:sp>
              <p:sp>
                <p:nvSpPr>
                  <p:cNvPr id="111" name="Google Shape;111;p4"/>
                  <p:cNvSpPr/>
                  <p:nvPr/>
                </p:nvSpPr>
                <p:spPr>
                  <a:xfrm>
                    <a:off x="6502391" y="2682675"/>
                    <a:ext cx="260113" cy="2133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13" h="213305" extrusionOk="0">
                        <a:moveTo>
                          <a:pt x="1978" y="213305"/>
                        </a:moveTo>
                        <a:cubicBezTo>
                          <a:pt x="1406" y="213305"/>
                          <a:pt x="834" y="213051"/>
                          <a:pt x="453" y="212543"/>
                        </a:cubicBezTo>
                        <a:cubicBezTo>
                          <a:pt x="-245" y="211718"/>
                          <a:pt x="-118" y="210448"/>
                          <a:pt x="707" y="209749"/>
                        </a:cubicBezTo>
                        <a:lnTo>
                          <a:pt x="256866" y="453"/>
                        </a:lnTo>
                        <a:cubicBezTo>
                          <a:pt x="257692" y="-245"/>
                          <a:pt x="258962" y="-118"/>
                          <a:pt x="259661" y="707"/>
                        </a:cubicBezTo>
                        <a:cubicBezTo>
                          <a:pt x="260359" y="1533"/>
                          <a:pt x="260232" y="2803"/>
                          <a:pt x="259406" y="3501"/>
                        </a:cubicBezTo>
                        <a:lnTo>
                          <a:pt x="3248" y="212797"/>
                        </a:lnTo>
                        <a:cubicBezTo>
                          <a:pt x="2866" y="213178"/>
                          <a:pt x="2422" y="213305"/>
                          <a:pt x="1978" y="21330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IBM Plex Sans"/>
                      <a:ea typeface="IBM Plex Sans"/>
                      <a:cs typeface="IBM Plex Sans"/>
                      <a:sym typeface="IBM Plex Sans"/>
                    </a:endParaRPr>
                  </a:p>
                </p:txBody>
              </p:sp>
            </p:grpSp>
            <p:sp>
              <p:nvSpPr>
                <p:cNvPr id="112" name="Google Shape;112;p4"/>
                <p:cNvSpPr/>
                <p:nvPr/>
              </p:nvSpPr>
              <p:spPr>
                <a:xfrm rot="3046867">
                  <a:off x="6743478" y="2653397"/>
                  <a:ext cx="48912" cy="311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95" h="31178" extrusionOk="0">
                      <a:moveTo>
                        <a:pt x="0" y="0"/>
                      </a:moveTo>
                      <a:lnTo>
                        <a:pt x="48895" y="0"/>
                      </a:lnTo>
                      <a:lnTo>
                        <a:pt x="48895" y="31179"/>
                      </a:lnTo>
                      <a:lnTo>
                        <a:pt x="0" y="3117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  <a:sym typeface="IBM Plex Sans"/>
                  </a:endParaRPr>
                </a:p>
              </p:txBody>
            </p:sp>
            <p:sp>
              <p:nvSpPr>
                <p:cNvPr id="113" name="Google Shape;113;p4"/>
                <p:cNvSpPr/>
                <p:nvPr/>
              </p:nvSpPr>
              <p:spPr>
                <a:xfrm>
                  <a:off x="6636948" y="2678048"/>
                  <a:ext cx="159577" cy="141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577" h="141737" extrusionOk="0">
                      <a:moveTo>
                        <a:pt x="96655" y="80074"/>
                      </a:moveTo>
                      <a:cubicBezTo>
                        <a:pt x="149043" y="57658"/>
                        <a:pt x="164156" y="19114"/>
                        <a:pt x="158441" y="0"/>
                      </a:cubicBezTo>
                      <a:lnTo>
                        <a:pt x="134310" y="19749"/>
                      </a:lnTo>
                      <a:cubicBezTo>
                        <a:pt x="140216" y="47181"/>
                        <a:pt x="83383" y="80772"/>
                        <a:pt x="50871" y="93536"/>
                      </a:cubicBezTo>
                      <a:cubicBezTo>
                        <a:pt x="18296" y="106299"/>
                        <a:pt x="1849" y="128016"/>
                        <a:pt x="1849" y="128016"/>
                      </a:cubicBezTo>
                      <a:lnTo>
                        <a:pt x="1849" y="128080"/>
                      </a:lnTo>
                      <a:cubicBezTo>
                        <a:pt x="-1008" y="131636"/>
                        <a:pt x="-627" y="137160"/>
                        <a:pt x="3500" y="140208"/>
                      </a:cubicBezTo>
                      <a:cubicBezTo>
                        <a:pt x="6041" y="142049"/>
                        <a:pt x="9596" y="142240"/>
                        <a:pt x="12327" y="140716"/>
                      </a:cubicBezTo>
                      <a:cubicBezTo>
                        <a:pt x="16455" y="138430"/>
                        <a:pt x="17597" y="133668"/>
                        <a:pt x="15946" y="129921"/>
                      </a:cubicBezTo>
                      <a:cubicBezTo>
                        <a:pt x="14740" y="127190"/>
                        <a:pt x="15248" y="123952"/>
                        <a:pt x="17280" y="121793"/>
                      </a:cubicBezTo>
                      <a:cubicBezTo>
                        <a:pt x="33028" y="104521"/>
                        <a:pt x="53666" y="98425"/>
                        <a:pt x="96655" y="8007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  <a:sym typeface="IBM Plex Sans"/>
                  </a:endParaRPr>
                </a:p>
              </p:txBody>
            </p:sp>
          </p:grpSp>
        </p:grpSp>
      </p:grpSp>
      <p:grpSp>
        <p:nvGrpSpPr>
          <p:cNvPr id="114" name="Google Shape;114;p4"/>
          <p:cNvGrpSpPr/>
          <p:nvPr/>
        </p:nvGrpSpPr>
        <p:grpSpPr>
          <a:xfrm>
            <a:off x="180727" y="141045"/>
            <a:ext cx="8567232" cy="4874057"/>
            <a:chOff x="180727" y="141045"/>
            <a:chExt cx="8567232" cy="4874057"/>
          </a:xfrm>
        </p:grpSpPr>
        <p:sp>
          <p:nvSpPr>
            <p:cNvPr id="115" name="Google Shape;115;p4"/>
            <p:cNvSpPr/>
            <p:nvPr/>
          </p:nvSpPr>
          <p:spPr>
            <a:xfrm>
              <a:off x="7905002" y="141045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8615356" y="776280"/>
              <a:ext cx="132604" cy="156772"/>
            </a:xfrm>
            <a:custGeom>
              <a:avLst/>
              <a:gdLst/>
              <a:ahLst/>
              <a:cxnLst/>
              <a:rect l="l" t="t" r="r" b="b"/>
              <a:pathLst>
                <a:path w="98774" h="116776" extrusionOk="0">
                  <a:moveTo>
                    <a:pt x="97584" y="59722"/>
                  </a:moveTo>
                  <a:cubicBezTo>
                    <a:pt x="61389" y="64675"/>
                    <a:pt x="54848" y="72041"/>
                    <a:pt x="50721" y="115538"/>
                  </a:cubicBezTo>
                  <a:cubicBezTo>
                    <a:pt x="50594" y="117189"/>
                    <a:pt x="48181" y="117189"/>
                    <a:pt x="48054" y="115538"/>
                  </a:cubicBezTo>
                  <a:cubicBezTo>
                    <a:pt x="43990" y="72041"/>
                    <a:pt x="37386" y="64675"/>
                    <a:pt x="1191" y="59722"/>
                  </a:cubicBezTo>
                  <a:cubicBezTo>
                    <a:pt x="-397" y="59531"/>
                    <a:pt x="-397" y="57245"/>
                    <a:pt x="1191" y="57055"/>
                  </a:cubicBezTo>
                  <a:cubicBezTo>
                    <a:pt x="37386" y="52102"/>
                    <a:pt x="43926" y="44736"/>
                    <a:pt x="48054" y="1238"/>
                  </a:cubicBezTo>
                  <a:cubicBezTo>
                    <a:pt x="48181" y="-413"/>
                    <a:pt x="50594" y="-413"/>
                    <a:pt x="50721" y="1238"/>
                  </a:cubicBezTo>
                  <a:cubicBezTo>
                    <a:pt x="54785" y="44736"/>
                    <a:pt x="61389" y="52102"/>
                    <a:pt x="97584" y="57055"/>
                  </a:cubicBezTo>
                  <a:cubicBezTo>
                    <a:pt x="99171" y="57245"/>
                    <a:pt x="99171" y="59531"/>
                    <a:pt x="97584" y="5972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180727" y="3798070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7002356" y="4858330"/>
              <a:ext cx="132604" cy="156772"/>
            </a:xfrm>
            <a:custGeom>
              <a:avLst/>
              <a:gdLst/>
              <a:ahLst/>
              <a:cxnLst/>
              <a:rect l="l" t="t" r="r" b="b"/>
              <a:pathLst>
                <a:path w="98774" h="116776" extrusionOk="0">
                  <a:moveTo>
                    <a:pt x="97584" y="59722"/>
                  </a:moveTo>
                  <a:cubicBezTo>
                    <a:pt x="61389" y="64675"/>
                    <a:pt x="54848" y="72041"/>
                    <a:pt x="50721" y="115538"/>
                  </a:cubicBezTo>
                  <a:cubicBezTo>
                    <a:pt x="50594" y="117189"/>
                    <a:pt x="48181" y="117189"/>
                    <a:pt x="48054" y="115538"/>
                  </a:cubicBezTo>
                  <a:cubicBezTo>
                    <a:pt x="43990" y="72041"/>
                    <a:pt x="37386" y="64675"/>
                    <a:pt x="1191" y="59722"/>
                  </a:cubicBezTo>
                  <a:cubicBezTo>
                    <a:pt x="-397" y="59531"/>
                    <a:pt x="-397" y="57245"/>
                    <a:pt x="1191" y="57055"/>
                  </a:cubicBezTo>
                  <a:cubicBezTo>
                    <a:pt x="37386" y="52102"/>
                    <a:pt x="43926" y="44736"/>
                    <a:pt x="48054" y="1238"/>
                  </a:cubicBezTo>
                  <a:cubicBezTo>
                    <a:pt x="48181" y="-413"/>
                    <a:pt x="50594" y="-413"/>
                    <a:pt x="50721" y="1238"/>
                  </a:cubicBezTo>
                  <a:cubicBezTo>
                    <a:pt x="54785" y="44736"/>
                    <a:pt x="61389" y="52102"/>
                    <a:pt x="97584" y="57055"/>
                  </a:cubicBezTo>
                  <a:cubicBezTo>
                    <a:pt x="99171" y="57245"/>
                    <a:pt x="99171" y="59531"/>
                    <a:pt x="97584" y="5972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"/>
          <p:cNvSpPr txBox="1">
            <a:spLocks noGrp="1"/>
          </p:cNvSpPr>
          <p:nvPr>
            <p:ph type="title"/>
          </p:nvPr>
        </p:nvSpPr>
        <p:spPr>
          <a:xfrm>
            <a:off x="996175" y="1161456"/>
            <a:ext cx="39030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7"/>
          <p:cNvSpPr txBox="1">
            <a:spLocks noGrp="1"/>
          </p:cNvSpPr>
          <p:nvPr>
            <p:ph type="subTitle" idx="1"/>
          </p:nvPr>
        </p:nvSpPr>
        <p:spPr>
          <a:xfrm>
            <a:off x="996175" y="1838544"/>
            <a:ext cx="3903000" cy="214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IBM Plex Sans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"/>
          <p:cNvSpPr txBox="1">
            <a:spLocks noGrp="1"/>
          </p:cNvSpPr>
          <p:nvPr>
            <p:ph type="title"/>
          </p:nvPr>
        </p:nvSpPr>
        <p:spPr>
          <a:xfrm>
            <a:off x="3860125" y="1555800"/>
            <a:ext cx="4570800" cy="20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8722840" y="4341520"/>
            <a:ext cx="217212" cy="256940"/>
          </a:xfrm>
          <a:custGeom>
            <a:avLst/>
            <a:gdLst/>
            <a:ahLst/>
            <a:cxnLst/>
            <a:rect l="l" t="t" r="r" b="b"/>
            <a:pathLst>
              <a:path w="161797" h="191389" extrusionOk="0">
                <a:moveTo>
                  <a:pt x="159893" y="97885"/>
                </a:moveTo>
                <a:cubicBezTo>
                  <a:pt x="100584" y="106013"/>
                  <a:pt x="89789" y="118015"/>
                  <a:pt x="83122" y="189389"/>
                </a:cubicBezTo>
                <a:cubicBezTo>
                  <a:pt x="82867" y="192056"/>
                  <a:pt x="78931" y="192056"/>
                  <a:pt x="78676" y="189389"/>
                </a:cubicBezTo>
                <a:cubicBezTo>
                  <a:pt x="72009" y="118078"/>
                  <a:pt x="61214" y="106013"/>
                  <a:pt x="1905" y="97885"/>
                </a:cubicBezTo>
                <a:cubicBezTo>
                  <a:pt x="-635" y="97504"/>
                  <a:pt x="-635" y="93821"/>
                  <a:pt x="1905" y="93504"/>
                </a:cubicBezTo>
                <a:cubicBezTo>
                  <a:pt x="61214" y="85376"/>
                  <a:pt x="72009" y="73374"/>
                  <a:pt x="78676" y="2000"/>
                </a:cubicBezTo>
                <a:cubicBezTo>
                  <a:pt x="78931" y="-667"/>
                  <a:pt x="82867" y="-667"/>
                  <a:pt x="83122" y="2000"/>
                </a:cubicBezTo>
                <a:cubicBezTo>
                  <a:pt x="89789" y="73311"/>
                  <a:pt x="100584" y="85376"/>
                  <a:pt x="159893" y="93504"/>
                </a:cubicBezTo>
                <a:cubicBezTo>
                  <a:pt x="162433" y="93885"/>
                  <a:pt x="162433" y="97568"/>
                  <a:pt x="159893" y="9788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/>
          <p:cNvSpPr txBox="1">
            <a:spLocks noGrp="1"/>
          </p:cNvSpPr>
          <p:nvPr>
            <p:ph type="title"/>
          </p:nvPr>
        </p:nvSpPr>
        <p:spPr>
          <a:xfrm>
            <a:off x="2745100" y="1819050"/>
            <a:ext cx="3653700" cy="118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233" name="Google Shape;233;p9"/>
          <p:cNvSpPr txBox="1">
            <a:spLocks noGrp="1"/>
          </p:cNvSpPr>
          <p:nvPr>
            <p:ph type="subTitle" idx="1"/>
          </p:nvPr>
        </p:nvSpPr>
        <p:spPr>
          <a:xfrm>
            <a:off x="2745100" y="3230150"/>
            <a:ext cx="3653700" cy="9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13"/>
          <p:cNvSpPr txBox="1">
            <a:spLocks noGrp="1"/>
          </p:cNvSpPr>
          <p:nvPr>
            <p:ph type="subTitle" idx="1"/>
          </p:nvPr>
        </p:nvSpPr>
        <p:spPr>
          <a:xfrm>
            <a:off x="720000" y="2187393"/>
            <a:ext cx="23055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13"/>
          <p:cNvSpPr txBox="1">
            <a:spLocks noGrp="1"/>
          </p:cNvSpPr>
          <p:nvPr>
            <p:ph type="subTitle" idx="2"/>
          </p:nvPr>
        </p:nvSpPr>
        <p:spPr>
          <a:xfrm>
            <a:off x="3419275" y="2187401"/>
            <a:ext cx="23055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13"/>
          <p:cNvSpPr txBox="1">
            <a:spLocks noGrp="1"/>
          </p:cNvSpPr>
          <p:nvPr>
            <p:ph type="subTitle" idx="3"/>
          </p:nvPr>
        </p:nvSpPr>
        <p:spPr>
          <a:xfrm>
            <a:off x="720000" y="3920575"/>
            <a:ext cx="23055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3"/>
          <p:cNvSpPr txBox="1">
            <a:spLocks noGrp="1"/>
          </p:cNvSpPr>
          <p:nvPr>
            <p:ph type="subTitle" idx="4"/>
          </p:nvPr>
        </p:nvSpPr>
        <p:spPr>
          <a:xfrm>
            <a:off x="3419275" y="3920575"/>
            <a:ext cx="23055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13"/>
          <p:cNvSpPr txBox="1">
            <a:spLocks noGrp="1"/>
          </p:cNvSpPr>
          <p:nvPr>
            <p:ph type="subTitle" idx="5"/>
          </p:nvPr>
        </p:nvSpPr>
        <p:spPr>
          <a:xfrm>
            <a:off x="6118551" y="2187401"/>
            <a:ext cx="23055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13"/>
          <p:cNvSpPr txBox="1">
            <a:spLocks noGrp="1"/>
          </p:cNvSpPr>
          <p:nvPr>
            <p:ph type="subTitle" idx="6"/>
          </p:nvPr>
        </p:nvSpPr>
        <p:spPr>
          <a:xfrm>
            <a:off x="6118551" y="3920575"/>
            <a:ext cx="23055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13"/>
          <p:cNvSpPr txBox="1">
            <a:spLocks noGrp="1"/>
          </p:cNvSpPr>
          <p:nvPr>
            <p:ph type="title" idx="7" hasCustomPrompt="1"/>
          </p:nvPr>
        </p:nvSpPr>
        <p:spPr>
          <a:xfrm>
            <a:off x="720000" y="1332020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9" name="Google Shape;289;p13"/>
          <p:cNvSpPr txBox="1">
            <a:spLocks noGrp="1"/>
          </p:cNvSpPr>
          <p:nvPr>
            <p:ph type="title" idx="8" hasCustomPrompt="1"/>
          </p:nvPr>
        </p:nvSpPr>
        <p:spPr>
          <a:xfrm>
            <a:off x="720000" y="3064616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0" name="Google Shape;290;p13"/>
          <p:cNvSpPr txBox="1">
            <a:spLocks noGrp="1"/>
          </p:cNvSpPr>
          <p:nvPr>
            <p:ph type="title" idx="9" hasCustomPrompt="1"/>
          </p:nvPr>
        </p:nvSpPr>
        <p:spPr>
          <a:xfrm>
            <a:off x="3419271" y="1332020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1" name="Google Shape;291;p13"/>
          <p:cNvSpPr txBox="1">
            <a:spLocks noGrp="1"/>
          </p:cNvSpPr>
          <p:nvPr>
            <p:ph type="title" idx="13" hasCustomPrompt="1"/>
          </p:nvPr>
        </p:nvSpPr>
        <p:spPr>
          <a:xfrm>
            <a:off x="3419271" y="3064616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2" name="Google Shape;292;p13"/>
          <p:cNvSpPr txBox="1">
            <a:spLocks noGrp="1"/>
          </p:cNvSpPr>
          <p:nvPr>
            <p:ph type="title" idx="14" hasCustomPrompt="1"/>
          </p:nvPr>
        </p:nvSpPr>
        <p:spPr>
          <a:xfrm>
            <a:off x="6118549" y="1332020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3" name="Google Shape;293;p13"/>
          <p:cNvSpPr txBox="1">
            <a:spLocks noGrp="1"/>
          </p:cNvSpPr>
          <p:nvPr>
            <p:ph type="title" idx="15" hasCustomPrompt="1"/>
          </p:nvPr>
        </p:nvSpPr>
        <p:spPr>
          <a:xfrm>
            <a:off x="6118549" y="3064616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4" name="Google Shape;294;p13"/>
          <p:cNvSpPr txBox="1">
            <a:spLocks noGrp="1"/>
          </p:cNvSpPr>
          <p:nvPr>
            <p:ph type="subTitle" idx="16"/>
          </p:nvPr>
        </p:nvSpPr>
        <p:spPr>
          <a:xfrm>
            <a:off x="720000" y="1781337"/>
            <a:ext cx="23055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295" name="Google Shape;295;p13"/>
          <p:cNvSpPr txBox="1">
            <a:spLocks noGrp="1"/>
          </p:cNvSpPr>
          <p:nvPr>
            <p:ph type="subTitle" idx="17"/>
          </p:nvPr>
        </p:nvSpPr>
        <p:spPr>
          <a:xfrm>
            <a:off x="3419271" y="1781337"/>
            <a:ext cx="23055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296" name="Google Shape;296;p13"/>
          <p:cNvSpPr txBox="1">
            <a:spLocks noGrp="1"/>
          </p:cNvSpPr>
          <p:nvPr>
            <p:ph type="subTitle" idx="18"/>
          </p:nvPr>
        </p:nvSpPr>
        <p:spPr>
          <a:xfrm>
            <a:off x="6118549" y="1781337"/>
            <a:ext cx="23055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297" name="Google Shape;297;p13"/>
          <p:cNvSpPr txBox="1">
            <a:spLocks noGrp="1"/>
          </p:cNvSpPr>
          <p:nvPr>
            <p:ph type="subTitle" idx="19"/>
          </p:nvPr>
        </p:nvSpPr>
        <p:spPr>
          <a:xfrm>
            <a:off x="720000" y="3514000"/>
            <a:ext cx="23055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298" name="Google Shape;298;p13"/>
          <p:cNvSpPr txBox="1">
            <a:spLocks noGrp="1"/>
          </p:cNvSpPr>
          <p:nvPr>
            <p:ph type="subTitle" idx="20"/>
          </p:nvPr>
        </p:nvSpPr>
        <p:spPr>
          <a:xfrm>
            <a:off x="3419271" y="3514000"/>
            <a:ext cx="23055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299" name="Google Shape;299;p13"/>
          <p:cNvSpPr txBox="1">
            <a:spLocks noGrp="1"/>
          </p:cNvSpPr>
          <p:nvPr>
            <p:ph type="subTitle" idx="21"/>
          </p:nvPr>
        </p:nvSpPr>
        <p:spPr>
          <a:xfrm>
            <a:off x="6118549" y="3514000"/>
            <a:ext cx="23055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grpSp>
        <p:nvGrpSpPr>
          <p:cNvPr id="300" name="Google Shape;300;p13"/>
          <p:cNvGrpSpPr/>
          <p:nvPr/>
        </p:nvGrpSpPr>
        <p:grpSpPr>
          <a:xfrm>
            <a:off x="427960" y="83945"/>
            <a:ext cx="8444299" cy="4970215"/>
            <a:chOff x="427960" y="83945"/>
            <a:chExt cx="8444299" cy="4970215"/>
          </a:xfrm>
        </p:grpSpPr>
        <p:sp>
          <p:nvSpPr>
            <p:cNvPr id="301" name="Google Shape;301;p13"/>
            <p:cNvSpPr/>
            <p:nvPr/>
          </p:nvSpPr>
          <p:spPr>
            <a:xfrm>
              <a:off x="7162690" y="83945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3"/>
            <p:cNvSpPr/>
            <p:nvPr/>
          </p:nvSpPr>
          <p:spPr>
            <a:xfrm>
              <a:off x="8739656" y="2285405"/>
              <a:ext cx="132604" cy="156772"/>
            </a:xfrm>
            <a:custGeom>
              <a:avLst/>
              <a:gdLst/>
              <a:ahLst/>
              <a:cxnLst/>
              <a:rect l="l" t="t" r="r" b="b"/>
              <a:pathLst>
                <a:path w="98774" h="116776" extrusionOk="0">
                  <a:moveTo>
                    <a:pt x="97584" y="59722"/>
                  </a:moveTo>
                  <a:cubicBezTo>
                    <a:pt x="61389" y="64675"/>
                    <a:pt x="54848" y="72041"/>
                    <a:pt x="50721" y="115538"/>
                  </a:cubicBezTo>
                  <a:cubicBezTo>
                    <a:pt x="50594" y="117189"/>
                    <a:pt x="48181" y="117189"/>
                    <a:pt x="48054" y="115538"/>
                  </a:cubicBezTo>
                  <a:cubicBezTo>
                    <a:pt x="43990" y="72041"/>
                    <a:pt x="37386" y="64675"/>
                    <a:pt x="1191" y="59722"/>
                  </a:cubicBezTo>
                  <a:cubicBezTo>
                    <a:pt x="-397" y="59531"/>
                    <a:pt x="-397" y="57245"/>
                    <a:pt x="1191" y="57055"/>
                  </a:cubicBezTo>
                  <a:cubicBezTo>
                    <a:pt x="37386" y="52102"/>
                    <a:pt x="43926" y="44736"/>
                    <a:pt x="48054" y="1238"/>
                  </a:cubicBezTo>
                  <a:cubicBezTo>
                    <a:pt x="48181" y="-413"/>
                    <a:pt x="50594" y="-413"/>
                    <a:pt x="50721" y="1238"/>
                  </a:cubicBezTo>
                  <a:cubicBezTo>
                    <a:pt x="54785" y="44736"/>
                    <a:pt x="61389" y="52102"/>
                    <a:pt x="97584" y="57055"/>
                  </a:cubicBezTo>
                  <a:cubicBezTo>
                    <a:pt x="99171" y="57245"/>
                    <a:pt x="99171" y="59531"/>
                    <a:pt x="97584" y="5972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13"/>
            <p:cNvSpPr/>
            <p:nvPr/>
          </p:nvSpPr>
          <p:spPr>
            <a:xfrm>
              <a:off x="713220" y="4797220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3"/>
            <p:cNvSpPr/>
            <p:nvPr/>
          </p:nvSpPr>
          <p:spPr>
            <a:xfrm>
              <a:off x="427960" y="4018567"/>
              <a:ext cx="132604" cy="156772"/>
            </a:xfrm>
            <a:custGeom>
              <a:avLst/>
              <a:gdLst/>
              <a:ahLst/>
              <a:cxnLst/>
              <a:rect l="l" t="t" r="r" b="b"/>
              <a:pathLst>
                <a:path w="98774" h="116776" extrusionOk="0">
                  <a:moveTo>
                    <a:pt x="97584" y="59722"/>
                  </a:moveTo>
                  <a:cubicBezTo>
                    <a:pt x="61389" y="64675"/>
                    <a:pt x="54848" y="72041"/>
                    <a:pt x="50721" y="115538"/>
                  </a:cubicBezTo>
                  <a:cubicBezTo>
                    <a:pt x="50594" y="117189"/>
                    <a:pt x="48181" y="117189"/>
                    <a:pt x="48054" y="115538"/>
                  </a:cubicBezTo>
                  <a:cubicBezTo>
                    <a:pt x="43990" y="72041"/>
                    <a:pt x="37386" y="64675"/>
                    <a:pt x="1191" y="59722"/>
                  </a:cubicBezTo>
                  <a:cubicBezTo>
                    <a:pt x="-397" y="59531"/>
                    <a:pt x="-397" y="57245"/>
                    <a:pt x="1191" y="57055"/>
                  </a:cubicBezTo>
                  <a:cubicBezTo>
                    <a:pt x="37386" y="52102"/>
                    <a:pt x="43926" y="44736"/>
                    <a:pt x="48054" y="1238"/>
                  </a:cubicBezTo>
                  <a:cubicBezTo>
                    <a:pt x="48181" y="-413"/>
                    <a:pt x="50594" y="-413"/>
                    <a:pt x="50721" y="1238"/>
                  </a:cubicBezTo>
                  <a:cubicBezTo>
                    <a:pt x="54785" y="44736"/>
                    <a:pt x="61389" y="52102"/>
                    <a:pt x="97584" y="57055"/>
                  </a:cubicBezTo>
                  <a:cubicBezTo>
                    <a:pt x="99171" y="57245"/>
                    <a:pt x="99171" y="59531"/>
                    <a:pt x="97584" y="5972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13"/>
            <p:cNvSpPr/>
            <p:nvPr/>
          </p:nvSpPr>
          <p:spPr>
            <a:xfrm>
              <a:off x="2582160" y="4703805"/>
              <a:ext cx="132604" cy="156772"/>
            </a:xfrm>
            <a:custGeom>
              <a:avLst/>
              <a:gdLst/>
              <a:ahLst/>
              <a:cxnLst/>
              <a:rect l="l" t="t" r="r" b="b"/>
              <a:pathLst>
                <a:path w="98774" h="116776" extrusionOk="0">
                  <a:moveTo>
                    <a:pt x="97584" y="59722"/>
                  </a:moveTo>
                  <a:cubicBezTo>
                    <a:pt x="61389" y="64675"/>
                    <a:pt x="54848" y="72041"/>
                    <a:pt x="50721" y="115538"/>
                  </a:cubicBezTo>
                  <a:cubicBezTo>
                    <a:pt x="50594" y="117189"/>
                    <a:pt x="48181" y="117189"/>
                    <a:pt x="48054" y="115538"/>
                  </a:cubicBezTo>
                  <a:cubicBezTo>
                    <a:pt x="43990" y="72041"/>
                    <a:pt x="37386" y="64675"/>
                    <a:pt x="1191" y="59722"/>
                  </a:cubicBezTo>
                  <a:cubicBezTo>
                    <a:pt x="-397" y="59531"/>
                    <a:pt x="-397" y="57245"/>
                    <a:pt x="1191" y="57055"/>
                  </a:cubicBezTo>
                  <a:cubicBezTo>
                    <a:pt x="37386" y="52102"/>
                    <a:pt x="43926" y="44736"/>
                    <a:pt x="48054" y="1238"/>
                  </a:cubicBezTo>
                  <a:cubicBezTo>
                    <a:pt x="48181" y="-413"/>
                    <a:pt x="50594" y="-413"/>
                    <a:pt x="50721" y="1238"/>
                  </a:cubicBezTo>
                  <a:cubicBezTo>
                    <a:pt x="54785" y="44736"/>
                    <a:pt x="61389" y="52102"/>
                    <a:pt x="97584" y="57055"/>
                  </a:cubicBezTo>
                  <a:cubicBezTo>
                    <a:pt x="99171" y="57245"/>
                    <a:pt x="99171" y="59531"/>
                    <a:pt x="97584" y="5972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6" name="Google Shape;306;p13"/>
          <p:cNvGrpSpPr/>
          <p:nvPr/>
        </p:nvGrpSpPr>
        <p:grpSpPr>
          <a:xfrm>
            <a:off x="-566801" y="-61486"/>
            <a:ext cx="10584864" cy="5250919"/>
            <a:chOff x="-566801" y="-61486"/>
            <a:chExt cx="10584864" cy="5250919"/>
          </a:xfrm>
        </p:grpSpPr>
        <p:grpSp>
          <p:nvGrpSpPr>
            <p:cNvPr id="307" name="Google Shape;307;p13"/>
            <p:cNvGrpSpPr/>
            <p:nvPr/>
          </p:nvGrpSpPr>
          <p:grpSpPr>
            <a:xfrm rot="-555629">
              <a:off x="-478427" y="3940147"/>
              <a:ext cx="982298" cy="1177925"/>
              <a:chOff x="6092852" y="3082734"/>
              <a:chExt cx="223206" cy="267652"/>
            </a:xfrm>
          </p:grpSpPr>
          <p:grpSp>
            <p:nvGrpSpPr>
              <p:cNvPr id="308" name="Google Shape;308;p13"/>
              <p:cNvGrpSpPr/>
              <p:nvPr/>
            </p:nvGrpSpPr>
            <p:grpSpPr>
              <a:xfrm>
                <a:off x="6092852" y="3218751"/>
                <a:ext cx="223206" cy="131635"/>
                <a:chOff x="6092852" y="3218751"/>
                <a:chExt cx="223206" cy="131635"/>
              </a:xfrm>
            </p:grpSpPr>
            <p:sp>
              <p:nvSpPr>
                <p:cNvPr id="309" name="Google Shape;309;p13"/>
                <p:cNvSpPr/>
                <p:nvPr/>
              </p:nvSpPr>
              <p:spPr>
                <a:xfrm>
                  <a:off x="6092852" y="3221518"/>
                  <a:ext cx="83538" cy="94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538" h="94388" extrusionOk="0">
                      <a:moveTo>
                        <a:pt x="55408" y="94388"/>
                      </a:moveTo>
                      <a:cubicBezTo>
                        <a:pt x="63917" y="94388"/>
                        <a:pt x="73315" y="93118"/>
                        <a:pt x="83539" y="90578"/>
                      </a:cubicBezTo>
                      <a:lnTo>
                        <a:pt x="81189" y="80990"/>
                      </a:lnTo>
                      <a:cubicBezTo>
                        <a:pt x="57377" y="86895"/>
                        <a:pt x="39279" y="85435"/>
                        <a:pt x="27405" y="76545"/>
                      </a:cubicBezTo>
                      <a:cubicBezTo>
                        <a:pt x="16673" y="68544"/>
                        <a:pt x="10768" y="54510"/>
                        <a:pt x="9879" y="34825"/>
                      </a:cubicBezTo>
                      <a:cubicBezTo>
                        <a:pt x="9498" y="27015"/>
                        <a:pt x="12864" y="19776"/>
                        <a:pt x="19086" y="14950"/>
                      </a:cubicBezTo>
                      <a:cubicBezTo>
                        <a:pt x="25119" y="10251"/>
                        <a:pt x="32739" y="8790"/>
                        <a:pt x="39978" y="10949"/>
                      </a:cubicBezTo>
                      <a:cubicBezTo>
                        <a:pt x="47979" y="13362"/>
                        <a:pt x="56742" y="17236"/>
                        <a:pt x="69378" y="23903"/>
                      </a:cubicBezTo>
                      <a:lnTo>
                        <a:pt x="74014" y="15140"/>
                      </a:lnTo>
                      <a:cubicBezTo>
                        <a:pt x="60742" y="8155"/>
                        <a:pt x="51408" y="4028"/>
                        <a:pt x="42835" y="1424"/>
                      </a:cubicBezTo>
                      <a:cubicBezTo>
                        <a:pt x="32485" y="-1687"/>
                        <a:pt x="21563" y="345"/>
                        <a:pt x="12990" y="7076"/>
                      </a:cubicBezTo>
                      <a:cubicBezTo>
                        <a:pt x="4354" y="13807"/>
                        <a:pt x="-472" y="24348"/>
                        <a:pt x="36" y="35270"/>
                      </a:cubicBezTo>
                      <a:cubicBezTo>
                        <a:pt x="1052" y="57749"/>
                        <a:pt x="8482" y="74767"/>
                        <a:pt x="21499" y="84482"/>
                      </a:cubicBezTo>
                      <a:cubicBezTo>
                        <a:pt x="30326" y="91086"/>
                        <a:pt x="41692" y="94388"/>
                        <a:pt x="55408" y="9438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10" name="Google Shape;310;p13"/>
                <p:cNvGrpSpPr/>
                <p:nvPr/>
              </p:nvGrpSpPr>
              <p:grpSpPr>
                <a:xfrm>
                  <a:off x="6146305" y="3226942"/>
                  <a:ext cx="30085" cy="88138"/>
                  <a:chOff x="6146305" y="3226942"/>
                  <a:chExt cx="30085" cy="88138"/>
                </a:xfrm>
              </p:grpSpPr>
              <p:sp>
                <p:nvSpPr>
                  <p:cNvPr id="311" name="Google Shape;311;p13"/>
                  <p:cNvSpPr/>
                  <p:nvPr/>
                </p:nvSpPr>
                <p:spPr>
                  <a:xfrm>
                    <a:off x="6155944" y="3302508"/>
                    <a:ext cx="20446" cy="125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446" h="12572" extrusionOk="0">
                        <a:moveTo>
                          <a:pt x="0" y="3111"/>
                        </a:moveTo>
                        <a:cubicBezTo>
                          <a:pt x="5652" y="2603"/>
                          <a:pt x="11621" y="1588"/>
                          <a:pt x="18097" y="0"/>
                        </a:cubicBezTo>
                        <a:lnTo>
                          <a:pt x="20447" y="9589"/>
                        </a:lnTo>
                        <a:cubicBezTo>
                          <a:pt x="14796" y="10985"/>
                          <a:pt x="9461" y="11938"/>
                          <a:pt x="4318" y="12573"/>
                        </a:cubicBezTo>
                        <a:cubicBezTo>
                          <a:pt x="2603" y="9652"/>
                          <a:pt x="1143" y="6477"/>
                          <a:pt x="0" y="311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2" name="Google Shape;312;p13"/>
                  <p:cNvSpPr/>
                  <p:nvPr/>
                </p:nvSpPr>
                <p:spPr>
                  <a:xfrm>
                    <a:off x="6146305" y="3226942"/>
                    <a:ext cx="20560" cy="184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60" h="18478" extrusionOk="0">
                        <a:moveTo>
                          <a:pt x="15925" y="18479"/>
                        </a:moveTo>
                        <a:cubicBezTo>
                          <a:pt x="10210" y="15430"/>
                          <a:pt x="5320" y="13018"/>
                          <a:pt x="875" y="11049"/>
                        </a:cubicBezTo>
                        <a:lnTo>
                          <a:pt x="50" y="3493"/>
                        </a:lnTo>
                        <a:cubicBezTo>
                          <a:pt x="-77" y="2286"/>
                          <a:pt x="50" y="1143"/>
                          <a:pt x="304" y="0"/>
                        </a:cubicBezTo>
                        <a:cubicBezTo>
                          <a:pt x="6082" y="2413"/>
                          <a:pt x="12623" y="5524"/>
                          <a:pt x="20560" y="9715"/>
                        </a:cubicBezTo>
                        <a:lnTo>
                          <a:pt x="15925" y="18479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13" name="Google Shape;313;p13"/>
                <p:cNvSpPr/>
                <p:nvPr/>
              </p:nvSpPr>
              <p:spPr>
                <a:xfrm>
                  <a:off x="6156322" y="3218751"/>
                  <a:ext cx="158628" cy="1217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28" h="121792" extrusionOk="0">
                      <a:moveTo>
                        <a:pt x="58423" y="121793"/>
                      </a:moveTo>
                      <a:lnTo>
                        <a:pt x="100143" y="121793"/>
                      </a:lnTo>
                      <a:cubicBezTo>
                        <a:pt x="126558" y="121793"/>
                        <a:pt x="148720" y="101917"/>
                        <a:pt x="151577" y="75692"/>
                      </a:cubicBezTo>
                      <a:lnTo>
                        <a:pt x="158562" y="11684"/>
                      </a:lnTo>
                      <a:cubicBezTo>
                        <a:pt x="159261" y="5461"/>
                        <a:pt x="154371" y="0"/>
                        <a:pt x="148085" y="0"/>
                      </a:cubicBezTo>
                      <a:lnTo>
                        <a:pt x="10544" y="0"/>
                      </a:lnTo>
                      <a:cubicBezTo>
                        <a:pt x="4257" y="0"/>
                        <a:pt x="-632" y="5461"/>
                        <a:pt x="67" y="11684"/>
                      </a:cubicBezTo>
                      <a:lnTo>
                        <a:pt x="7051" y="75692"/>
                      </a:lnTo>
                      <a:cubicBezTo>
                        <a:pt x="9845" y="101917"/>
                        <a:pt x="32007" y="121793"/>
                        <a:pt x="58423" y="12179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4" name="Google Shape;314;p13"/>
                <p:cNvSpPr/>
                <p:nvPr/>
              </p:nvSpPr>
              <p:spPr>
                <a:xfrm>
                  <a:off x="6173215" y="3247898"/>
                  <a:ext cx="139700" cy="92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0" h="92582" extrusionOk="0">
                      <a:moveTo>
                        <a:pt x="139700" y="0"/>
                      </a:moveTo>
                      <a:lnTo>
                        <a:pt x="134620" y="46482"/>
                      </a:lnTo>
                      <a:cubicBezTo>
                        <a:pt x="131763" y="72707"/>
                        <a:pt x="109601" y="92583"/>
                        <a:pt x="83185" y="92583"/>
                      </a:cubicBezTo>
                      <a:lnTo>
                        <a:pt x="41466" y="92583"/>
                      </a:lnTo>
                      <a:cubicBezTo>
                        <a:pt x="24575" y="92583"/>
                        <a:pt x="9462" y="84455"/>
                        <a:pt x="0" y="71755"/>
                      </a:cubicBezTo>
                      <a:cubicBezTo>
                        <a:pt x="81852" y="79375"/>
                        <a:pt x="136462" y="29655"/>
                        <a:pt x="13970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" name="Google Shape;315;p13"/>
                <p:cNvSpPr/>
                <p:nvPr/>
              </p:nvSpPr>
              <p:spPr>
                <a:xfrm>
                  <a:off x="6155214" y="3327272"/>
                  <a:ext cx="160844" cy="231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844" h="23114" extrusionOk="0">
                      <a:moveTo>
                        <a:pt x="47974" y="23114"/>
                      </a:moveTo>
                      <a:lnTo>
                        <a:pt x="112807" y="23114"/>
                      </a:lnTo>
                      <a:cubicBezTo>
                        <a:pt x="122840" y="23114"/>
                        <a:pt x="132683" y="20638"/>
                        <a:pt x="141509" y="15811"/>
                      </a:cubicBezTo>
                      <a:lnTo>
                        <a:pt x="159099" y="6223"/>
                      </a:lnTo>
                      <a:cubicBezTo>
                        <a:pt x="162147" y="4572"/>
                        <a:pt x="160940" y="0"/>
                        <a:pt x="157511" y="0"/>
                      </a:cubicBezTo>
                      <a:lnTo>
                        <a:pt x="3333" y="0"/>
                      </a:lnTo>
                      <a:cubicBezTo>
                        <a:pt x="-96" y="0"/>
                        <a:pt x="-1302" y="4572"/>
                        <a:pt x="1746" y="6223"/>
                      </a:cubicBezTo>
                      <a:lnTo>
                        <a:pt x="19335" y="15811"/>
                      </a:lnTo>
                      <a:cubicBezTo>
                        <a:pt x="28098" y="20574"/>
                        <a:pt x="37941" y="23114"/>
                        <a:pt x="47974" y="2311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" name="Google Shape;316;p13"/>
                <p:cNvSpPr/>
                <p:nvPr/>
              </p:nvSpPr>
              <p:spPr>
                <a:xfrm>
                  <a:off x="6204140" y="3346513"/>
                  <a:ext cx="62864" cy="38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864" h="3809" extrusionOk="0">
                      <a:moveTo>
                        <a:pt x="31432" y="0"/>
                      </a:moveTo>
                      <a:cubicBezTo>
                        <a:pt x="42863" y="0"/>
                        <a:pt x="53594" y="1397"/>
                        <a:pt x="62865" y="3810"/>
                      </a:cubicBezTo>
                      <a:lnTo>
                        <a:pt x="0" y="3810"/>
                      </a:lnTo>
                      <a:cubicBezTo>
                        <a:pt x="9271" y="1397"/>
                        <a:pt x="20002" y="0"/>
                        <a:pt x="3143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7" name="Google Shape;317;p13"/>
              <p:cNvGrpSpPr/>
              <p:nvPr/>
            </p:nvGrpSpPr>
            <p:grpSpPr>
              <a:xfrm>
                <a:off x="6179046" y="3082734"/>
                <a:ext cx="109616" cy="122999"/>
                <a:chOff x="6179046" y="3082734"/>
                <a:chExt cx="109616" cy="122999"/>
              </a:xfrm>
            </p:grpSpPr>
            <p:sp>
              <p:nvSpPr>
                <p:cNvPr id="318" name="Google Shape;318;p13"/>
                <p:cNvSpPr/>
                <p:nvPr/>
              </p:nvSpPr>
              <p:spPr>
                <a:xfrm>
                  <a:off x="6263818" y="3101720"/>
                  <a:ext cx="24844" cy="104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44" h="104013" extrusionOk="0">
                      <a:moveTo>
                        <a:pt x="16395" y="0"/>
                      </a:moveTo>
                      <a:cubicBezTo>
                        <a:pt x="-23991" y="32766"/>
                        <a:pt x="24713" y="71120"/>
                        <a:pt x="10807" y="104013"/>
                      </a:cubicBezTo>
                      <a:cubicBezTo>
                        <a:pt x="47510" y="71755"/>
                        <a:pt x="-1449" y="31496"/>
                        <a:pt x="1639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9" name="Google Shape;319;p13"/>
                <p:cNvSpPr/>
                <p:nvPr/>
              </p:nvSpPr>
              <p:spPr>
                <a:xfrm>
                  <a:off x="6235561" y="3082734"/>
                  <a:ext cx="24844" cy="1229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44" h="122999" extrusionOk="0">
                      <a:moveTo>
                        <a:pt x="16395" y="0"/>
                      </a:moveTo>
                      <a:cubicBezTo>
                        <a:pt x="-23991" y="38798"/>
                        <a:pt x="24713" y="84138"/>
                        <a:pt x="10807" y="122999"/>
                      </a:cubicBezTo>
                      <a:cubicBezTo>
                        <a:pt x="47510" y="84836"/>
                        <a:pt x="-1449" y="37274"/>
                        <a:pt x="1639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" name="Google Shape;320;p13"/>
                <p:cNvSpPr/>
                <p:nvPr/>
              </p:nvSpPr>
              <p:spPr>
                <a:xfrm>
                  <a:off x="6207303" y="3082734"/>
                  <a:ext cx="24844" cy="1229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44" h="122999" extrusionOk="0">
                      <a:moveTo>
                        <a:pt x="16395" y="0"/>
                      </a:moveTo>
                      <a:cubicBezTo>
                        <a:pt x="-23991" y="38798"/>
                        <a:pt x="24713" y="84138"/>
                        <a:pt x="10807" y="122999"/>
                      </a:cubicBezTo>
                      <a:cubicBezTo>
                        <a:pt x="47510" y="84836"/>
                        <a:pt x="-1449" y="37274"/>
                        <a:pt x="1639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1" name="Google Shape;321;p13"/>
                <p:cNvSpPr/>
                <p:nvPr/>
              </p:nvSpPr>
              <p:spPr>
                <a:xfrm>
                  <a:off x="6179046" y="3101720"/>
                  <a:ext cx="24845" cy="104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45" h="104013" extrusionOk="0">
                      <a:moveTo>
                        <a:pt x="16395" y="0"/>
                      </a:moveTo>
                      <a:cubicBezTo>
                        <a:pt x="-23991" y="32766"/>
                        <a:pt x="24713" y="71120"/>
                        <a:pt x="10807" y="104013"/>
                      </a:cubicBezTo>
                      <a:cubicBezTo>
                        <a:pt x="47510" y="71755"/>
                        <a:pt x="-1449" y="31496"/>
                        <a:pt x="1639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22" name="Google Shape;322;p13"/>
            <p:cNvGrpSpPr/>
            <p:nvPr/>
          </p:nvGrpSpPr>
          <p:grpSpPr>
            <a:xfrm>
              <a:off x="8469301" y="-61486"/>
              <a:ext cx="1548762" cy="1742310"/>
              <a:chOff x="9893871" y="3618738"/>
              <a:chExt cx="738878" cy="831215"/>
            </a:xfrm>
          </p:grpSpPr>
          <p:sp>
            <p:nvSpPr>
              <p:cNvPr id="323" name="Google Shape;323;p13"/>
              <p:cNvSpPr/>
              <p:nvPr/>
            </p:nvSpPr>
            <p:spPr>
              <a:xfrm>
                <a:off x="9893871" y="3618738"/>
                <a:ext cx="554735" cy="831215"/>
              </a:xfrm>
              <a:custGeom>
                <a:avLst/>
                <a:gdLst/>
                <a:ahLst/>
                <a:cxnLst/>
                <a:rect l="l" t="t" r="r" b="b"/>
                <a:pathLst>
                  <a:path w="554735" h="831215" extrusionOk="0">
                    <a:moveTo>
                      <a:pt x="554736" y="831215"/>
                    </a:moveTo>
                    <a:lnTo>
                      <a:pt x="134810" y="831215"/>
                    </a:lnTo>
                    <a:lnTo>
                      <a:pt x="0" y="0"/>
                    </a:lnTo>
                    <a:lnTo>
                      <a:pt x="41998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13"/>
              <p:cNvSpPr/>
              <p:nvPr/>
            </p:nvSpPr>
            <p:spPr>
              <a:xfrm>
                <a:off x="9930638" y="3641216"/>
                <a:ext cx="254825" cy="786320"/>
              </a:xfrm>
              <a:custGeom>
                <a:avLst/>
                <a:gdLst/>
                <a:ahLst/>
                <a:cxnLst/>
                <a:rect l="l" t="t" r="r" b="b"/>
                <a:pathLst>
                  <a:path w="254825" h="786320" extrusionOk="0">
                    <a:moveTo>
                      <a:pt x="254826" y="786321"/>
                    </a:moveTo>
                    <a:lnTo>
                      <a:pt x="127508" y="786321"/>
                    </a:lnTo>
                    <a:lnTo>
                      <a:pt x="0" y="0"/>
                    </a:lnTo>
                    <a:lnTo>
                      <a:pt x="12731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13"/>
              <p:cNvSpPr/>
              <p:nvPr/>
            </p:nvSpPr>
            <p:spPr>
              <a:xfrm>
                <a:off x="10054335" y="3618738"/>
                <a:ext cx="578414" cy="831215"/>
              </a:xfrm>
              <a:custGeom>
                <a:avLst/>
                <a:gdLst/>
                <a:ahLst/>
                <a:cxnLst/>
                <a:rect l="l" t="t" r="r" b="b"/>
                <a:pathLst>
                  <a:path w="578414" h="831215" extrusionOk="0">
                    <a:moveTo>
                      <a:pt x="559880" y="831215"/>
                    </a:moveTo>
                    <a:lnTo>
                      <a:pt x="134747" y="831215"/>
                    </a:lnTo>
                    <a:lnTo>
                      <a:pt x="0" y="0"/>
                    </a:lnTo>
                    <a:lnTo>
                      <a:pt x="431356" y="0"/>
                    </a:lnTo>
                    <a:cubicBezTo>
                      <a:pt x="440309" y="0"/>
                      <a:pt x="447993" y="6477"/>
                      <a:pt x="449390" y="15367"/>
                    </a:cubicBezTo>
                    <a:lnTo>
                      <a:pt x="578168" y="809752"/>
                    </a:lnTo>
                    <a:cubicBezTo>
                      <a:pt x="580009" y="820991"/>
                      <a:pt x="571309" y="831215"/>
                      <a:pt x="559880" y="83121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13"/>
              <p:cNvSpPr/>
              <p:nvPr/>
            </p:nvSpPr>
            <p:spPr>
              <a:xfrm>
                <a:off x="10123360" y="3940111"/>
                <a:ext cx="460565" cy="188531"/>
              </a:xfrm>
              <a:custGeom>
                <a:avLst/>
                <a:gdLst/>
                <a:ahLst/>
                <a:cxnLst/>
                <a:rect l="l" t="t" r="r" b="b"/>
                <a:pathLst>
                  <a:path w="460565" h="188531" extrusionOk="0">
                    <a:moveTo>
                      <a:pt x="460566" y="188532"/>
                    </a:moveTo>
                    <a:lnTo>
                      <a:pt x="30544" y="188532"/>
                    </a:lnTo>
                    <a:lnTo>
                      <a:pt x="0" y="0"/>
                    </a:lnTo>
                    <a:lnTo>
                      <a:pt x="42995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27" name="Google Shape;327;p13"/>
              <p:cNvGrpSpPr/>
              <p:nvPr/>
            </p:nvGrpSpPr>
            <p:grpSpPr>
              <a:xfrm>
                <a:off x="10078148" y="3661600"/>
                <a:ext cx="550926" cy="745553"/>
                <a:chOff x="10078148" y="3661600"/>
                <a:chExt cx="550926" cy="745553"/>
              </a:xfrm>
            </p:grpSpPr>
            <p:grpSp>
              <p:nvGrpSpPr>
                <p:cNvPr id="328" name="Google Shape;328;p13"/>
                <p:cNvGrpSpPr/>
                <p:nvPr/>
              </p:nvGrpSpPr>
              <p:grpSpPr>
                <a:xfrm>
                  <a:off x="10078148" y="3661600"/>
                  <a:ext cx="435228" cy="31940"/>
                  <a:chOff x="10078148" y="3661600"/>
                  <a:chExt cx="435228" cy="31940"/>
                </a:xfrm>
              </p:grpSpPr>
              <p:sp>
                <p:nvSpPr>
                  <p:cNvPr id="329" name="Google Shape;329;p13"/>
                  <p:cNvSpPr/>
                  <p:nvPr/>
                </p:nvSpPr>
                <p:spPr>
                  <a:xfrm>
                    <a:off x="10078148" y="3661600"/>
                    <a:ext cx="431482" cy="88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1482" h="8890" extrusionOk="0">
                        <a:moveTo>
                          <a:pt x="431483" y="8890"/>
                        </a:moveTo>
                        <a:lnTo>
                          <a:pt x="1460" y="8890"/>
                        </a:lnTo>
                        <a:lnTo>
                          <a:pt x="0" y="0"/>
                        </a:lnTo>
                        <a:lnTo>
                          <a:pt x="430022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0" name="Google Shape;330;p13"/>
                  <p:cNvSpPr/>
                  <p:nvPr/>
                </p:nvSpPr>
                <p:spPr>
                  <a:xfrm>
                    <a:off x="10081894" y="3684587"/>
                    <a:ext cx="431482" cy="89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1482" h="8953" extrusionOk="0">
                        <a:moveTo>
                          <a:pt x="431483" y="8953"/>
                        </a:moveTo>
                        <a:lnTo>
                          <a:pt x="1461" y="8953"/>
                        </a:lnTo>
                        <a:lnTo>
                          <a:pt x="0" y="0"/>
                        </a:lnTo>
                        <a:lnTo>
                          <a:pt x="430023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331" name="Google Shape;331;p13"/>
                <p:cNvGrpSpPr/>
                <p:nvPr/>
              </p:nvGrpSpPr>
              <p:grpSpPr>
                <a:xfrm>
                  <a:off x="10193908" y="4375213"/>
                  <a:ext cx="435166" cy="31940"/>
                  <a:chOff x="10193908" y="4375213"/>
                  <a:chExt cx="435166" cy="31940"/>
                </a:xfrm>
              </p:grpSpPr>
              <p:sp>
                <p:nvSpPr>
                  <p:cNvPr id="332" name="Google Shape;332;p13"/>
                  <p:cNvSpPr/>
                  <p:nvPr/>
                </p:nvSpPr>
                <p:spPr>
                  <a:xfrm>
                    <a:off x="10193908" y="4375213"/>
                    <a:ext cx="431419" cy="89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1419" h="8953" extrusionOk="0">
                        <a:moveTo>
                          <a:pt x="431419" y="8953"/>
                        </a:moveTo>
                        <a:lnTo>
                          <a:pt x="1398" y="8953"/>
                        </a:lnTo>
                        <a:lnTo>
                          <a:pt x="0" y="0"/>
                        </a:lnTo>
                        <a:lnTo>
                          <a:pt x="429959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3" name="Google Shape;333;p13"/>
                  <p:cNvSpPr/>
                  <p:nvPr/>
                </p:nvSpPr>
                <p:spPr>
                  <a:xfrm>
                    <a:off x="10197592" y="4398200"/>
                    <a:ext cx="431482" cy="89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1482" h="8953" extrusionOk="0">
                        <a:moveTo>
                          <a:pt x="431482" y="8953"/>
                        </a:moveTo>
                        <a:lnTo>
                          <a:pt x="1460" y="8953"/>
                        </a:lnTo>
                        <a:lnTo>
                          <a:pt x="0" y="0"/>
                        </a:lnTo>
                        <a:lnTo>
                          <a:pt x="430022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34" name="Google Shape;334;p13"/>
              <p:cNvSpPr/>
              <p:nvPr/>
            </p:nvSpPr>
            <p:spPr>
              <a:xfrm>
                <a:off x="10054335" y="3618738"/>
                <a:ext cx="151638" cy="831215"/>
              </a:xfrm>
              <a:custGeom>
                <a:avLst/>
                <a:gdLst/>
                <a:ahLst/>
                <a:cxnLst/>
                <a:rect l="l" t="t" r="r" b="b"/>
                <a:pathLst>
                  <a:path w="151638" h="831215" extrusionOk="0">
                    <a:moveTo>
                      <a:pt x="151638" y="831215"/>
                    </a:moveTo>
                    <a:lnTo>
                      <a:pt x="134747" y="831215"/>
                    </a:lnTo>
                    <a:lnTo>
                      <a:pt x="0" y="0"/>
                    </a:lnTo>
                    <a:lnTo>
                      <a:pt x="168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13"/>
              <p:cNvSpPr/>
              <p:nvPr/>
            </p:nvSpPr>
            <p:spPr>
              <a:xfrm>
                <a:off x="9893871" y="3618738"/>
                <a:ext cx="151701" cy="831215"/>
              </a:xfrm>
              <a:custGeom>
                <a:avLst/>
                <a:gdLst/>
                <a:ahLst/>
                <a:cxnLst/>
                <a:rect l="l" t="t" r="r" b="b"/>
                <a:pathLst>
                  <a:path w="151701" h="831215" extrusionOk="0">
                    <a:moveTo>
                      <a:pt x="151702" y="831215"/>
                    </a:moveTo>
                    <a:lnTo>
                      <a:pt x="134810" y="831215"/>
                    </a:lnTo>
                    <a:lnTo>
                      <a:pt x="0" y="0"/>
                    </a:lnTo>
                    <a:lnTo>
                      <a:pt x="168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36" name="Google Shape;336;p13"/>
              <p:cNvGrpSpPr/>
              <p:nvPr/>
            </p:nvGrpSpPr>
            <p:grpSpPr>
              <a:xfrm>
                <a:off x="9944607" y="3641216"/>
                <a:ext cx="226886" cy="786320"/>
                <a:chOff x="9944607" y="3641216"/>
                <a:chExt cx="226886" cy="786320"/>
              </a:xfrm>
            </p:grpSpPr>
            <p:sp>
              <p:nvSpPr>
                <p:cNvPr id="337" name="Google Shape;337;p13"/>
                <p:cNvSpPr/>
                <p:nvPr/>
              </p:nvSpPr>
              <p:spPr>
                <a:xfrm>
                  <a:off x="9976040" y="3641216"/>
                  <a:ext cx="132588" cy="786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588" h="786320" extrusionOk="0">
                      <a:moveTo>
                        <a:pt x="5080" y="0"/>
                      </a:moveTo>
                      <a:lnTo>
                        <a:pt x="0" y="0"/>
                      </a:lnTo>
                      <a:lnTo>
                        <a:pt x="127508" y="786321"/>
                      </a:lnTo>
                      <a:lnTo>
                        <a:pt x="132588" y="78632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8" name="Google Shape;338;p13"/>
                <p:cNvSpPr/>
                <p:nvPr/>
              </p:nvSpPr>
              <p:spPr>
                <a:xfrm>
                  <a:off x="9944607" y="3641216"/>
                  <a:ext cx="132524" cy="786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524" h="786320" extrusionOk="0">
                      <a:moveTo>
                        <a:pt x="127509" y="786321"/>
                      </a:moveTo>
                      <a:lnTo>
                        <a:pt x="132524" y="786321"/>
                      </a:lnTo>
                      <a:lnTo>
                        <a:pt x="508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9" name="Google Shape;339;p13"/>
                <p:cNvSpPr/>
                <p:nvPr/>
              </p:nvSpPr>
              <p:spPr>
                <a:xfrm>
                  <a:off x="9960356" y="3641216"/>
                  <a:ext cx="132524" cy="786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524" h="786320" extrusionOk="0">
                      <a:moveTo>
                        <a:pt x="5016" y="0"/>
                      </a:moveTo>
                      <a:lnTo>
                        <a:pt x="0" y="0"/>
                      </a:lnTo>
                      <a:lnTo>
                        <a:pt x="127444" y="786321"/>
                      </a:lnTo>
                      <a:lnTo>
                        <a:pt x="132524" y="78632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0" name="Google Shape;340;p13"/>
                <p:cNvSpPr/>
                <p:nvPr/>
              </p:nvSpPr>
              <p:spPr>
                <a:xfrm>
                  <a:off x="10023220" y="3641216"/>
                  <a:ext cx="132588" cy="786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588" h="786320" extrusionOk="0">
                      <a:moveTo>
                        <a:pt x="5080" y="0"/>
                      </a:moveTo>
                      <a:lnTo>
                        <a:pt x="0" y="0"/>
                      </a:lnTo>
                      <a:lnTo>
                        <a:pt x="127509" y="786321"/>
                      </a:lnTo>
                      <a:lnTo>
                        <a:pt x="132588" y="78632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1" name="Google Shape;341;p13"/>
                <p:cNvSpPr/>
                <p:nvPr/>
              </p:nvSpPr>
              <p:spPr>
                <a:xfrm>
                  <a:off x="10038968" y="3641216"/>
                  <a:ext cx="132525" cy="786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525" h="786320" extrusionOk="0">
                      <a:moveTo>
                        <a:pt x="5080" y="0"/>
                      </a:moveTo>
                      <a:lnTo>
                        <a:pt x="0" y="0"/>
                      </a:lnTo>
                      <a:lnTo>
                        <a:pt x="127509" y="786321"/>
                      </a:lnTo>
                      <a:lnTo>
                        <a:pt x="132525" y="78632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2" name="Google Shape;342;p13"/>
                <p:cNvSpPr/>
                <p:nvPr/>
              </p:nvSpPr>
              <p:spPr>
                <a:xfrm>
                  <a:off x="10007536" y="3641216"/>
                  <a:ext cx="132524" cy="786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524" h="786320" extrusionOk="0">
                      <a:moveTo>
                        <a:pt x="5017" y="0"/>
                      </a:moveTo>
                      <a:lnTo>
                        <a:pt x="0" y="0"/>
                      </a:lnTo>
                      <a:lnTo>
                        <a:pt x="127445" y="786321"/>
                      </a:lnTo>
                      <a:lnTo>
                        <a:pt x="132524" y="78632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3" name="Google Shape;343;p13"/>
                <p:cNvSpPr/>
                <p:nvPr/>
              </p:nvSpPr>
              <p:spPr>
                <a:xfrm>
                  <a:off x="9991788" y="3641216"/>
                  <a:ext cx="132524" cy="786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524" h="786320" extrusionOk="0">
                      <a:moveTo>
                        <a:pt x="5080" y="0"/>
                      </a:moveTo>
                      <a:lnTo>
                        <a:pt x="0" y="0"/>
                      </a:lnTo>
                      <a:lnTo>
                        <a:pt x="127508" y="786321"/>
                      </a:lnTo>
                      <a:lnTo>
                        <a:pt x="132524" y="78632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44" name="Google Shape;344;p13"/>
              <p:cNvSpPr/>
              <p:nvPr/>
            </p:nvSpPr>
            <p:spPr>
              <a:xfrm>
                <a:off x="10478665" y="3638699"/>
                <a:ext cx="132607" cy="791378"/>
              </a:xfrm>
              <a:custGeom>
                <a:avLst/>
                <a:gdLst/>
                <a:ahLst/>
                <a:cxnLst/>
                <a:rect l="l" t="t" r="r" b="b"/>
                <a:pathLst>
                  <a:path w="132607" h="791378" extrusionOk="0">
                    <a:moveTo>
                      <a:pt x="130026" y="791378"/>
                    </a:moveTo>
                    <a:cubicBezTo>
                      <a:pt x="128819" y="791378"/>
                      <a:pt x="127740" y="790489"/>
                      <a:pt x="127549" y="789283"/>
                    </a:cubicBezTo>
                    <a:lnTo>
                      <a:pt x="41" y="2962"/>
                    </a:lnTo>
                    <a:cubicBezTo>
                      <a:pt x="-213" y="1565"/>
                      <a:pt x="740" y="295"/>
                      <a:pt x="2137" y="41"/>
                    </a:cubicBezTo>
                    <a:cubicBezTo>
                      <a:pt x="3534" y="-213"/>
                      <a:pt x="4803" y="740"/>
                      <a:pt x="5058" y="2136"/>
                    </a:cubicBezTo>
                    <a:lnTo>
                      <a:pt x="132566" y="788457"/>
                    </a:lnTo>
                    <a:cubicBezTo>
                      <a:pt x="132820" y="789854"/>
                      <a:pt x="131867" y="791124"/>
                      <a:pt x="130470" y="791378"/>
                    </a:cubicBezTo>
                    <a:cubicBezTo>
                      <a:pt x="130279" y="791378"/>
                      <a:pt x="130153" y="791378"/>
                      <a:pt x="130026" y="7913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_1"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62" name="Google Shape;462;p20"/>
          <p:cNvSpPr txBox="1">
            <a:spLocks noGrp="1"/>
          </p:cNvSpPr>
          <p:nvPr>
            <p:ph type="body" idx="1"/>
          </p:nvPr>
        </p:nvSpPr>
        <p:spPr>
          <a:xfrm>
            <a:off x="720000" y="1094212"/>
            <a:ext cx="7704000" cy="11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IBM Plex Sans Light"/>
              <a:buChar char="●"/>
              <a:defRPr sz="1200"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Light"/>
              <a:buChar char="○"/>
              <a:defRPr sz="1200"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Light"/>
              <a:buChar char="■"/>
              <a:defRPr sz="1200"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Light"/>
              <a:buChar char="●"/>
              <a:defRPr sz="1200"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Light"/>
              <a:buChar char="○"/>
              <a:defRPr sz="1200"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Light"/>
              <a:buChar char="■"/>
              <a:defRPr sz="1200"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Light"/>
              <a:buChar char="●"/>
              <a:defRPr sz="1200"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Light"/>
              <a:buChar char="○"/>
              <a:defRPr sz="1200"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Light"/>
              <a:buChar char="■"/>
              <a:defRPr sz="1200"/>
            </a:lvl9pPr>
          </a:lstStyle>
          <a:p>
            <a:endParaRPr/>
          </a:p>
        </p:txBody>
      </p:sp>
      <p:grpSp>
        <p:nvGrpSpPr>
          <p:cNvPr id="463" name="Google Shape;463;p20"/>
          <p:cNvGrpSpPr/>
          <p:nvPr/>
        </p:nvGrpSpPr>
        <p:grpSpPr>
          <a:xfrm rot="3137293" flipH="1">
            <a:off x="-820539" y="-110326"/>
            <a:ext cx="1510906" cy="1540759"/>
            <a:chOff x="5908166" y="3495040"/>
            <a:chExt cx="427418" cy="435863"/>
          </a:xfrm>
        </p:grpSpPr>
        <p:sp>
          <p:nvSpPr>
            <p:cNvPr id="464" name="Google Shape;464;p20"/>
            <p:cNvSpPr/>
            <p:nvPr/>
          </p:nvSpPr>
          <p:spPr>
            <a:xfrm>
              <a:off x="5908166" y="3495040"/>
              <a:ext cx="427418" cy="435863"/>
            </a:xfrm>
            <a:custGeom>
              <a:avLst/>
              <a:gdLst/>
              <a:ahLst/>
              <a:cxnLst/>
              <a:rect l="l" t="t" r="r" b="b"/>
              <a:pathLst>
                <a:path w="427418" h="435863" extrusionOk="0">
                  <a:moveTo>
                    <a:pt x="135382" y="435864"/>
                  </a:moveTo>
                  <a:cubicBezTo>
                    <a:pt x="90234" y="372110"/>
                    <a:pt x="45149" y="308292"/>
                    <a:pt x="0" y="244538"/>
                  </a:cubicBezTo>
                  <a:cubicBezTo>
                    <a:pt x="82614" y="187833"/>
                    <a:pt x="142240" y="98361"/>
                    <a:pt x="162052" y="0"/>
                  </a:cubicBezTo>
                  <a:cubicBezTo>
                    <a:pt x="250508" y="36004"/>
                    <a:pt x="338963" y="71945"/>
                    <a:pt x="427419" y="107950"/>
                  </a:cubicBezTo>
                  <a:cubicBezTo>
                    <a:pt x="376999" y="249238"/>
                    <a:pt x="270066" y="369570"/>
                    <a:pt x="135382" y="43586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5" name="Google Shape;465;p20"/>
            <p:cNvGrpSpPr/>
            <p:nvPr/>
          </p:nvGrpSpPr>
          <p:grpSpPr>
            <a:xfrm>
              <a:off x="5960913" y="3549808"/>
              <a:ext cx="299906" cy="306101"/>
              <a:chOff x="5960913" y="3549808"/>
              <a:chExt cx="299906" cy="306101"/>
            </a:xfrm>
          </p:grpSpPr>
          <p:sp>
            <p:nvSpPr>
              <p:cNvPr id="466" name="Google Shape;466;p20"/>
              <p:cNvSpPr/>
              <p:nvPr/>
            </p:nvSpPr>
            <p:spPr>
              <a:xfrm>
                <a:off x="6096730" y="3549808"/>
                <a:ext cx="113728" cy="58895"/>
              </a:xfrm>
              <a:custGeom>
                <a:avLst/>
                <a:gdLst/>
                <a:ahLst/>
                <a:cxnLst/>
                <a:rect l="l" t="t" r="r" b="b"/>
                <a:pathLst>
                  <a:path w="113728" h="58895" extrusionOk="0">
                    <a:moveTo>
                      <a:pt x="110903" y="58896"/>
                    </a:moveTo>
                    <a:cubicBezTo>
                      <a:pt x="110458" y="58896"/>
                      <a:pt x="110077" y="58832"/>
                      <a:pt x="109633" y="58579"/>
                    </a:cubicBezTo>
                    <a:lnTo>
                      <a:pt x="1619" y="5429"/>
                    </a:lnTo>
                    <a:cubicBezTo>
                      <a:pt x="222" y="4731"/>
                      <a:pt x="-413" y="3016"/>
                      <a:pt x="286" y="1619"/>
                    </a:cubicBezTo>
                    <a:cubicBezTo>
                      <a:pt x="984" y="222"/>
                      <a:pt x="2699" y="-413"/>
                      <a:pt x="4096" y="286"/>
                    </a:cubicBezTo>
                    <a:lnTo>
                      <a:pt x="112109" y="53435"/>
                    </a:lnTo>
                    <a:cubicBezTo>
                      <a:pt x="113506" y="54133"/>
                      <a:pt x="114141" y="55848"/>
                      <a:pt x="113443" y="57245"/>
                    </a:cubicBezTo>
                    <a:cubicBezTo>
                      <a:pt x="112998" y="58325"/>
                      <a:pt x="111982" y="58896"/>
                      <a:pt x="110903" y="5889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20"/>
              <p:cNvSpPr/>
              <p:nvPr/>
            </p:nvSpPr>
            <p:spPr>
              <a:xfrm>
                <a:off x="6087264" y="3574505"/>
                <a:ext cx="173555" cy="97826"/>
              </a:xfrm>
              <a:custGeom>
                <a:avLst/>
                <a:gdLst/>
                <a:ahLst/>
                <a:cxnLst/>
                <a:rect l="l" t="t" r="r" b="b"/>
                <a:pathLst>
                  <a:path w="173555" h="97826" extrusionOk="0">
                    <a:moveTo>
                      <a:pt x="170725" y="97827"/>
                    </a:moveTo>
                    <a:cubicBezTo>
                      <a:pt x="170280" y="97827"/>
                      <a:pt x="169772" y="97700"/>
                      <a:pt x="169327" y="97446"/>
                    </a:cubicBezTo>
                    <a:lnTo>
                      <a:pt x="1497" y="5371"/>
                    </a:lnTo>
                    <a:cubicBezTo>
                      <a:pt x="100" y="4609"/>
                      <a:pt x="-408" y="2894"/>
                      <a:pt x="354" y="1497"/>
                    </a:cubicBezTo>
                    <a:cubicBezTo>
                      <a:pt x="1116" y="100"/>
                      <a:pt x="2831" y="-408"/>
                      <a:pt x="4227" y="354"/>
                    </a:cubicBezTo>
                    <a:lnTo>
                      <a:pt x="172058" y="92429"/>
                    </a:lnTo>
                    <a:cubicBezTo>
                      <a:pt x="173455" y="93191"/>
                      <a:pt x="173963" y="94905"/>
                      <a:pt x="173201" y="96303"/>
                    </a:cubicBezTo>
                    <a:cubicBezTo>
                      <a:pt x="172693" y="97319"/>
                      <a:pt x="171740" y="97827"/>
                      <a:pt x="170725" y="978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20"/>
              <p:cNvSpPr/>
              <p:nvPr/>
            </p:nvSpPr>
            <p:spPr>
              <a:xfrm>
                <a:off x="6076279" y="3598509"/>
                <a:ext cx="167076" cy="103985"/>
              </a:xfrm>
              <a:custGeom>
                <a:avLst/>
                <a:gdLst/>
                <a:ahLst/>
                <a:cxnLst/>
                <a:rect l="l" t="t" r="r" b="b"/>
                <a:pathLst>
                  <a:path w="167076" h="103985" extrusionOk="0">
                    <a:moveTo>
                      <a:pt x="164183" y="103985"/>
                    </a:moveTo>
                    <a:cubicBezTo>
                      <a:pt x="163675" y="103985"/>
                      <a:pt x="163167" y="103858"/>
                      <a:pt x="162723" y="103541"/>
                    </a:cubicBezTo>
                    <a:lnTo>
                      <a:pt x="1369" y="5306"/>
                    </a:lnTo>
                    <a:cubicBezTo>
                      <a:pt x="36" y="4481"/>
                      <a:pt x="-409" y="2702"/>
                      <a:pt x="417" y="1369"/>
                    </a:cubicBezTo>
                    <a:cubicBezTo>
                      <a:pt x="1242" y="36"/>
                      <a:pt x="3020" y="-409"/>
                      <a:pt x="4354" y="417"/>
                    </a:cubicBezTo>
                    <a:lnTo>
                      <a:pt x="165707" y="98651"/>
                    </a:lnTo>
                    <a:cubicBezTo>
                      <a:pt x="167041" y="99476"/>
                      <a:pt x="167485" y="101255"/>
                      <a:pt x="166660" y="102588"/>
                    </a:cubicBezTo>
                    <a:cubicBezTo>
                      <a:pt x="166088" y="103541"/>
                      <a:pt x="165136" y="103985"/>
                      <a:pt x="164183" y="1039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20"/>
              <p:cNvSpPr/>
              <p:nvPr/>
            </p:nvSpPr>
            <p:spPr>
              <a:xfrm>
                <a:off x="6063748" y="3621792"/>
                <a:ext cx="160260" cy="109721"/>
              </a:xfrm>
              <a:custGeom>
                <a:avLst/>
                <a:gdLst/>
                <a:ahLst/>
                <a:cxnLst/>
                <a:rect l="l" t="t" r="r" b="b"/>
                <a:pathLst>
                  <a:path w="160260" h="109721" extrusionOk="0">
                    <a:moveTo>
                      <a:pt x="157346" y="109721"/>
                    </a:moveTo>
                    <a:cubicBezTo>
                      <a:pt x="156775" y="109721"/>
                      <a:pt x="156267" y="109594"/>
                      <a:pt x="155759" y="109213"/>
                    </a:cubicBezTo>
                    <a:lnTo>
                      <a:pt x="1263" y="5264"/>
                    </a:lnTo>
                    <a:cubicBezTo>
                      <a:pt x="-70" y="4375"/>
                      <a:pt x="-388" y="2597"/>
                      <a:pt x="501" y="1263"/>
                    </a:cubicBezTo>
                    <a:cubicBezTo>
                      <a:pt x="1390" y="-70"/>
                      <a:pt x="3168" y="-388"/>
                      <a:pt x="4502" y="501"/>
                    </a:cubicBezTo>
                    <a:lnTo>
                      <a:pt x="158997" y="104451"/>
                    </a:lnTo>
                    <a:cubicBezTo>
                      <a:pt x="160331" y="105340"/>
                      <a:pt x="160648" y="107118"/>
                      <a:pt x="159759" y="108451"/>
                    </a:cubicBezTo>
                    <a:cubicBezTo>
                      <a:pt x="159124" y="109277"/>
                      <a:pt x="158236" y="109721"/>
                      <a:pt x="157346" y="1097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20"/>
              <p:cNvSpPr/>
              <p:nvPr/>
            </p:nvSpPr>
            <p:spPr>
              <a:xfrm>
                <a:off x="6049830" y="3644387"/>
                <a:ext cx="103705" cy="78363"/>
              </a:xfrm>
              <a:custGeom>
                <a:avLst/>
                <a:gdLst/>
                <a:ahLst/>
                <a:cxnLst/>
                <a:rect l="l" t="t" r="r" b="b"/>
                <a:pathLst>
                  <a:path w="103705" h="78363" extrusionOk="0">
                    <a:moveTo>
                      <a:pt x="100843" y="78364"/>
                    </a:moveTo>
                    <a:cubicBezTo>
                      <a:pt x="100271" y="78364"/>
                      <a:pt x="99636" y="78173"/>
                      <a:pt x="99128" y="77792"/>
                    </a:cubicBezTo>
                    <a:lnTo>
                      <a:pt x="1148" y="5148"/>
                    </a:lnTo>
                    <a:cubicBezTo>
                      <a:pt x="-122" y="4196"/>
                      <a:pt x="-376" y="2418"/>
                      <a:pt x="576" y="1148"/>
                    </a:cubicBezTo>
                    <a:cubicBezTo>
                      <a:pt x="1529" y="-122"/>
                      <a:pt x="3307" y="-376"/>
                      <a:pt x="4577" y="576"/>
                    </a:cubicBezTo>
                    <a:lnTo>
                      <a:pt x="102557" y="73220"/>
                    </a:lnTo>
                    <a:cubicBezTo>
                      <a:pt x="103827" y="74173"/>
                      <a:pt x="104081" y="75951"/>
                      <a:pt x="103129" y="77221"/>
                    </a:cubicBezTo>
                    <a:cubicBezTo>
                      <a:pt x="102557" y="77983"/>
                      <a:pt x="101732" y="78364"/>
                      <a:pt x="100843" y="7836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20"/>
              <p:cNvSpPr/>
              <p:nvPr/>
            </p:nvSpPr>
            <p:spPr>
              <a:xfrm>
                <a:off x="6017892" y="3686489"/>
                <a:ext cx="137800" cy="124208"/>
              </a:xfrm>
              <a:custGeom>
                <a:avLst/>
                <a:gdLst/>
                <a:ahLst/>
                <a:cxnLst/>
                <a:rect l="l" t="t" r="r" b="b"/>
                <a:pathLst>
                  <a:path w="137800" h="124208" extrusionOk="0">
                    <a:moveTo>
                      <a:pt x="134877" y="124209"/>
                    </a:moveTo>
                    <a:cubicBezTo>
                      <a:pt x="134178" y="124209"/>
                      <a:pt x="133479" y="123955"/>
                      <a:pt x="132972" y="123447"/>
                    </a:cubicBezTo>
                    <a:lnTo>
                      <a:pt x="955" y="5019"/>
                    </a:lnTo>
                    <a:cubicBezTo>
                      <a:pt x="-252" y="3940"/>
                      <a:pt x="-315" y="2162"/>
                      <a:pt x="765" y="955"/>
                    </a:cubicBezTo>
                    <a:cubicBezTo>
                      <a:pt x="1844" y="-251"/>
                      <a:pt x="3622" y="-315"/>
                      <a:pt x="4829" y="765"/>
                    </a:cubicBezTo>
                    <a:lnTo>
                      <a:pt x="136845" y="119192"/>
                    </a:lnTo>
                    <a:cubicBezTo>
                      <a:pt x="138052" y="120272"/>
                      <a:pt x="138115" y="122050"/>
                      <a:pt x="137036" y="123256"/>
                    </a:cubicBezTo>
                    <a:cubicBezTo>
                      <a:pt x="136464" y="123891"/>
                      <a:pt x="135639" y="124209"/>
                      <a:pt x="134877" y="124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20"/>
              <p:cNvSpPr/>
              <p:nvPr/>
            </p:nvSpPr>
            <p:spPr>
              <a:xfrm>
                <a:off x="6000083" y="3706082"/>
                <a:ext cx="129730" cy="128047"/>
              </a:xfrm>
              <a:custGeom>
                <a:avLst/>
                <a:gdLst/>
                <a:ahLst/>
                <a:cxnLst/>
                <a:rect l="l" t="t" r="r" b="b"/>
                <a:pathLst>
                  <a:path w="129730" h="128047" extrusionOk="0">
                    <a:moveTo>
                      <a:pt x="126841" y="128048"/>
                    </a:moveTo>
                    <a:cubicBezTo>
                      <a:pt x="126143" y="128048"/>
                      <a:pt x="125381" y="127794"/>
                      <a:pt x="124809" y="127222"/>
                    </a:cubicBezTo>
                    <a:lnTo>
                      <a:pt x="858" y="4921"/>
                    </a:lnTo>
                    <a:cubicBezTo>
                      <a:pt x="-286" y="3778"/>
                      <a:pt x="-286" y="2000"/>
                      <a:pt x="858" y="857"/>
                    </a:cubicBezTo>
                    <a:cubicBezTo>
                      <a:pt x="2000" y="-286"/>
                      <a:pt x="3778" y="-286"/>
                      <a:pt x="4921" y="857"/>
                    </a:cubicBezTo>
                    <a:lnTo>
                      <a:pt x="128873" y="123158"/>
                    </a:lnTo>
                    <a:cubicBezTo>
                      <a:pt x="130016" y="124301"/>
                      <a:pt x="130016" y="126079"/>
                      <a:pt x="128873" y="127222"/>
                    </a:cubicBezTo>
                    <a:cubicBezTo>
                      <a:pt x="128302" y="127794"/>
                      <a:pt x="127540" y="128048"/>
                      <a:pt x="126841" y="1280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20"/>
              <p:cNvSpPr/>
              <p:nvPr/>
            </p:nvSpPr>
            <p:spPr>
              <a:xfrm>
                <a:off x="5981062" y="3724462"/>
                <a:ext cx="121480" cy="131447"/>
              </a:xfrm>
              <a:custGeom>
                <a:avLst/>
                <a:gdLst/>
                <a:ahLst/>
                <a:cxnLst/>
                <a:rect l="l" t="t" r="r" b="b"/>
                <a:pathLst>
                  <a:path w="121480" h="131447" extrusionOk="0">
                    <a:moveTo>
                      <a:pt x="118557" y="131448"/>
                    </a:moveTo>
                    <a:cubicBezTo>
                      <a:pt x="117795" y="131448"/>
                      <a:pt x="117033" y="131130"/>
                      <a:pt x="116462" y="130495"/>
                    </a:cubicBezTo>
                    <a:lnTo>
                      <a:pt x="765" y="4829"/>
                    </a:lnTo>
                    <a:cubicBezTo>
                      <a:pt x="-315" y="3686"/>
                      <a:pt x="-251" y="1844"/>
                      <a:pt x="955" y="765"/>
                    </a:cubicBezTo>
                    <a:cubicBezTo>
                      <a:pt x="2098" y="-315"/>
                      <a:pt x="3940" y="-251"/>
                      <a:pt x="5019" y="955"/>
                    </a:cubicBezTo>
                    <a:lnTo>
                      <a:pt x="120716" y="126622"/>
                    </a:lnTo>
                    <a:cubicBezTo>
                      <a:pt x="121796" y="127765"/>
                      <a:pt x="121732" y="129606"/>
                      <a:pt x="120526" y="130686"/>
                    </a:cubicBezTo>
                    <a:cubicBezTo>
                      <a:pt x="119954" y="131194"/>
                      <a:pt x="119256" y="131448"/>
                      <a:pt x="118557" y="1314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20"/>
              <p:cNvSpPr/>
              <p:nvPr/>
            </p:nvSpPr>
            <p:spPr>
              <a:xfrm>
                <a:off x="5960913" y="3741652"/>
                <a:ext cx="44683" cy="52345"/>
              </a:xfrm>
              <a:custGeom>
                <a:avLst/>
                <a:gdLst/>
                <a:ahLst/>
                <a:cxnLst/>
                <a:rect l="l" t="t" r="r" b="b"/>
                <a:pathLst>
                  <a:path w="44683" h="52345" extrusionOk="0">
                    <a:moveTo>
                      <a:pt x="41805" y="52345"/>
                    </a:moveTo>
                    <a:cubicBezTo>
                      <a:pt x="40979" y="52345"/>
                      <a:pt x="40154" y="51964"/>
                      <a:pt x="39582" y="51330"/>
                    </a:cubicBezTo>
                    <a:lnTo>
                      <a:pt x="657" y="4720"/>
                    </a:lnTo>
                    <a:cubicBezTo>
                      <a:pt x="-359" y="3514"/>
                      <a:pt x="-169" y="1673"/>
                      <a:pt x="1038" y="657"/>
                    </a:cubicBezTo>
                    <a:cubicBezTo>
                      <a:pt x="2244" y="-359"/>
                      <a:pt x="4086" y="-169"/>
                      <a:pt x="5102" y="1038"/>
                    </a:cubicBezTo>
                    <a:lnTo>
                      <a:pt x="44027" y="47647"/>
                    </a:lnTo>
                    <a:cubicBezTo>
                      <a:pt x="45043" y="48853"/>
                      <a:pt x="44853" y="50694"/>
                      <a:pt x="43646" y="51711"/>
                    </a:cubicBezTo>
                    <a:cubicBezTo>
                      <a:pt x="43075" y="52155"/>
                      <a:pt x="42439" y="52345"/>
                      <a:pt x="41805" y="523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75" name="Google Shape;475;p20"/>
          <p:cNvGrpSpPr/>
          <p:nvPr/>
        </p:nvGrpSpPr>
        <p:grpSpPr>
          <a:xfrm>
            <a:off x="245840" y="124957"/>
            <a:ext cx="8665887" cy="4895615"/>
            <a:chOff x="245840" y="124957"/>
            <a:chExt cx="8665887" cy="4895615"/>
          </a:xfrm>
        </p:grpSpPr>
        <p:sp>
          <p:nvSpPr>
            <p:cNvPr id="476" name="Google Shape;476;p20"/>
            <p:cNvSpPr/>
            <p:nvPr/>
          </p:nvSpPr>
          <p:spPr>
            <a:xfrm>
              <a:off x="245840" y="1544182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20"/>
            <p:cNvSpPr/>
            <p:nvPr/>
          </p:nvSpPr>
          <p:spPr>
            <a:xfrm>
              <a:off x="960215" y="124957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20"/>
            <p:cNvSpPr/>
            <p:nvPr/>
          </p:nvSpPr>
          <p:spPr>
            <a:xfrm>
              <a:off x="8694515" y="4430257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8027765" y="4763632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07" name="Google Shape;507;p22"/>
          <p:cNvSpPr txBox="1">
            <a:spLocks noGrp="1"/>
          </p:cNvSpPr>
          <p:nvPr>
            <p:ph type="subTitle" idx="1"/>
          </p:nvPr>
        </p:nvSpPr>
        <p:spPr>
          <a:xfrm>
            <a:off x="4911913" y="3268798"/>
            <a:ext cx="2640000" cy="11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8" name="Google Shape;508;p22"/>
          <p:cNvSpPr txBox="1">
            <a:spLocks noGrp="1"/>
          </p:cNvSpPr>
          <p:nvPr>
            <p:ph type="subTitle" idx="2"/>
          </p:nvPr>
        </p:nvSpPr>
        <p:spPr>
          <a:xfrm>
            <a:off x="1558561" y="3268798"/>
            <a:ext cx="2640000" cy="11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9" name="Google Shape;509;p22"/>
          <p:cNvSpPr txBox="1">
            <a:spLocks noGrp="1"/>
          </p:cNvSpPr>
          <p:nvPr>
            <p:ph type="subTitle" idx="3"/>
          </p:nvPr>
        </p:nvSpPr>
        <p:spPr>
          <a:xfrm>
            <a:off x="1558561" y="2714700"/>
            <a:ext cx="26400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510" name="Google Shape;510;p22"/>
          <p:cNvSpPr txBox="1">
            <a:spLocks noGrp="1"/>
          </p:cNvSpPr>
          <p:nvPr>
            <p:ph type="subTitle" idx="4"/>
          </p:nvPr>
        </p:nvSpPr>
        <p:spPr>
          <a:xfrm>
            <a:off x="4911913" y="2714700"/>
            <a:ext cx="26400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grpSp>
        <p:nvGrpSpPr>
          <p:cNvPr id="511" name="Google Shape;511;p22"/>
          <p:cNvGrpSpPr/>
          <p:nvPr/>
        </p:nvGrpSpPr>
        <p:grpSpPr>
          <a:xfrm>
            <a:off x="355877" y="149532"/>
            <a:ext cx="8671987" cy="4262865"/>
            <a:chOff x="355877" y="149532"/>
            <a:chExt cx="8671987" cy="4262865"/>
          </a:xfrm>
        </p:grpSpPr>
        <p:sp>
          <p:nvSpPr>
            <p:cNvPr id="512" name="Google Shape;512;p22"/>
            <p:cNvSpPr/>
            <p:nvPr/>
          </p:nvSpPr>
          <p:spPr>
            <a:xfrm>
              <a:off x="8593427" y="2330232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22"/>
            <p:cNvSpPr/>
            <p:nvPr/>
          </p:nvSpPr>
          <p:spPr>
            <a:xfrm>
              <a:off x="355877" y="4155457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22"/>
            <p:cNvSpPr/>
            <p:nvPr/>
          </p:nvSpPr>
          <p:spPr>
            <a:xfrm>
              <a:off x="8810652" y="2745057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22"/>
            <p:cNvSpPr/>
            <p:nvPr/>
          </p:nvSpPr>
          <p:spPr>
            <a:xfrm>
              <a:off x="2189677" y="149532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6" name="Google Shape;516;p22"/>
          <p:cNvGrpSpPr/>
          <p:nvPr/>
        </p:nvGrpSpPr>
        <p:grpSpPr>
          <a:xfrm>
            <a:off x="-632864" y="-716694"/>
            <a:ext cx="10177970" cy="5742855"/>
            <a:chOff x="-632864" y="-716694"/>
            <a:chExt cx="10177970" cy="5742855"/>
          </a:xfrm>
        </p:grpSpPr>
        <p:grpSp>
          <p:nvGrpSpPr>
            <p:cNvPr id="517" name="Google Shape;517;p22"/>
            <p:cNvGrpSpPr/>
            <p:nvPr/>
          </p:nvGrpSpPr>
          <p:grpSpPr>
            <a:xfrm>
              <a:off x="-632864" y="-716694"/>
              <a:ext cx="10177970" cy="5742855"/>
              <a:chOff x="-632864" y="-716694"/>
              <a:chExt cx="10177970" cy="5742855"/>
            </a:xfrm>
          </p:grpSpPr>
          <p:grpSp>
            <p:nvGrpSpPr>
              <p:cNvPr id="518" name="Google Shape;518;p22"/>
              <p:cNvGrpSpPr/>
              <p:nvPr/>
            </p:nvGrpSpPr>
            <p:grpSpPr>
              <a:xfrm rot="-555629">
                <a:off x="-544490" y="2642422"/>
                <a:ext cx="982298" cy="1177925"/>
                <a:chOff x="6092852" y="3082734"/>
                <a:chExt cx="223206" cy="267652"/>
              </a:xfrm>
            </p:grpSpPr>
            <p:grpSp>
              <p:nvGrpSpPr>
                <p:cNvPr id="519" name="Google Shape;519;p22"/>
                <p:cNvGrpSpPr/>
                <p:nvPr/>
              </p:nvGrpSpPr>
              <p:grpSpPr>
                <a:xfrm>
                  <a:off x="6092852" y="3218751"/>
                  <a:ext cx="223206" cy="131635"/>
                  <a:chOff x="6092852" y="3218751"/>
                  <a:chExt cx="223206" cy="131635"/>
                </a:xfrm>
              </p:grpSpPr>
              <p:sp>
                <p:nvSpPr>
                  <p:cNvPr id="520" name="Google Shape;520;p22"/>
                  <p:cNvSpPr/>
                  <p:nvPr/>
                </p:nvSpPr>
                <p:spPr>
                  <a:xfrm>
                    <a:off x="6092852" y="3221518"/>
                    <a:ext cx="83538" cy="943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538" h="94388" extrusionOk="0">
                        <a:moveTo>
                          <a:pt x="55408" y="94388"/>
                        </a:moveTo>
                        <a:cubicBezTo>
                          <a:pt x="63917" y="94388"/>
                          <a:pt x="73315" y="93118"/>
                          <a:pt x="83539" y="90578"/>
                        </a:cubicBezTo>
                        <a:lnTo>
                          <a:pt x="81189" y="80990"/>
                        </a:lnTo>
                        <a:cubicBezTo>
                          <a:pt x="57377" y="86895"/>
                          <a:pt x="39279" y="85435"/>
                          <a:pt x="27405" y="76545"/>
                        </a:cubicBezTo>
                        <a:cubicBezTo>
                          <a:pt x="16673" y="68544"/>
                          <a:pt x="10768" y="54510"/>
                          <a:pt x="9879" y="34825"/>
                        </a:cubicBezTo>
                        <a:cubicBezTo>
                          <a:pt x="9498" y="27015"/>
                          <a:pt x="12864" y="19776"/>
                          <a:pt x="19086" y="14950"/>
                        </a:cubicBezTo>
                        <a:cubicBezTo>
                          <a:pt x="25119" y="10251"/>
                          <a:pt x="32739" y="8790"/>
                          <a:pt x="39978" y="10949"/>
                        </a:cubicBezTo>
                        <a:cubicBezTo>
                          <a:pt x="47979" y="13362"/>
                          <a:pt x="56742" y="17236"/>
                          <a:pt x="69378" y="23903"/>
                        </a:cubicBezTo>
                        <a:lnTo>
                          <a:pt x="74014" y="15140"/>
                        </a:lnTo>
                        <a:cubicBezTo>
                          <a:pt x="60742" y="8155"/>
                          <a:pt x="51408" y="4028"/>
                          <a:pt x="42835" y="1424"/>
                        </a:cubicBezTo>
                        <a:cubicBezTo>
                          <a:pt x="32485" y="-1687"/>
                          <a:pt x="21563" y="345"/>
                          <a:pt x="12990" y="7076"/>
                        </a:cubicBezTo>
                        <a:cubicBezTo>
                          <a:pt x="4354" y="13807"/>
                          <a:pt x="-472" y="24348"/>
                          <a:pt x="36" y="35270"/>
                        </a:cubicBezTo>
                        <a:cubicBezTo>
                          <a:pt x="1052" y="57749"/>
                          <a:pt x="8482" y="74767"/>
                          <a:pt x="21499" y="84482"/>
                        </a:cubicBezTo>
                        <a:cubicBezTo>
                          <a:pt x="30326" y="91086"/>
                          <a:pt x="41692" y="94388"/>
                          <a:pt x="55408" y="94388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521" name="Google Shape;521;p22"/>
                  <p:cNvGrpSpPr/>
                  <p:nvPr/>
                </p:nvGrpSpPr>
                <p:grpSpPr>
                  <a:xfrm>
                    <a:off x="6146305" y="3226942"/>
                    <a:ext cx="30085" cy="88138"/>
                    <a:chOff x="6146305" y="3226942"/>
                    <a:chExt cx="30085" cy="88138"/>
                  </a:xfrm>
                </p:grpSpPr>
                <p:sp>
                  <p:nvSpPr>
                    <p:cNvPr id="522" name="Google Shape;522;p22"/>
                    <p:cNvSpPr/>
                    <p:nvPr/>
                  </p:nvSpPr>
                  <p:spPr>
                    <a:xfrm>
                      <a:off x="6155944" y="3302508"/>
                      <a:ext cx="20446" cy="1257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446" h="12572" extrusionOk="0">
                          <a:moveTo>
                            <a:pt x="0" y="3111"/>
                          </a:moveTo>
                          <a:cubicBezTo>
                            <a:pt x="5652" y="2603"/>
                            <a:pt x="11621" y="1588"/>
                            <a:pt x="18097" y="0"/>
                          </a:cubicBezTo>
                          <a:lnTo>
                            <a:pt x="20447" y="9589"/>
                          </a:lnTo>
                          <a:cubicBezTo>
                            <a:pt x="14796" y="10985"/>
                            <a:pt x="9461" y="11938"/>
                            <a:pt x="4318" y="12573"/>
                          </a:cubicBezTo>
                          <a:cubicBezTo>
                            <a:pt x="2603" y="9652"/>
                            <a:pt x="1143" y="6477"/>
                            <a:pt x="0" y="3111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23" name="Google Shape;523;p22"/>
                    <p:cNvSpPr/>
                    <p:nvPr/>
                  </p:nvSpPr>
                  <p:spPr>
                    <a:xfrm>
                      <a:off x="6146305" y="3226942"/>
                      <a:ext cx="20560" cy="184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560" h="18478" extrusionOk="0">
                          <a:moveTo>
                            <a:pt x="15925" y="18479"/>
                          </a:moveTo>
                          <a:cubicBezTo>
                            <a:pt x="10210" y="15430"/>
                            <a:pt x="5320" y="13018"/>
                            <a:pt x="875" y="11049"/>
                          </a:cubicBezTo>
                          <a:lnTo>
                            <a:pt x="50" y="3493"/>
                          </a:lnTo>
                          <a:cubicBezTo>
                            <a:pt x="-77" y="2286"/>
                            <a:pt x="50" y="1143"/>
                            <a:pt x="304" y="0"/>
                          </a:cubicBezTo>
                          <a:cubicBezTo>
                            <a:pt x="6082" y="2413"/>
                            <a:pt x="12623" y="5524"/>
                            <a:pt x="20560" y="9715"/>
                          </a:cubicBezTo>
                          <a:lnTo>
                            <a:pt x="15925" y="18479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524" name="Google Shape;524;p22"/>
                  <p:cNvSpPr/>
                  <p:nvPr/>
                </p:nvSpPr>
                <p:spPr>
                  <a:xfrm>
                    <a:off x="6156322" y="3218751"/>
                    <a:ext cx="158628" cy="1217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8628" h="121792" extrusionOk="0">
                        <a:moveTo>
                          <a:pt x="58423" y="121793"/>
                        </a:moveTo>
                        <a:lnTo>
                          <a:pt x="100143" y="121793"/>
                        </a:lnTo>
                        <a:cubicBezTo>
                          <a:pt x="126558" y="121793"/>
                          <a:pt x="148720" y="101917"/>
                          <a:pt x="151577" y="75692"/>
                        </a:cubicBezTo>
                        <a:lnTo>
                          <a:pt x="158562" y="11684"/>
                        </a:lnTo>
                        <a:cubicBezTo>
                          <a:pt x="159261" y="5461"/>
                          <a:pt x="154371" y="0"/>
                          <a:pt x="148085" y="0"/>
                        </a:cubicBezTo>
                        <a:lnTo>
                          <a:pt x="10544" y="0"/>
                        </a:lnTo>
                        <a:cubicBezTo>
                          <a:pt x="4257" y="0"/>
                          <a:pt x="-632" y="5461"/>
                          <a:pt x="67" y="11684"/>
                        </a:cubicBezTo>
                        <a:lnTo>
                          <a:pt x="7051" y="75692"/>
                        </a:lnTo>
                        <a:cubicBezTo>
                          <a:pt x="9845" y="101917"/>
                          <a:pt x="32007" y="121793"/>
                          <a:pt x="58423" y="121793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5" name="Google Shape;525;p22"/>
                  <p:cNvSpPr/>
                  <p:nvPr/>
                </p:nvSpPr>
                <p:spPr>
                  <a:xfrm>
                    <a:off x="6173215" y="3247898"/>
                    <a:ext cx="139700" cy="925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9700" h="92582" extrusionOk="0">
                        <a:moveTo>
                          <a:pt x="139700" y="0"/>
                        </a:moveTo>
                        <a:lnTo>
                          <a:pt x="134620" y="46482"/>
                        </a:lnTo>
                        <a:cubicBezTo>
                          <a:pt x="131763" y="72707"/>
                          <a:pt x="109601" y="92583"/>
                          <a:pt x="83185" y="92583"/>
                        </a:cubicBezTo>
                        <a:lnTo>
                          <a:pt x="41466" y="92583"/>
                        </a:lnTo>
                        <a:cubicBezTo>
                          <a:pt x="24575" y="92583"/>
                          <a:pt x="9462" y="84455"/>
                          <a:pt x="0" y="71755"/>
                        </a:cubicBezTo>
                        <a:cubicBezTo>
                          <a:pt x="81852" y="79375"/>
                          <a:pt x="136462" y="29655"/>
                          <a:pt x="13970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6" name="Google Shape;526;p22"/>
                  <p:cNvSpPr/>
                  <p:nvPr/>
                </p:nvSpPr>
                <p:spPr>
                  <a:xfrm>
                    <a:off x="6155214" y="3327272"/>
                    <a:ext cx="160844" cy="23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0844" h="23114" extrusionOk="0">
                        <a:moveTo>
                          <a:pt x="47974" y="23114"/>
                        </a:moveTo>
                        <a:lnTo>
                          <a:pt x="112807" y="23114"/>
                        </a:lnTo>
                        <a:cubicBezTo>
                          <a:pt x="122840" y="23114"/>
                          <a:pt x="132683" y="20638"/>
                          <a:pt x="141509" y="15811"/>
                        </a:cubicBezTo>
                        <a:lnTo>
                          <a:pt x="159099" y="6223"/>
                        </a:lnTo>
                        <a:cubicBezTo>
                          <a:pt x="162147" y="4572"/>
                          <a:pt x="160940" y="0"/>
                          <a:pt x="157511" y="0"/>
                        </a:cubicBezTo>
                        <a:lnTo>
                          <a:pt x="3333" y="0"/>
                        </a:lnTo>
                        <a:cubicBezTo>
                          <a:pt x="-96" y="0"/>
                          <a:pt x="-1302" y="4572"/>
                          <a:pt x="1746" y="6223"/>
                        </a:cubicBezTo>
                        <a:lnTo>
                          <a:pt x="19335" y="15811"/>
                        </a:lnTo>
                        <a:cubicBezTo>
                          <a:pt x="28098" y="20574"/>
                          <a:pt x="37941" y="23114"/>
                          <a:pt x="47974" y="23114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7" name="Google Shape;527;p22"/>
                  <p:cNvSpPr/>
                  <p:nvPr/>
                </p:nvSpPr>
                <p:spPr>
                  <a:xfrm>
                    <a:off x="6204140" y="3346513"/>
                    <a:ext cx="62864" cy="38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864" h="3809" extrusionOk="0">
                        <a:moveTo>
                          <a:pt x="31432" y="0"/>
                        </a:moveTo>
                        <a:cubicBezTo>
                          <a:pt x="42863" y="0"/>
                          <a:pt x="53594" y="1397"/>
                          <a:pt x="62865" y="3810"/>
                        </a:cubicBezTo>
                        <a:lnTo>
                          <a:pt x="0" y="3810"/>
                        </a:lnTo>
                        <a:cubicBezTo>
                          <a:pt x="9271" y="1397"/>
                          <a:pt x="20002" y="0"/>
                          <a:pt x="31432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28" name="Google Shape;528;p22"/>
                <p:cNvGrpSpPr/>
                <p:nvPr/>
              </p:nvGrpSpPr>
              <p:grpSpPr>
                <a:xfrm>
                  <a:off x="6179046" y="3082734"/>
                  <a:ext cx="109616" cy="122999"/>
                  <a:chOff x="6179046" y="3082734"/>
                  <a:chExt cx="109616" cy="122999"/>
                </a:xfrm>
              </p:grpSpPr>
              <p:sp>
                <p:nvSpPr>
                  <p:cNvPr id="529" name="Google Shape;529;p22"/>
                  <p:cNvSpPr/>
                  <p:nvPr/>
                </p:nvSpPr>
                <p:spPr>
                  <a:xfrm>
                    <a:off x="6263818" y="3101720"/>
                    <a:ext cx="24844" cy="104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44" h="104013" extrusionOk="0">
                        <a:moveTo>
                          <a:pt x="16395" y="0"/>
                        </a:moveTo>
                        <a:cubicBezTo>
                          <a:pt x="-23991" y="32766"/>
                          <a:pt x="24713" y="71120"/>
                          <a:pt x="10807" y="104013"/>
                        </a:cubicBezTo>
                        <a:cubicBezTo>
                          <a:pt x="47510" y="71755"/>
                          <a:pt x="-1449" y="31496"/>
                          <a:pt x="16395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0" name="Google Shape;530;p22"/>
                  <p:cNvSpPr/>
                  <p:nvPr/>
                </p:nvSpPr>
                <p:spPr>
                  <a:xfrm>
                    <a:off x="6235561" y="3082734"/>
                    <a:ext cx="24844" cy="1229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44" h="122999" extrusionOk="0">
                        <a:moveTo>
                          <a:pt x="16395" y="0"/>
                        </a:moveTo>
                        <a:cubicBezTo>
                          <a:pt x="-23991" y="38798"/>
                          <a:pt x="24713" y="84138"/>
                          <a:pt x="10807" y="122999"/>
                        </a:cubicBezTo>
                        <a:cubicBezTo>
                          <a:pt x="47510" y="84836"/>
                          <a:pt x="-1449" y="37274"/>
                          <a:pt x="16395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1" name="Google Shape;531;p22"/>
                  <p:cNvSpPr/>
                  <p:nvPr/>
                </p:nvSpPr>
                <p:spPr>
                  <a:xfrm>
                    <a:off x="6207303" y="3082734"/>
                    <a:ext cx="24844" cy="1229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44" h="122999" extrusionOk="0">
                        <a:moveTo>
                          <a:pt x="16395" y="0"/>
                        </a:moveTo>
                        <a:cubicBezTo>
                          <a:pt x="-23991" y="38798"/>
                          <a:pt x="24713" y="84138"/>
                          <a:pt x="10807" y="122999"/>
                        </a:cubicBezTo>
                        <a:cubicBezTo>
                          <a:pt x="47510" y="84836"/>
                          <a:pt x="-1449" y="37274"/>
                          <a:pt x="16395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2" name="Google Shape;532;p22"/>
                  <p:cNvSpPr/>
                  <p:nvPr/>
                </p:nvSpPr>
                <p:spPr>
                  <a:xfrm>
                    <a:off x="6179046" y="3101720"/>
                    <a:ext cx="24845" cy="104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45" h="104013" extrusionOk="0">
                        <a:moveTo>
                          <a:pt x="16395" y="0"/>
                        </a:moveTo>
                        <a:cubicBezTo>
                          <a:pt x="-23991" y="32766"/>
                          <a:pt x="24713" y="71120"/>
                          <a:pt x="10807" y="104013"/>
                        </a:cubicBezTo>
                        <a:cubicBezTo>
                          <a:pt x="47510" y="71755"/>
                          <a:pt x="-1449" y="31496"/>
                          <a:pt x="16395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533" name="Google Shape;533;p22"/>
              <p:cNvGrpSpPr/>
              <p:nvPr/>
            </p:nvGrpSpPr>
            <p:grpSpPr>
              <a:xfrm>
                <a:off x="8399911" y="3700032"/>
                <a:ext cx="1145195" cy="1326129"/>
                <a:chOff x="9395777" y="2231898"/>
                <a:chExt cx="733488" cy="849375"/>
              </a:xfrm>
            </p:grpSpPr>
            <p:sp>
              <p:nvSpPr>
                <p:cNvPr id="534" name="Google Shape;534;p22"/>
                <p:cNvSpPr/>
                <p:nvPr/>
              </p:nvSpPr>
              <p:spPr>
                <a:xfrm>
                  <a:off x="9395777" y="2231898"/>
                  <a:ext cx="733488" cy="84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3488" h="849375" extrusionOk="0">
                      <a:moveTo>
                        <a:pt x="630555" y="849376"/>
                      </a:moveTo>
                      <a:lnTo>
                        <a:pt x="0" y="849376"/>
                      </a:lnTo>
                      <a:lnTo>
                        <a:pt x="102933" y="0"/>
                      </a:lnTo>
                      <a:lnTo>
                        <a:pt x="733489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35" name="Google Shape;535;p22"/>
                <p:cNvGrpSpPr/>
                <p:nvPr/>
              </p:nvGrpSpPr>
              <p:grpSpPr>
                <a:xfrm>
                  <a:off x="9505759" y="2324925"/>
                  <a:ext cx="508444" cy="666496"/>
                  <a:chOff x="9505759" y="2324925"/>
                  <a:chExt cx="508444" cy="666496"/>
                </a:xfrm>
              </p:grpSpPr>
              <p:grpSp>
                <p:nvGrpSpPr>
                  <p:cNvPr id="536" name="Google Shape;536;p22"/>
                  <p:cNvGrpSpPr/>
                  <p:nvPr/>
                </p:nvGrpSpPr>
                <p:grpSpPr>
                  <a:xfrm>
                    <a:off x="9573196" y="2324925"/>
                    <a:ext cx="441007" cy="109982"/>
                    <a:chOff x="9573196" y="2324925"/>
                    <a:chExt cx="441007" cy="109982"/>
                  </a:xfrm>
                </p:grpSpPr>
                <p:sp>
                  <p:nvSpPr>
                    <p:cNvPr id="537" name="Google Shape;537;p22"/>
                    <p:cNvSpPr/>
                    <p:nvPr/>
                  </p:nvSpPr>
                  <p:spPr>
                    <a:xfrm>
                      <a:off x="9584181" y="2324925"/>
                      <a:ext cx="197294" cy="1606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7294" h="16065" extrusionOk="0">
                          <a:moveTo>
                            <a:pt x="195390" y="16065"/>
                          </a:moveTo>
                          <a:lnTo>
                            <a:pt x="0" y="16065"/>
                          </a:lnTo>
                          <a:lnTo>
                            <a:pt x="1969" y="0"/>
                          </a:lnTo>
                          <a:lnTo>
                            <a:pt x="197295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38" name="Google Shape;538;p22"/>
                    <p:cNvSpPr/>
                    <p:nvPr/>
                  </p:nvSpPr>
                  <p:spPr>
                    <a:xfrm>
                      <a:off x="9581070" y="2363724"/>
                      <a:ext cx="433133" cy="63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3133" h="6350" extrusionOk="0">
                          <a:moveTo>
                            <a:pt x="0" y="0"/>
                          </a:moveTo>
                          <a:lnTo>
                            <a:pt x="433133" y="0"/>
                          </a:lnTo>
                          <a:lnTo>
                            <a:pt x="433133" y="6350"/>
                          </a:lnTo>
                          <a:lnTo>
                            <a:pt x="0" y="635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39" name="Google Shape;539;p22"/>
                    <p:cNvSpPr/>
                    <p:nvPr/>
                  </p:nvSpPr>
                  <p:spPr>
                    <a:xfrm>
                      <a:off x="9578467" y="2385377"/>
                      <a:ext cx="433133" cy="63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3133" h="6350" extrusionOk="0">
                          <a:moveTo>
                            <a:pt x="0" y="0"/>
                          </a:moveTo>
                          <a:lnTo>
                            <a:pt x="433134" y="0"/>
                          </a:lnTo>
                          <a:lnTo>
                            <a:pt x="433134" y="6350"/>
                          </a:lnTo>
                          <a:lnTo>
                            <a:pt x="0" y="635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40" name="Google Shape;540;p22"/>
                    <p:cNvSpPr/>
                    <p:nvPr/>
                  </p:nvSpPr>
                  <p:spPr>
                    <a:xfrm>
                      <a:off x="9575800" y="2406967"/>
                      <a:ext cx="433133" cy="63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3133" h="6350" extrusionOk="0">
                          <a:moveTo>
                            <a:pt x="0" y="0"/>
                          </a:moveTo>
                          <a:lnTo>
                            <a:pt x="433133" y="0"/>
                          </a:lnTo>
                          <a:lnTo>
                            <a:pt x="433133" y="6350"/>
                          </a:lnTo>
                          <a:lnTo>
                            <a:pt x="0" y="635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41" name="Google Shape;541;p22"/>
                    <p:cNvSpPr/>
                    <p:nvPr/>
                  </p:nvSpPr>
                  <p:spPr>
                    <a:xfrm>
                      <a:off x="9573196" y="2428557"/>
                      <a:ext cx="155701" cy="63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5701" h="6350" extrusionOk="0">
                          <a:moveTo>
                            <a:pt x="0" y="0"/>
                          </a:moveTo>
                          <a:lnTo>
                            <a:pt x="155702" y="0"/>
                          </a:lnTo>
                          <a:lnTo>
                            <a:pt x="155702" y="6350"/>
                          </a:lnTo>
                          <a:lnTo>
                            <a:pt x="0" y="635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542" name="Google Shape;542;p22"/>
                  <p:cNvGrpSpPr/>
                  <p:nvPr/>
                </p:nvGrpSpPr>
                <p:grpSpPr>
                  <a:xfrm>
                    <a:off x="9550717" y="2510472"/>
                    <a:ext cx="441007" cy="109982"/>
                    <a:chOff x="9550717" y="2510472"/>
                    <a:chExt cx="441007" cy="109982"/>
                  </a:xfrm>
                </p:grpSpPr>
                <p:sp>
                  <p:nvSpPr>
                    <p:cNvPr id="543" name="Google Shape;543;p22"/>
                    <p:cNvSpPr/>
                    <p:nvPr/>
                  </p:nvSpPr>
                  <p:spPr>
                    <a:xfrm>
                      <a:off x="9561703" y="2510472"/>
                      <a:ext cx="197294" cy="1606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7294" h="16065" extrusionOk="0">
                          <a:moveTo>
                            <a:pt x="195390" y="16065"/>
                          </a:moveTo>
                          <a:lnTo>
                            <a:pt x="0" y="16065"/>
                          </a:lnTo>
                          <a:lnTo>
                            <a:pt x="1968" y="0"/>
                          </a:lnTo>
                          <a:lnTo>
                            <a:pt x="197294" y="0"/>
                          </a:lnTo>
                          <a:close/>
                        </a:path>
                      </a:pathLst>
                    </a:custGeom>
                    <a:solidFill>
                      <a:schemeClr val="accent3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44" name="Google Shape;544;p22"/>
                    <p:cNvSpPr/>
                    <p:nvPr/>
                  </p:nvSpPr>
                  <p:spPr>
                    <a:xfrm>
                      <a:off x="9558591" y="2549271"/>
                      <a:ext cx="433133" cy="63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3133" h="6350" extrusionOk="0">
                          <a:moveTo>
                            <a:pt x="0" y="0"/>
                          </a:moveTo>
                          <a:lnTo>
                            <a:pt x="433134" y="0"/>
                          </a:lnTo>
                          <a:lnTo>
                            <a:pt x="433134" y="6350"/>
                          </a:lnTo>
                          <a:lnTo>
                            <a:pt x="0" y="635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45" name="Google Shape;545;p22"/>
                    <p:cNvSpPr/>
                    <p:nvPr/>
                  </p:nvSpPr>
                  <p:spPr>
                    <a:xfrm>
                      <a:off x="9555988" y="2570861"/>
                      <a:ext cx="433133" cy="63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3133" h="6350" extrusionOk="0">
                          <a:moveTo>
                            <a:pt x="0" y="0"/>
                          </a:moveTo>
                          <a:lnTo>
                            <a:pt x="433133" y="0"/>
                          </a:lnTo>
                          <a:lnTo>
                            <a:pt x="433133" y="6350"/>
                          </a:lnTo>
                          <a:lnTo>
                            <a:pt x="0" y="635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46" name="Google Shape;546;p22"/>
                    <p:cNvSpPr/>
                    <p:nvPr/>
                  </p:nvSpPr>
                  <p:spPr>
                    <a:xfrm>
                      <a:off x="9553321" y="2592451"/>
                      <a:ext cx="433133" cy="63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3133" h="6350" extrusionOk="0">
                          <a:moveTo>
                            <a:pt x="0" y="0"/>
                          </a:moveTo>
                          <a:lnTo>
                            <a:pt x="433133" y="0"/>
                          </a:lnTo>
                          <a:lnTo>
                            <a:pt x="433133" y="6350"/>
                          </a:lnTo>
                          <a:lnTo>
                            <a:pt x="0" y="635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47" name="Google Shape;547;p22"/>
                    <p:cNvSpPr/>
                    <p:nvPr/>
                  </p:nvSpPr>
                  <p:spPr>
                    <a:xfrm>
                      <a:off x="9550717" y="2614104"/>
                      <a:ext cx="155701" cy="63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5701" h="6350" extrusionOk="0">
                          <a:moveTo>
                            <a:pt x="0" y="0"/>
                          </a:moveTo>
                          <a:lnTo>
                            <a:pt x="155702" y="0"/>
                          </a:lnTo>
                          <a:lnTo>
                            <a:pt x="155702" y="6350"/>
                          </a:lnTo>
                          <a:lnTo>
                            <a:pt x="0" y="635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548" name="Google Shape;548;p22"/>
                  <p:cNvGrpSpPr/>
                  <p:nvPr/>
                </p:nvGrpSpPr>
                <p:grpSpPr>
                  <a:xfrm>
                    <a:off x="9528238" y="2695955"/>
                    <a:ext cx="441007" cy="109983"/>
                    <a:chOff x="9528238" y="2695955"/>
                    <a:chExt cx="441007" cy="109983"/>
                  </a:xfrm>
                </p:grpSpPr>
                <p:sp>
                  <p:nvSpPr>
                    <p:cNvPr id="549" name="Google Shape;549;p22"/>
                    <p:cNvSpPr/>
                    <p:nvPr/>
                  </p:nvSpPr>
                  <p:spPr>
                    <a:xfrm>
                      <a:off x="9539223" y="2695955"/>
                      <a:ext cx="197294" cy="1606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7294" h="16065" extrusionOk="0">
                          <a:moveTo>
                            <a:pt x="195390" y="16065"/>
                          </a:moveTo>
                          <a:lnTo>
                            <a:pt x="0" y="16065"/>
                          </a:lnTo>
                          <a:lnTo>
                            <a:pt x="1969" y="0"/>
                          </a:lnTo>
                          <a:lnTo>
                            <a:pt x="197295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50" name="Google Shape;550;p22"/>
                    <p:cNvSpPr/>
                    <p:nvPr/>
                  </p:nvSpPr>
                  <p:spPr>
                    <a:xfrm>
                      <a:off x="9536112" y="2734754"/>
                      <a:ext cx="433133" cy="63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3133" h="6350" extrusionOk="0">
                          <a:moveTo>
                            <a:pt x="0" y="0"/>
                          </a:moveTo>
                          <a:lnTo>
                            <a:pt x="433133" y="0"/>
                          </a:lnTo>
                          <a:lnTo>
                            <a:pt x="433133" y="6350"/>
                          </a:lnTo>
                          <a:lnTo>
                            <a:pt x="0" y="635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51" name="Google Shape;551;p22"/>
                    <p:cNvSpPr/>
                    <p:nvPr/>
                  </p:nvSpPr>
                  <p:spPr>
                    <a:xfrm>
                      <a:off x="9533509" y="2756344"/>
                      <a:ext cx="433133" cy="63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3133" h="6350" extrusionOk="0">
                          <a:moveTo>
                            <a:pt x="0" y="0"/>
                          </a:moveTo>
                          <a:lnTo>
                            <a:pt x="433133" y="0"/>
                          </a:lnTo>
                          <a:lnTo>
                            <a:pt x="433133" y="6350"/>
                          </a:lnTo>
                          <a:lnTo>
                            <a:pt x="0" y="635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52" name="Google Shape;552;p22"/>
                    <p:cNvSpPr/>
                    <p:nvPr/>
                  </p:nvSpPr>
                  <p:spPr>
                    <a:xfrm>
                      <a:off x="9530905" y="2777934"/>
                      <a:ext cx="433133" cy="63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3133" h="6350" extrusionOk="0">
                          <a:moveTo>
                            <a:pt x="0" y="0"/>
                          </a:moveTo>
                          <a:lnTo>
                            <a:pt x="433134" y="0"/>
                          </a:lnTo>
                          <a:lnTo>
                            <a:pt x="433134" y="6350"/>
                          </a:lnTo>
                          <a:lnTo>
                            <a:pt x="0" y="635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53" name="Google Shape;553;p22"/>
                    <p:cNvSpPr/>
                    <p:nvPr/>
                  </p:nvSpPr>
                  <p:spPr>
                    <a:xfrm>
                      <a:off x="9528238" y="2799588"/>
                      <a:ext cx="155701" cy="63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5701" h="6350" extrusionOk="0">
                          <a:moveTo>
                            <a:pt x="0" y="0"/>
                          </a:moveTo>
                          <a:lnTo>
                            <a:pt x="155702" y="0"/>
                          </a:lnTo>
                          <a:lnTo>
                            <a:pt x="155702" y="6350"/>
                          </a:lnTo>
                          <a:lnTo>
                            <a:pt x="0" y="635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554" name="Google Shape;554;p22"/>
                  <p:cNvGrpSpPr/>
                  <p:nvPr/>
                </p:nvGrpSpPr>
                <p:grpSpPr>
                  <a:xfrm>
                    <a:off x="9505759" y="2881439"/>
                    <a:ext cx="441007" cy="109982"/>
                    <a:chOff x="9505759" y="2881439"/>
                    <a:chExt cx="441007" cy="109982"/>
                  </a:xfrm>
                </p:grpSpPr>
                <p:sp>
                  <p:nvSpPr>
                    <p:cNvPr id="555" name="Google Shape;555;p22"/>
                    <p:cNvSpPr/>
                    <p:nvPr/>
                  </p:nvSpPr>
                  <p:spPr>
                    <a:xfrm>
                      <a:off x="9516808" y="2881439"/>
                      <a:ext cx="197294" cy="1606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7294" h="16065" extrusionOk="0">
                          <a:moveTo>
                            <a:pt x="195326" y="16065"/>
                          </a:moveTo>
                          <a:lnTo>
                            <a:pt x="0" y="16065"/>
                          </a:lnTo>
                          <a:lnTo>
                            <a:pt x="1905" y="0"/>
                          </a:lnTo>
                          <a:lnTo>
                            <a:pt x="197295" y="0"/>
                          </a:ln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56" name="Google Shape;556;p22"/>
                    <p:cNvSpPr/>
                    <p:nvPr/>
                  </p:nvSpPr>
                  <p:spPr>
                    <a:xfrm>
                      <a:off x="9513633" y="2920238"/>
                      <a:ext cx="433133" cy="63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3133" h="6350" extrusionOk="0">
                          <a:moveTo>
                            <a:pt x="0" y="0"/>
                          </a:moveTo>
                          <a:lnTo>
                            <a:pt x="433133" y="0"/>
                          </a:lnTo>
                          <a:lnTo>
                            <a:pt x="433133" y="6350"/>
                          </a:lnTo>
                          <a:lnTo>
                            <a:pt x="0" y="635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57" name="Google Shape;557;p22"/>
                    <p:cNvSpPr/>
                    <p:nvPr/>
                  </p:nvSpPr>
                  <p:spPr>
                    <a:xfrm>
                      <a:off x="9511030" y="2941828"/>
                      <a:ext cx="433133" cy="63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3133" h="6350" extrusionOk="0">
                          <a:moveTo>
                            <a:pt x="0" y="0"/>
                          </a:moveTo>
                          <a:lnTo>
                            <a:pt x="433134" y="0"/>
                          </a:lnTo>
                          <a:lnTo>
                            <a:pt x="433134" y="6350"/>
                          </a:lnTo>
                          <a:lnTo>
                            <a:pt x="0" y="635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58" name="Google Shape;558;p22"/>
                    <p:cNvSpPr/>
                    <p:nvPr/>
                  </p:nvSpPr>
                  <p:spPr>
                    <a:xfrm>
                      <a:off x="9508426" y="2963481"/>
                      <a:ext cx="433133" cy="63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3133" h="6350" extrusionOk="0">
                          <a:moveTo>
                            <a:pt x="0" y="0"/>
                          </a:moveTo>
                          <a:lnTo>
                            <a:pt x="433133" y="0"/>
                          </a:lnTo>
                          <a:lnTo>
                            <a:pt x="433133" y="6350"/>
                          </a:lnTo>
                          <a:lnTo>
                            <a:pt x="0" y="635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59" name="Google Shape;559;p22"/>
                    <p:cNvSpPr/>
                    <p:nvPr/>
                  </p:nvSpPr>
                  <p:spPr>
                    <a:xfrm>
                      <a:off x="9505759" y="2985071"/>
                      <a:ext cx="155765" cy="63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5765" h="6350" extrusionOk="0">
                          <a:moveTo>
                            <a:pt x="0" y="0"/>
                          </a:moveTo>
                          <a:lnTo>
                            <a:pt x="155766" y="0"/>
                          </a:lnTo>
                          <a:lnTo>
                            <a:pt x="155766" y="6350"/>
                          </a:lnTo>
                          <a:lnTo>
                            <a:pt x="0" y="635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560" name="Google Shape;560;p22"/>
              <p:cNvGrpSpPr/>
              <p:nvPr/>
            </p:nvGrpSpPr>
            <p:grpSpPr>
              <a:xfrm rot="-7736780">
                <a:off x="3575616" y="-399499"/>
                <a:ext cx="1347184" cy="1112959"/>
                <a:chOff x="6429121" y="2632871"/>
                <a:chExt cx="378742" cy="312893"/>
              </a:xfrm>
            </p:grpSpPr>
            <p:sp>
              <p:nvSpPr>
                <p:cNvPr id="561" name="Google Shape;561;p22"/>
                <p:cNvSpPr/>
                <p:nvPr/>
              </p:nvSpPr>
              <p:spPr>
                <a:xfrm>
                  <a:off x="6754558" y="2632871"/>
                  <a:ext cx="53305" cy="519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305" h="51908" extrusionOk="0">
                      <a:moveTo>
                        <a:pt x="24003" y="51908"/>
                      </a:moveTo>
                      <a:lnTo>
                        <a:pt x="0" y="22508"/>
                      </a:lnTo>
                      <a:lnTo>
                        <a:pt x="22289" y="4283"/>
                      </a:lnTo>
                      <a:cubicBezTo>
                        <a:pt x="30417" y="-2321"/>
                        <a:pt x="42355" y="-1178"/>
                        <a:pt x="49023" y="6950"/>
                      </a:cubicBezTo>
                      <a:lnTo>
                        <a:pt x="49023" y="6950"/>
                      </a:lnTo>
                      <a:cubicBezTo>
                        <a:pt x="55626" y="15078"/>
                        <a:pt x="54483" y="27016"/>
                        <a:pt x="46355" y="33684"/>
                      </a:cubicBezTo>
                      <a:lnTo>
                        <a:pt x="24003" y="5190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2" name="Google Shape;562;p22"/>
                <p:cNvSpPr/>
                <p:nvPr/>
              </p:nvSpPr>
              <p:spPr>
                <a:xfrm rot="3046867">
                  <a:off x="6606840" y="2609505"/>
                  <a:ext cx="39510" cy="34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97" h="349631" extrusionOk="0">
                      <a:moveTo>
                        <a:pt x="0" y="0"/>
                      </a:moveTo>
                      <a:lnTo>
                        <a:pt x="39497" y="0"/>
                      </a:lnTo>
                      <a:lnTo>
                        <a:pt x="39497" y="349632"/>
                      </a:lnTo>
                      <a:lnTo>
                        <a:pt x="0" y="34963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3" name="Google Shape;563;p22"/>
                <p:cNvSpPr/>
                <p:nvPr/>
              </p:nvSpPr>
              <p:spPr>
                <a:xfrm>
                  <a:off x="6429121" y="2879725"/>
                  <a:ext cx="74612" cy="660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612" h="66039" extrusionOk="0">
                      <a:moveTo>
                        <a:pt x="49593" y="0"/>
                      </a:moveTo>
                      <a:lnTo>
                        <a:pt x="74612" y="30543"/>
                      </a:lnTo>
                      <a:lnTo>
                        <a:pt x="0" y="6604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64" name="Google Shape;564;p22"/>
                <p:cNvGrpSpPr/>
                <p:nvPr/>
              </p:nvGrpSpPr>
              <p:grpSpPr>
                <a:xfrm>
                  <a:off x="6492866" y="2670991"/>
                  <a:ext cx="269638" cy="224989"/>
                  <a:chOff x="6492866" y="2670991"/>
                  <a:chExt cx="269638" cy="224989"/>
                </a:xfrm>
              </p:grpSpPr>
              <p:sp>
                <p:nvSpPr>
                  <p:cNvPr id="565" name="Google Shape;565;p22"/>
                  <p:cNvSpPr/>
                  <p:nvPr/>
                </p:nvSpPr>
                <p:spPr>
                  <a:xfrm>
                    <a:off x="6492866" y="2670991"/>
                    <a:ext cx="260113" cy="2133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13" h="213305" extrusionOk="0">
                        <a:moveTo>
                          <a:pt x="1977" y="213305"/>
                        </a:moveTo>
                        <a:cubicBezTo>
                          <a:pt x="1406" y="213305"/>
                          <a:pt x="834" y="213051"/>
                          <a:pt x="453" y="212543"/>
                        </a:cubicBezTo>
                        <a:cubicBezTo>
                          <a:pt x="-245" y="211718"/>
                          <a:pt x="-118" y="210448"/>
                          <a:pt x="707" y="209749"/>
                        </a:cubicBezTo>
                        <a:lnTo>
                          <a:pt x="256866" y="454"/>
                        </a:lnTo>
                        <a:cubicBezTo>
                          <a:pt x="257692" y="-245"/>
                          <a:pt x="258962" y="-118"/>
                          <a:pt x="259660" y="707"/>
                        </a:cubicBezTo>
                        <a:cubicBezTo>
                          <a:pt x="260359" y="1533"/>
                          <a:pt x="260232" y="2803"/>
                          <a:pt x="259406" y="3501"/>
                        </a:cubicBezTo>
                        <a:lnTo>
                          <a:pt x="3247" y="212798"/>
                        </a:lnTo>
                        <a:cubicBezTo>
                          <a:pt x="2866" y="213179"/>
                          <a:pt x="2422" y="213305"/>
                          <a:pt x="1977" y="21330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6" name="Google Shape;566;p22"/>
                  <p:cNvSpPr/>
                  <p:nvPr/>
                </p:nvSpPr>
                <p:spPr>
                  <a:xfrm>
                    <a:off x="6502391" y="2682675"/>
                    <a:ext cx="260113" cy="2133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13" h="213305" extrusionOk="0">
                        <a:moveTo>
                          <a:pt x="1978" y="213305"/>
                        </a:moveTo>
                        <a:cubicBezTo>
                          <a:pt x="1406" y="213305"/>
                          <a:pt x="834" y="213051"/>
                          <a:pt x="453" y="212543"/>
                        </a:cubicBezTo>
                        <a:cubicBezTo>
                          <a:pt x="-245" y="211718"/>
                          <a:pt x="-118" y="210448"/>
                          <a:pt x="707" y="209749"/>
                        </a:cubicBezTo>
                        <a:lnTo>
                          <a:pt x="256866" y="453"/>
                        </a:lnTo>
                        <a:cubicBezTo>
                          <a:pt x="257692" y="-245"/>
                          <a:pt x="258962" y="-118"/>
                          <a:pt x="259661" y="707"/>
                        </a:cubicBezTo>
                        <a:cubicBezTo>
                          <a:pt x="260359" y="1533"/>
                          <a:pt x="260232" y="2803"/>
                          <a:pt x="259406" y="3501"/>
                        </a:cubicBezTo>
                        <a:lnTo>
                          <a:pt x="3248" y="212797"/>
                        </a:lnTo>
                        <a:cubicBezTo>
                          <a:pt x="2866" y="213178"/>
                          <a:pt x="2422" y="213305"/>
                          <a:pt x="1978" y="21330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67" name="Google Shape;567;p22"/>
                <p:cNvSpPr/>
                <p:nvPr/>
              </p:nvSpPr>
              <p:spPr>
                <a:xfrm rot="3046867">
                  <a:off x="6743478" y="2653397"/>
                  <a:ext cx="48912" cy="311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95" h="31178" extrusionOk="0">
                      <a:moveTo>
                        <a:pt x="0" y="0"/>
                      </a:moveTo>
                      <a:lnTo>
                        <a:pt x="48895" y="0"/>
                      </a:lnTo>
                      <a:lnTo>
                        <a:pt x="48895" y="31179"/>
                      </a:lnTo>
                      <a:lnTo>
                        <a:pt x="0" y="3117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8" name="Google Shape;568;p22"/>
                <p:cNvSpPr/>
                <p:nvPr/>
              </p:nvSpPr>
              <p:spPr>
                <a:xfrm>
                  <a:off x="6636948" y="2678048"/>
                  <a:ext cx="159577" cy="141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577" h="141737" extrusionOk="0">
                      <a:moveTo>
                        <a:pt x="96655" y="80074"/>
                      </a:moveTo>
                      <a:cubicBezTo>
                        <a:pt x="149043" y="57658"/>
                        <a:pt x="164156" y="19114"/>
                        <a:pt x="158441" y="0"/>
                      </a:cubicBezTo>
                      <a:lnTo>
                        <a:pt x="134310" y="19749"/>
                      </a:lnTo>
                      <a:cubicBezTo>
                        <a:pt x="140216" y="47181"/>
                        <a:pt x="83383" y="80772"/>
                        <a:pt x="50871" y="93536"/>
                      </a:cubicBezTo>
                      <a:cubicBezTo>
                        <a:pt x="18296" y="106299"/>
                        <a:pt x="1849" y="128016"/>
                        <a:pt x="1849" y="128016"/>
                      </a:cubicBezTo>
                      <a:lnTo>
                        <a:pt x="1849" y="128080"/>
                      </a:lnTo>
                      <a:cubicBezTo>
                        <a:pt x="-1008" y="131636"/>
                        <a:pt x="-627" y="137160"/>
                        <a:pt x="3500" y="140208"/>
                      </a:cubicBezTo>
                      <a:cubicBezTo>
                        <a:pt x="6041" y="142049"/>
                        <a:pt x="9596" y="142240"/>
                        <a:pt x="12327" y="140716"/>
                      </a:cubicBezTo>
                      <a:cubicBezTo>
                        <a:pt x="16455" y="138430"/>
                        <a:pt x="17597" y="133668"/>
                        <a:pt x="15946" y="129921"/>
                      </a:cubicBezTo>
                      <a:cubicBezTo>
                        <a:pt x="14740" y="127190"/>
                        <a:pt x="15248" y="123952"/>
                        <a:pt x="17280" y="121793"/>
                      </a:cubicBezTo>
                      <a:cubicBezTo>
                        <a:pt x="33028" y="104521"/>
                        <a:pt x="53666" y="98425"/>
                        <a:pt x="96655" y="8007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569" name="Google Shape;569;p22"/>
            <p:cNvGrpSpPr/>
            <p:nvPr/>
          </p:nvGrpSpPr>
          <p:grpSpPr>
            <a:xfrm>
              <a:off x="8685150" y="3159881"/>
              <a:ext cx="859953" cy="1194928"/>
              <a:chOff x="9910110" y="2427808"/>
              <a:chExt cx="550793" cy="765342"/>
            </a:xfrm>
          </p:grpSpPr>
          <p:grpSp>
            <p:nvGrpSpPr>
              <p:cNvPr id="570" name="Google Shape;570;p22"/>
              <p:cNvGrpSpPr/>
              <p:nvPr/>
            </p:nvGrpSpPr>
            <p:grpSpPr>
              <a:xfrm>
                <a:off x="9910110" y="2533016"/>
                <a:ext cx="550793" cy="660134"/>
                <a:chOff x="9910110" y="2533016"/>
                <a:chExt cx="550793" cy="660134"/>
              </a:xfrm>
            </p:grpSpPr>
            <p:grpSp>
              <p:nvGrpSpPr>
                <p:cNvPr id="571" name="Google Shape;571;p22"/>
                <p:cNvGrpSpPr/>
                <p:nvPr/>
              </p:nvGrpSpPr>
              <p:grpSpPr>
                <a:xfrm>
                  <a:off x="10138105" y="2603020"/>
                  <a:ext cx="90225" cy="215023"/>
                  <a:chOff x="10138105" y="2603020"/>
                  <a:chExt cx="90225" cy="215023"/>
                </a:xfrm>
              </p:grpSpPr>
              <p:sp>
                <p:nvSpPr>
                  <p:cNvPr id="572" name="Google Shape;572;p22"/>
                  <p:cNvSpPr/>
                  <p:nvPr/>
                </p:nvSpPr>
                <p:spPr>
                  <a:xfrm>
                    <a:off x="10167149" y="2631553"/>
                    <a:ext cx="61181" cy="186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181" h="186490" extrusionOk="0">
                        <a:moveTo>
                          <a:pt x="3581" y="182639"/>
                        </a:moveTo>
                        <a:cubicBezTo>
                          <a:pt x="8471" y="187656"/>
                          <a:pt x="16472" y="187783"/>
                          <a:pt x="21552" y="182957"/>
                        </a:cubicBezTo>
                        <a:cubicBezTo>
                          <a:pt x="71019" y="135014"/>
                          <a:pt x="74638" y="56591"/>
                          <a:pt x="29807" y="4394"/>
                        </a:cubicBezTo>
                        <a:cubicBezTo>
                          <a:pt x="25299" y="-876"/>
                          <a:pt x="17234" y="-1511"/>
                          <a:pt x="11900" y="3061"/>
                        </a:cubicBezTo>
                        <a:cubicBezTo>
                          <a:pt x="6566" y="7633"/>
                          <a:pt x="5994" y="15634"/>
                          <a:pt x="10567" y="20968"/>
                        </a:cubicBezTo>
                        <a:cubicBezTo>
                          <a:pt x="46698" y="63005"/>
                          <a:pt x="43777" y="126124"/>
                          <a:pt x="3899" y="164669"/>
                        </a:cubicBezTo>
                        <a:cubicBezTo>
                          <a:pt x="-1181" y="169558"/>
                          <a:pt x="-1307" y="177623"/>
                          <a:pt x="3581" y="182639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3" name="Google Shape;573;p22"/>
                  <p:cNvSpPr/>
                  <p:nvPr/>
                </p:nvSpPr>
                <p:spPr>
                  <a:xfrm>
                    <a:off x="10138105" y="2603020"/>
                    <a:ext cx="33568" cy="298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568" h="29871" extrusionOk="0">
                        <a:moveTo>
                          <a:pt x="3607" y="21498"/>
                        </a:moveTo>
                        <a:cubicBezTo>
                          <a:pt x="4559" y="22514"/>
                          <a:pt x="5702" y="23339"/>
                          <a:pt x="7036" y="24038"/>
                        </a:cubicBezTo>
                        <a:cubicBezTo>
                          <a:pt x="9513" y="25244"/>
                          <a:pt x="11926" y="26641"/>
                          <a:pt x="14275" y="28038"/>
                        </a:cubicBezTo>
                        <a:cubicBezTo>
                          <a:pt x="20244" y="31658"/>
                          <a:pt x="28054" y="29753"/>
                          <a:pt x="31738" y="23784"/>
                        </a:cubicBezTo>
                        <a:cubicBezTo>
                          <a:pt x="35357" y="17751"/>
                          <a:pt x="33451" y="10004"/>
                          <a:pt x="27419" y="6321"/>
                        </a:cubicBezTo>
                        <a:cubicBezTo>
                          <a:pt x="24498" y="4543"/>
                          <a:pt x="21451" y="2892"/>
                          <a:pt x="18402" y="1368"/>
                        </a:cubicBezTo>
                        <a:cubicBezTo>
                          <a:pt x="12116" y="-1807"/>
                          <a:pt x="4496" y="733"/>
                          <a:pt x="1384" y="7020"/>
                        </a:cubicBezTo>
                        <a:cubicBezTo>
                          <a:pt x="-1156" y="11909"/>
                          <a:pt x="-76" y="17751"/>
                          <a:pt x="3607" y="21498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74" name="Google Shape;574;p22"/>
                <p:cNvSpPr/>
                <p:nvPr/>
              </p:nvSpPr>
              <p:spPr>
                <a:xfrm>
                  <a:off x="10254022" y="2946249"/>
                  <a:ext cx="206881" cy="2469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881" h="246901" extrusionOk="0">
                      <a:moveTo>
                        <a:pt x="136673" y="241641"/>
                      </a:moveTo>
                      <a:cubicBezTo>
                        <a:pt x="152548" y="263167"/>
                        <a:pt x="220366" y="213066"/>
                        <a:pt x="204491" y="191539"/>
                      </a:cubicBezTo>
                      <a:lnTo>
                        <a:pt x="53044" y="3833"/>
                      </a:lnTo>
                      <a:cubicBezTo>
                        <a:pt x="41297" y="-12105"/>
                        <a:pt x="-10012" y="25804"/>
                        <a:pt x="1736" y="41743"/>
                      </a:cubicBezTo>
                      <a:lnTo>
                        <a:pt x="136673" y="24164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5" name="Google Shape;575;p22"/>
                <p:cNvSpPr/>
                <p:nvPr/>
              </p:nvSpPr>
              <p:spPr>
                <a:xfrm>
                  <a:off x="9910110" y="2533016"/>
                  <a:ext cx="375808" cy="3757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808" h="375790" extrusionOk="0">
                      <a:moveTo>
                        <a:pt x="36783" y="299528"/>
                      </a:moveTo>
                      <a:cubicBezTo>
                        <a:pt x="98442" y="382967"/>
                        <a:pt x="216108" y="400684"/>
                        <a:pt x="299546" y="339025"/>
                      </a:cubicBezTo>
                      <a:cubicBezTo>
                        <a:pt x="382985" y="277367"/>
                        <a:pt x="400702" y="159701"/>
                        <a:pt x="339044" y="76262"/>
                      </a:cubicBezTo>
                      <a:cubicBezTo>
                        <a:pt x="277385" y="-7177"/>
                        <a:pt x="159720" y="-24893"/>
                        <a:pt x="76281" y="36765"/>
                      </a:cubicBezTo>
                      <a:cubicBezTo>
                        <a:pt x="-7222" y="98360"/>
                        <a:pt x="-24875" y="216026"/>
                        <a:pt x="36783" y="299528"/>
                      </a:cubicBezTo>
                      <a:close/>
                      <a:moveTo>
                        <a:pt x="64343" y="279145"/>
                      </a:moveTo>
                      <a:cubicBezTo>
                        <a:pt x="13923" y="210882"/>
                        <a:pt x="28402" y="114680"/>
                        <a:pt x="96601" y="64261"/>
                      </a:cubicBezTo>
                      <a:cubicBezTo>
                        <a:pt x="164863" y="13842"/>
                        <a:pt x="261066" y="28320"/>
                        <a:pt x="311484" y="96519"/>
                      </a:cubicBezTo>
                      <a:cubicBezTo>
                        <a:pt x="361904" y="164781"/>
                        <a:pt x="347426" y="260984"/>
                        <a:pt x="279227" y="311403"/>
                      </a:cubicBezTo>
                      <a:cubicBezTo>
                        <a:pt x="210964" y="361822"/>
                        <a:pt x="114762" y="347407"/>
                        <a:pt x="64343" y="27914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6" name="Google Shape;576;p22"/>
                <p:cNvSpPr/>
                <p:nvPr/>
              </p:nvSpPr>
              <p:spPr>
                <a:xfrm>
                  <a:off x="10179939" y="2843339"/>
                  <a:ext cx="120977" cy="1415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977" h="141501" extrusionOk="0">
                      <a:moveTo>
                        <a:pt x="81979" y="138938"/>
                      </a:moveTo>
                      <a:cubicBezTo>
                        <a:pt x="90170" y="150051"/>
                        <a:pt x="128016" y="122111"/>
                        <a:pt x="119824" y="110998"/>
                      </a:cubicBezTo>
                      <a:lnTo>
                        <a:pt x="37846" y="0"/>
                      </a:lnTo>
                      <a:lnTo>
                        <a:pt x="0" y="27940"/>
                      </a:lnTo>
                      <a:lnTo>
                        <a:pt x="81979" y="13893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77" name="Google Shape;577;p22"/>
              <p:cNvSpPr/>
              <p:nvPr/>
            </p:nvSpPr>
            <p:spPr>
              <a:xfrm>
                <a:off x="10334091" y="2804769"/>
                <a:ext cx="85077" cy="46888"/>
              </a:xfrm>
              <a:custGeom>
                <a:avLst/>
                <a:gdLst/>
                <a:ahLst/>
                <a:cxnLst/>
                <a:rect l="l" t="t" r="r" b="b"/>
                <a:pathLst>
                  <a:path w="85077" h="46888" extrusionOk="0">
                    <a:moveTo>
                      <a:pt x="73813" y="46888"/>
                    </a:moveTo>
                    <a:cubicBezTo>
                      <a:pt x="72478" y="46888"/>
                      <a:pt x="71082" y="46635"/>
                      <a:pt x="69685" y="46126"/>
                    </a:cubicBezTo>
                    <a:lnTo>
                      <a:pt x="7201" y="21806"/>
                    </a:lnTo>
                    <a:cubicBezTo>
                      <a:pt x="1359" y="19520"/>
                      <a:pt x="-1498" y="12979"/>
                      <a:pt x="788" y="7201"/>
                    </a:cubicBezTo>
                    <a:cubicBezTo>
                      <a:pt x="3073" y="1359"/>
                      <a:pt x="9614" y="-1499"/>
                      <a:pt x="15392" y="788"/>
                    </a:cubicBezTo>
                    <a:lnTo>
                      <a:pt x="77877" y="25108"/>
                    </a:lnTo>
                    <a:cubicBezTo>
                      <a:pt x="83718" y="27394"/>
                      <a:pt x="86576" y="33935"/>
                      <a:pt x="84289" y="39713"/>
                    </a:cubicBezTo>
                    <a:cubicBezTo>
                      <a:pt x="82576" y="44158"/>
                      <a:pt x="78321" y="46888"/>
                      <a:pt x="73813" y="4688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22"/>
              <p:cNvSpPr/>
              <p:nvPr/>
            </p:nvSpPr>
            <p:spPr>
              <a:xfrm>
                <a:off x="10351894" y="2715386"/>
                <a:ext cx="89666" cy="24067"/>
              </a:xfrm>
              <a:custGeom>
                <a:avLst/>
                <a:gdLst/>
                <a:ahLst/>
                <a:cxnLst/>
                <a:rect l="l" t="t" r="r" b="b"/>
                <a:pathLst>
                  <a:path w="89666" h="24067" extrusionOk="0">
                    <a:moveTo>
                      <a:pt x="78362" y="24067"/>
                    </a:moveTo>
                    <a:cubicBezTo>
                      <a:pt x="78298" y="24067"/>
                      <a:pt x="78171" y="24067"/>
                      <a:pt x="78108" y="24067"/>
                    </a:cubicBezTo>
                    <a:lnTo>
                      <a:pt x="11051" y="22607"/>
                    </a:lnTo>
                    <a:cubicBezTo>
                      <a:pt x="4828" y="22480"/>
                      <a:pt x="-125" y="17273"/>
                      <a:pt x="2" y="11050"/>
                    </a:cubicBezTo>
                    <a:cubicBezTo>
                      <a:pt x="130" y="4827"/>
                      <a:pt x="5273" y="-63"/>
                      <a:pt x="11560" y="1"/>
                    </a:cubicBezTo>
                    <a:lnTo>
                      <a:pt x="78615" y="1461"/>
                    </a:lnTo>
                    <a:cubicBezTo>
                      <a:pt x="84838" y="1588"/>
                      <a:pt x="89791" y="6795"/>
                      <a:pt x="89664" y="13018"/>
                    </a:cubicBezTo>
                    <a:cubicBezTo>
                      <a:pt x="89474" y="19114"/>
                      <a:pt x="84458" y="24067"/>
                      <a:pt x="78362" y="2406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Google Shape;579;p22"/>
              <p:cNvSpPr/>
              <p:nvPr/>
            </p:nvSpPr>
            <p:spPr>
              <a:xfrm>
                <a:off x="10338011" y="2603647"/>
                <a:ext cx="86128" cy="44175"/>
              </a:xfrm>
              <a:custGeom>
                <a:avLst/>
                <a:gdLst/>
                <a:ahLst/>
                <a:cxnLst/>
                <a:rect l="l" t="t" r="r" b="b"/>
                <a:pathLst>
                  <a:path w="86128" h="44175" extrusionOk="0">
                    <a:moveTo>
                      <a:pt x="11346" y="44176"/>
                    </a:moveTo>
                    <a:cubicBezTo>
                      <a:pt x="6647" y="44176"/>
                      <a:pt x="2265" y="41191"/>
                      <a:pt x="614" y="36492"/>
                    </a:cubicBezTo>
                    <a:cubicBezTo>
                      <a:pt x="-1417" y="30587"/>
                      <a:pt x="1758" y="24173"/>
                      <a:pt x="7663" y="22141"/>
                    </a:cubicBezTo>
                    <a:lnTo>
                      <a:pt x="71163" y="615"/>
                    </a:lnTo>
                    <a:cubicBezTo>
                      <a:pt x="77069" y="-1417"/>
                      <a:pt x="83482" y="1758"/>
                      <a:pt x="85514" y="7663"/>
                    </a:cubicBezTo>
                    <a:cubicBezTo>
                      <a:pt x="87546" y="13569"/>
                      <a:pt x="84371" y="19982"/>
                      <a:pt x="78465" y="22014"/>
                    </a:cubicBezTo>
                    <a:lnTo>
                      <a:pt x="14965" y="43541"/>
                    </a:lnTo>
                    <a:cubicBezTo>
                      <a:pt x="13759" y="43985"/>
                      <a:pt x="12552" y="44176"/>
                      <a:pt x="11346" y="4417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0" name="Google Shape;580;p22"/>
              <p:cNvSpPr/>
              <p:nvPr/>
            </p:nvSpPr>
            <p:spPr>
              <a:xfrm>
                <a:off x="10294218" y="2503339"/>
                <a:ext cx="74908" cy="64600"/>
              </a:xfrm>
              <a:custGeom>
                <a:avLst/>
                <a:gdLst/>
                <a:ahLst/>
                <a:cxnLst/>
                <a:rect l="l" t="t" r="r" b="b"/>
                <a:pathLst>
                  <a:path w="74908" h="64600" extrusionOk="0">
                    <a:moveTo>
                      <a:pt x="11324" y="64601"/>
                    </a:moveTo>
                    <a:cubicBezTo>
                      <a:pt x="8022" y="64601"/>
                      <a:pt x="4720" y="63140"/>
                      <a:pt x="2498" y="60346"/>
                    </a:cubicBezTo>
                    <a:cubicBezTo>
                      <a:pt x="-1439" y="55457"/>
                      <a:pt x="-614" y="48345"/>
                      <a:pt x="4212" y="44471"/>
                    </a:cubicBezTo>
                    <a:lnTo>
                      <a:pt x="56536" y="2498"/>
                    </a:lnTo>
                    <a:cubicBezTo>
                      <a:pt x="61426" y="-1439"/>
                      <a:pt x="68538" y="-614"/>
                      <a:pt x="72411" y="4212"/>
                    </a:cubicBezTo>
                    <a:cubicBezTo>
                      <a:pt x="76348" y="9102"/>
                      <a:pt x="75523" y="16214"/>
                      <a:pt x="70697" y="20087"/>
                    </a:cubicBezTo>
                    <a:lnTo>
                      <a:pt x="18373" y="62061"/>
                    </a:lnTo>
                    <a:cubicBezTo>
                      <a:pt x="16277" y="63775"/>
                      <a:pt x="13801" y="64601"/>
                      <a:pt x="11324" y="6460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1" name="Google Shape;581;p22"/>
              <p:cNvSpPr/>
              <p:nvPr/>
            </p:nvSpPr>
            <p:spPr>
              <a:xfrm>
                <a:off x="10225671" y="2427808"/>
                <a:ext cx="57441" cy="79997"/>
              </a:xfrm>
              <a:custGeom>
                <a:avLst/>
                <a:gdLst/>
                <a:ahLst/>
                <a:cxnLst/>
                <a:rect l="l" t="t" r="r" b="b"/>
                <a:pathLst>
                  <a:path w="57441" h="79997" extrusionOk="0">
                    <a:moveTo>
                      <a:pt x="11290" y="79997"/>
                    </a:moveTo>
                    <a:cubicBezTo>
                      <a:pt x="9322" y="79997"/>
                      <a:pt x="7290" y="79489"/>
                      <a:pt x="5448" y="78346"/>
                    </a:cubicBezTo>
                    <a:cubicBezTo>
                      <a:pt x="114" y="75108"/>
                      <a:pt x="-1600" y="68123"/>
                      <a:pt x="1638" y="62789"/>
                    </a:cubicBezTo>
                    <a:lnTo>
                      <a:pt x="36436" y="5448"/>
                    </a:lnTo>
                    <a:cubicBezTo>
                      <a:pt x="39675" y="114"/>
                      <a:pt x="46659" y="-1600"/>
                      <a:pt x="51994" y="1638"/>
                    </a:cubicBezTo>
                    <a:cubicBezTo>
                      <a:pt x="57328" y="4877"/>
                      <a:pt x="59042" y="11862"/>
                      <a:pt x="55804" y="17196"/>
                    </a:cubicBezTo>
                    <a:lnTo>
                      <a:pt x="21006" y="74536"/>
                    </a:lnTo>
                    <a:cubicBezTo>
                      <a:pt x="18847" y="78029"/>
                      <a:pt x="15100" y="79997"/>
                      <a:pt x="11290" y="7999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84" name="Google Shape;584;p23"/>
          <p:cNvSpPr txBox="1">
            <a:spLocks noGrp="1"/>
          </p:cNvSpPr>
          <p:nvPr>
            <p:ph type="subTitle" idx="1"/>
          </p:nvPr>
        </p:nvSpPr>
        <p:spPr>
          <a:xfrm>
            <a:off x="4832078" y="1973775"/>
            <a:ext cx="3254100" cy="18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5" name="Google Shape;585;p23"/>
          <p:cNvSpPr txBox="1">
            <a:spLocks noGrp="1"/>
          </p:cNvSpPr>
          <p:nvPr>
            <p:ph type="subTitle" idx="2"/>
          </p:nvPr>
        </p:nvSpPr>
        <p:spPr>
          <a:xfrm>
            <a:off x="1057900" y="1973775"/>
            <a:ext cx="3254100" cy="18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86" name="Google Shape;586;p23"/>
          <p:cNvGrpSpPr/>
          <p:nvPr/>
        </p:nvGrpSpPr>
        <p:grpSpPr>
          <a:xfrm>
            <a:off x="-1032808" y="-146081"/>
            <a:ext cx="10096642" cy="5763195"/>
            <a:chOff x="-1032808" y="-146081"/>
            <a:chExt cx="10096642" cy="5763195"/>
          </a:xfrm>
        </p:grpSpPr>
        <p:grpSp>
          <p:nvGrpSpPr>
            <p:cNvPr id="587" name="Google Shape;587;p23"/>
            <p:cNvGrpSpPr/>
            <p:nvPr/>
          </p:nvGrpSpPr>
          <p:grpSpPr>
            <a:xfrm rot="687335">
              <a:off x="-868197" y="-23311"/>
              <a:ext cx="1416822" cy="1799755"/>
              <a:chOff x="2997187" y="-465334"/>
              <a:chExt cx="922902" cy="1172339"/>
            </a:xfrm>
          </p:grpSpPr>
          <p:sp>
            <p:nvSpPr>
              <p:cNvPr id="588" name="Google Shape;588;p23"/>
              <p:cNvSpPr/>
              <p:nvPr/>
            </p:nvSpPr>
            <p:spPr>
              <a:xfrm>
                <a:off x="2997187" y="-465334"/>
                <a:ext cx="922902" cy="1172339"/>
              </a:xfrm>
              <a:custGeom>
                <a:avLst/>
                <a:gdLst/>
                <a:ahLst/>
                <a:cxnLst/>
                <a:rect l="l" t="t" r="r" b="b"/>
                <a:pathLst>
                  <a:path w="687450" h="873251" extrusionOk="0">
                    <a:moveTo>
                      <a:pt x="687451" y="873252"/>
                    </a:moveTo>
                    <a:lnTo>
                      <a:pt x="0" y="873252"/>
                    </a:lnTo>
                    <a:lnTo>
                      <a:pt x="0" y="0"/>
                    </a:lnTo>
                    <a:lnTo>
                      <a:pt x="472631" y="0"/>
                    </a:lnTo>
                    <a:cubicBezTo>
                      <a:pt x="522669" y="0"/>
                      <a:pt x="568516" y="27877"/>
                      <a:pt x="591566" y="72199"/>
                    </a:cubicBezTo>
                    <a:lnTo>
                      <a:pt x="687451" y="256730"/>
                    </a:lnTo>
                    <a:lnTo>
                      <a:pt x="687451" y="873252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89" name="Google Shape;589;p23"/>
              <p:cNvGrpSpPr/>
              <p:nvPr/>
            </p:nvGrpSpPr>
            <p:grpSpPr>
              <a:xfrm>
                <a:off x="3094838" y="-164711"/>
                <a:ext cx="727103" cy="716195"/>
                <a:chOff x="2934017" y="2619755"/>
                <a:chExt cx="541846" cy="533717"/>
              </a:xfrm>
            </p:grpSpPr>
            <p:grpSp>
              <p:nvGrpSpPr>
                <p:cNvPr id="590" name="Google Shape;590;p23"/>
                <p:cNvGrpSpPr/>
                <p:nvPr/>
              </p:nvGrpSpPr>
              <p:grpSpPr>
                <a:xfrm>
                  <a:off x="2934017" y="2619755"/>
                  <a:ext cx="541846" cy="237490"/>
                  <a:chOff x="2934017" y="2619755"/>
                  <a:chExt cx="541846" cy="237490"/>
                </a:xfrm>
              </p:grpSpPr>
              <p:sp>
                <p:nvSpPr>
                  <p:cNvPr id="591" name="Google Shape;591;p23"/>
                  <p:cNvSpPr/>
                  <p:nvPr/>
                </p:nvSpPr>
                <p:spPr>
                  <a:xfrm>
                    <a:off x="2934080" y="2619755"/>
                    <a:ext cx="330961" cy="361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0961" h="36195" extrusionOk="0">
                        <a:moveTo>
                          <a:pt x="312864" y="36195"/>
                        </a:moveTo>
                        <a:lnTo>
                          <a:pt x="18098" y="36195"/>
                        </a:lnTo>
                        <a:cubicBezTo>
                          <a:pt x="8064" y="36195"/>
                          <a:pt x="0" y="28067"/>
                          <a:pt x="0" y="18098"/>
                        </a:cubicBezTo>
                        <a:lnTo>
                          <a:pt x="0" y="18098"/>
                        </a:lnTo>
                        <a:cubicBezTo>
                          <a:pt x="0" y="8064"/>
                          <a:pt x="8128" y="0"/>
                          <a:pt x="18098" y="0"/>
                        </a:cubicBezTo>
                        <a:lnTo>
                          <a:pt x="312864" y="0"/>
                        </a:lnTo>
                        <a:cubicBezTo>
                          <a:pt x="322897" y="0"/>
                          <a:pt x="330962" y="8128"/>
                          <a:pt x="330962" y="18098"/>
                        </a:cubicBezTo>
                        <a:lnTo>
                          <a:pt x="330962" y="18098"/>
                        </a:lnTo>
                        <a:cubicBezTo>
                          <a:pt x="330962" y="28067"/>
                          <a:pt x="322834" y="36195"/>
                          <a:pt x="312864" y="3619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2" name="Google Shape;592;p23"/>
                  <p:cNvSpPr/>
                  <p:nvPr/>
                </p:nvSpPr>
                <p:spPr>
                  <a:xfrm>
                    <a:off x="2934017" y="2695448"/>
                    <a:ext cx="541846" cy="125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1846" h="12572" extrusionOk="0">
                        <a:moveTo>
                          <a:pt x="535940" y="12573"/>
                        </a:moveTo>
                        <a:lnTo>
                          <a:pt x="5906" y="12573"/>
                        </a:lnTo>
                        <a:cubicBezTo>
                          <a:pt x="2604" y="12573"/>
                          <a:pt x="0" y="9906"/>
                          <a:pt x="0" y="6667"/>
                        </a:cubicBezTo>
                        <a:lnTo>
                          <a:pt x="0" y="5905"/>
                        </a:lnTo>
                        <a:cubicBezTo>
                          <a:pt x="0" y="2604"/>
                          <a:pt x="2667" y="0"/>
                          <a:pt x="5906" y="0"/>
                        </a:cubicBezTo>
                        <a:lnTo>
                          <a:pt x="535940" y="0"/>
                        </a:lnTo>
                        <a:cubicBezTo>
                          <a:pt x="539242" y="0"/>
                          <a:pt x="541846" y="2667"/>
                          <a:pt x="541846" y="5905"/>
                        </a:cubicBezTo>
                        <a:lnTo>
                          <a:pt x="541846" y="6667"/>
                        </a:lnTo>
                        <a:cubicBezTo>
                          <a:pt x="541909" y="9969"/>
                          <a:pt x="539242" y="12573"/>
                          <a:pt x="535940" y="125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3" name="Google Shape;593;p23"/>
                  <p:cNvSpPr/>
                  <p:nvPr/>
                </p:nvSpPr>
                <p:spPr>
                  <a:xfrm>
                    <a:off x="2934017" y="2745232"/>
                    <a:ext cx="541846" cy="125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1846" h="12572" extrusionOk="0">
                        <a:moveTo>
                          <a:pt x="535940" y="12573"/>
                        </a:moveTo>
                        <a:lnTo>
                          <a:pt x="5906" y="12573"/>
                        </a:lnTo>
                        <a:cubicBezTo>
                          <a:pt x="2604" y="12573"/>
                          <a:pt x="0" y="9906"/>
                          <a:pt x="0" y="6667"/>
                        </a:cubicBezTo>
                        <a:lnTo>
                          <a:pt x="0" y="5905"/>
                        </a:lnTo>
                        <a:cubicBezTo>
                          <a:pt x="0" y="2604"/>
                          <a:pt x="2667" y="0"/>
                          <a:pt x="5906" y="0"/>
                        </a:cubicBezTo>
                        <a:lnTo>
                          <a:pt x="535940" y="0"/>
                        </a:lnTo>
                        <a:cubicBezTo>
                          <a:pt x="539242" y="0"/>
                          <a:pt x="541846" y="2667"/>
                          <a:pt x="541846" y="5905"/>
                        </a:cubicBezTo>
                        <a:lnTo>
                          <a:pt x="541846" y="6667"/>
                        </a:lnTo>
                        <a:cubicBezTo>
                          <a:pt x="541909" y="9906"/>
                          <a:pt x="539242" y="12573"/>
                          <a:pt x="535940" y="125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4" name="Google Shape;594;p23"/>
                  <p:cNvSpPr/>
                  <p:nvPr/>
                </p:nvSpPr>
                <p:spPr>
                  <a:xfrm>
                    <a:off x="2934017" y="2794952"/>
                    <a:ext cx="541846" cy="12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1846" h="12573" extrusionOk="0">
                        <a:moveTo>
                          <a:pt x="535940" y="12573"/>
                        </a:moveTo>
                        <a:lnTo>
                          <a:pt x="5906" y="12573"/>
                        </a:lnTo>
                        <a:cubicBezTo>
                          <a:pt x="2604" y="12573"/>
                          <a:pt x="0" y="9906"/>
                          <a:pt x="0" y="6668"/>
                        </a:cubicBezTo>
                        <a:lnTo>
                          <a:pt x="0" y="5905"/>
                        </a:lnTo>
                        <a:cubicBezTo>
                          <a:pt x="0" y="2604"/>
                          <a:pt x="2667" y="0"/>
                          <a:pt x="5906" y="0"/>
                        </a:cubicBezTo>
                        <a:lnTo>
                          <a:pt x="535940" y="0"/>
                        </a:lnTo>
                        <a:cubicBezTo>
                          <a:pt x="539242" y="0"/>
                          <a:pt x="541846" y="2667"/>
                          <a:pt x="541846" y="5905"/>
                        </a:cubicBezTo>
                        <a:lnTo>
                          <a:pt x="541846" y="6668"/>
                        </a:lnTo>
                        <a:cubicBezTo>
                          <a:pt x="541909" y="9906"/>
                          <a:pt x="539242" y="12573"/>
                          <a:pt x="535940" y="125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5" name="Google Shape;595;p23"/>
                  <p:cNvSpPr/>
                  <p:nvPr/>
                </p:nvSpPr>
                <p:spPr>
                  <a:xfrm>
                    <a:off x="2934017" y="2844673"/>
                    <a:ext cx="225743" cy="125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5743" h="12572" extrusionOk="0">
                        <a:moveTo>
                          <a:pt x="219837" y="12573"/>
                        </a:moveTo>
                        <a:lnTo>
                          <a:pt x="5906" y="12573"/>
                        </a:lnTo>
                        <a:cubicBezTo>
                          <a:pt x="2604" y="12573"/>
                          <a:pt x="0" y="9906"/>
                          <a:pt x="0" y="6667"/>
                        </a:cubicBezTo>
                        <a:lnTo>
                          <a:pt x="0" y="5905"/>
                        </a:lnTo>
                        <a:cubicBezTo>
                          <a:pt x="0" y="2604"/>
                          <a:pt x="2667" y="0"/>
                          <a:pt x="5906" y="0"/>
                        </a:cubicBezTo>
                        <a:lnTo>
                          <a:pt x="219837" y="0"/>
                        </a:lnTo>
                        <a:cubicBezTo>
                          <a:pt x="223139" y="0"/>
                          <a:pt x="225743" y="2667"/>
                          <a:pt x="225743" y="5905"/>
                        </a:cubicBezTo>
                        <a:lnTo>
                          <a:pt x="225743" y="6667"/>
                        </a:lnTo>
                        <a:cubicBezTo>
                          <a:pt x="225806" y="9906"/>
                          <a:pt x="223139" y="12573"/>
                          <a:pt x="219837" y="125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96" name="Google Shape;596;p23"/>
                <p:cNvGrpSpPr/>
                <p:nvPr/>
              </p:nvGrpSpPr>
              <p:grpSpPr>
                <a:xfrm>
                  <a:off x="2934017" y="2915983"/>
                  <a:ext cx="541846" cy="237489"/>
                  <a:chOff x="2934017" y="2915983"/>
                  <a:chExt cx="541846" cy="237489"/>
                </a:xfrm>
              </p:grpSpPr>
              <p:sp>
                <p:nvSpPr>
                  <p:cNvPr id="597" name="Google Shape;597;p23"/>
                  <p:cNvSpPr/>
                  <p:nvPr/>
                </p:nvSpPr>
                <p:spPr>
                  <a:xfrm>
                    <a:off x="2934080" y="2915983"/>
                    <a:ext cx="330961" cy="361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0961" h="36195" extrusionOk="0">
                        <a:moveTo>
                          <a:pt x="312864" y="36195"/>
                        </a:moveTo>
                        <a:lnTo>
                          <a:pt x="18098" y="36195"/>
                        </a:lnTo>
                        <a:cubicBezTo>
                          <a:pt x="8064" y="36195"/>
                          <a:pt x="0" y="28067"/>
                          <a:pt x="0" y="18098"/>
                        </a:cubicBezTo>
                        <a:lnTo>
                          <a:pt x="0" y="18098"/>
                        </a:lnTo>
                        <a:cubicBezTo>
                          <a:pt x="0" y="8065"/>
                          <a:pt x="8128" y="0"/>
                          <a:pt x="18098" y="0"/>
                        </a:cubicBezTo>
                        <a:lnTo>
                          <a:pt x="312864" y="0"/>
                        </a:lnTo>
                        <a:cubicBezTo>
                          <a:pt x="322897" y="0"/>
                          <a:pt x="330962" y="8128"/>
                          <a:pt x="330962" y="18098"/>
                        </a:cubicBezTo>
                        <a:lnTo>
                          <a:pt x="330962" y="18098"/>
                        </a:lnTo>
                        <a:cubicBezTo>
                          <a:pt x="330962" y="28131"/>
                          <a:pt x="322834" y="36195"/>
                          <a:pt x="312864" y="3619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8" name="Google Shape;598;p23"/>
                  <p:cNvSpPr/>
                  <p:nvPr/>
                </p:nvSpPr>
                <p:spPr>
                  <a:xfrm>
                    <a:off x="2934017" y="2991739"/>
                    <a:ext cx="541846" cy="125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1846" h="12572" extrusionOk="0">
                        <a:moveTo>
                          <a:pt x="535940" y="12573"/>
                        </a:moveTo>
                        <a:lnTo>
                          <a:pt x="5906" y="12573"/>
                        </a:lnTo>
                        <a:cubicBezTo>
                          <a:pt x="2604" y="12573"/>
                          <a:pt x="0" y="9906"/>
                          <a:pt x="0" y="6667"/>
                        </a:cubicBezTo>
                        <a:lnTo>
                          <a:pt x="0" y="5905"/>
                        </a:lnTo>
                        <a:cubicBezTo>
                          <a:pt x="0" y="2603"/>
                          <a:pt x="2667" y="0"/>
                          <a:pt x="5906" y="0"/>
                        </a:cubicBezTo>
                        <a:lnTo>
                          <a:pt x="535940" y="0"/>
                        </a:lnTo>
                        <a:cubicBezTo>
                          <a:pt x="539242" y="0"/>
                          <a:pt x="541846" y="2667"/>
                          <a:pt x="541846" y="5905"/>
                        </a:cubicBezTo>
                        <a:lnTo>
                          <a:pt x="541846" y="6667"/>
                        </a:lnTo>
                        <a:cubicBezTo>
                          <a:pt x="541909" y="9906"/>
                          <a:pt x="539242" y="12573"/>
                          <a:pt x="535940" y="125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9" name="Google Shape;599;p23"/>
                  <p:cNvSpPr/>
                  <p:nvPr/>
                </p:nvSpPr>
                <p:spPr>
                  <a:xfrm>
                    <a:off x="2934017" y="3041459"/>
                    <a:ext cx="541846" cy="12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1846" h="12573" extrusionOk="0">
                        <a:moveTo>
                          <a:pt x="535940" y="12573"/>
                        </a:moveTo>
                        <a:lnTo>
                          <a:pt x="5906" y="12573"/>
                        </a:lnTo>
                        <a:cubicBezTo>
                          <a:pt x="2604" y="12573"/>
                          <a:pt x="0" y="9906"/>
                          <a:pt x="0" y="6667"/>
                        </a:cubicBezTo>
                        <a:lnTo>
                          <a:pt x="0" y="5905"/>
                        </a:lnTo>
                        <a:cubicBezTo>
                          <a:pt x="0" y="2604"/>
                          <a:pt x="2667" y="0"/>
                          <a:pt x="5906" y="0"/>
                        </a:cubicBezTo>
                        <a:lnTo>
                          <a:pt x="535940" y="0"/>
                        </a:lnTo>
                        <a:cubicBezTo>
                          <a:pt x="539242" y="0"/>
                          <a:pt x="541846" y="2667"/>
                          <a:pt x="541846" y="5905"/>
                        </a:cubicBezTo>
                        <a:lnTo>
                          <a:pt x="541846" y="6667"/>
                        </a:lnTo>
                        <a:cubicBezTo>
                          <a:pt x="541909" y="9906"/>
                          <a:pt x="539242" y="12573"/>
                          <a:pt x="535940" y="125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00" name="Google Shape;600;p23"/>
                  <p:cNvSpPr/>
                  <p:nvPr/>
                </p:nvSpPr>
                <p:spPr>
                  <a:xfrm>
                    <a:off x="2934017" y="3091179"/>
                    <a:ext cx="541846" cy="12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1846" h="12573" extrusionOk="0">
                        <a:moveTo>
                          <a:pt x="535940" y="12573"/>
                        </a:moveTo>
                        <a:lnTo>
                          <a:pt x="5906" y="12573"/>
                        </a:lnTo>
                        <a:cubicBezTo>
                          <a:pt x="2604" y="12573"/>
                          <a:pt x="0" y="9906"/>
                          <a:pt x="0" y="6668"/>
                        </a:cubicBezTo>
                        <a:lnTo>
                          <a:pt x="0" y="5906"/>
                        </a:lnTo>
                        <a:cubicBezTo>
                          <a:pt x="0" y="2604"/>
                          <a:pt x="2667" y="0"/>
                          <a:pt x="5906" y="0"/>
                        </a:cubicBezTo>
                        <a:lnTo>
                          <a:pt x="535940" y="0"/>
                        </a:lnTo>
                        <a:cubicBezTo>
                          <a:pt x="539242" y="0"/>
                          <a:pt x="541846" y="2667"/>
                          <a:pt x="541846" y="5906"/>
                        </a:cubicBezTo>
                        <a:lnTo>
                          <a:pt x="541846" y="6668"/>
                        </a:lnTo>
                        <a:cubicBezTo>
                          <a:pt x="541909" y="9906"/>
                          <a:pt x="539242" y="12573"/>
                          <a:pt x="535940" y="125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01" name="Google Shape;601;p23"/>
                  <p:cNvSpPr/>
                  <p:nvPr/>
                </p:nvSpPr>
                <p:spPr>
                  <a:xfrm>
                    <a:off x="2934017" y="3140900"/>
                    <a:ext cx="225743" cy="125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5743" h="12572" extrusionOk="0">
                        <a:moveTo>
                          <a:pt x="219837" y="12573"/>
                        </a:moveTo>
                        <a:lnTo>
                          <a:pt x="5906" y="12573"/>
                        </a:lnTo>
                        <a:cubicBezTo>
                          <a:pt x="2604" y="12573"/>
                          <a:pt x="0" y="9906"/>
                          <a:pt x="0" y="6667"/>
                        </a:cubicBezTo>
                        <a:lnTo>
                          <a:pt x="0" y="5905"/>
                        </a:lnTo>
                        <a:cubicBezTo>
                          <a:pt x="0" y="2604"/>
                          <a:pt x="2667" y="0"/>
                          <a:pt x="5906" y="0"/>
                        </a:cubicBezTo>
                        <a:lnTo>
                          <a:pt x="219837" y="0"/>
                        </a:lnTo>
                        <a:cubicBezTo>
                          <a:pt x="223139" y="0"/>
                          <a:pt x="225743" y="2667"/>
                          <a:pt x="225743" y="5905"/>
                        </a:cubicBezTo>
                        <a:lnTo>
                          <a:pt x="225743" y="6667"/>
                        </a:lnTo>
                        <a:cubicBezTo>
                          <a:pt x="225806" y="9906"/>
                          <a:pt x="223139" y="12573"/>
                          <a:pt x="219837" y="125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602" name="Google Shape;602;p23"/>
              <p:cNvSpPr/>
              <p:nvPr/>
            </p:nvSpPr>
            <p:spPr>
              <a:xfrm>
                <a:off x="3631410" y="-465334"/>
                <a:ext cx="288396" cy="344746"/>
              </a:xfrm>
              <a:custGeom>
                <a:avLst/>
                <a:gdLst/>
                <a:ahLst/>
                <a:cxnLst/>
                <a:rect l="l" t="t" r="r" b="b"/>
                <a:pathLst>
                  <a:path w="214820" h="256794" extrusionOk="0">
                    <a:moveTo>
                      <a:pt x="0" y="0"/>
                    </a:moveTo>
                    <a:cubicBezTo>
                      <a:pt x="62357" y="0"/>
                      <a:pt x="107442" y="53911"/>
                      <a:pt x="47371" y="135382"/>
                    </a:cubicBezTo>
                    <a:lnTo>
                      <a:pt x="214820" y="256794"/>
                    </a:lnTo>
                    <a:lnTo>
                      <a:pt x="118935" y="72263"/>
                    </a:lnTo>
                    <a:cubicBezTo>
                      <a:pt x="95885" y="27813"/>
                      <a:pt x="50038" y="0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03" name="Google Shape;603;p23"/>
            <p:cNvGrpSpPr/>
            <p:nvPr/>
          </p:nvGrpSpPr>
          <p:grpSpPr>
            <a:xfrm rot="-555583">
              <a:off x="7644453" y="4708463"/>
              <a:ext cx="1363567" cy="804185"/>
              <a:chOff x="6092852" y="3218751"/>
              <a:chExt cx="223206" cy="131635"/>
            </a:xfrm>
          </p:grpSpPr>
          <p:sp>
            <p:nvSpPr>
              <p:cNvPr id="604" name="Google Shape;604;p23"/>
              <p:cNvSpPr/>
              <p:nvPr/>
            </p:nvSpPr>
            <p:spPr>
              <a:xfrm>
                <a:off x="6092852" y="3221518"/>
                <a:ext cx="83538" cy="94388"/>
              </a:xfrm>
              <a:custGeom>
                <a:avLst/>
                <a:gdLst/>
                <a:ahLst/>
                <a:cxnLst/>
                <a:rect l="l" t="t" r="r" b="b"/>
                <a:pathLst>
                  <a:path w="83538" h="94388" extrusionOk="0">
                    <a:moveTo>
                      <a:pt x="55408" y="94388"/>
                    </a:moveTo>
                    <a:cubicBezTo>
                      <a:pt x="63917" y="94388"/>
                      <a:pt x="73315" y="93118"/>
                      <a:pt x="83539" y="90578"/>
                    </a:cubicBezTo>
                    <a:lnTo>
                      <a:pt x="81189" y="80990"/>
                    </a:lnTo>
                    <a:cubicBezTo>
                      <a:pt x="57377" y="86895"/>
                      <a:pt x="39279" y="85435"/>
                      <a:pt x="27405" y="76545"/>
                    </a:cubicBezTo>
                    <a:cubicBezTo>
                      <a:pt x="16673" y="68544"/>
                      <a:pt x="10768" y="54510"/>
                      <a:pt x="9879" y="34825"/>
                    </a:cubicBezTo>
                    <a:cubicBezTo>
                      <a:pt x="9498" y="27015"/>
                      <a:pt x="12864" y="19776"/>
                      <a:pt x="19086" y="14950"/>
                    </a:cubicBezTo>
                    <a:cubicBezTo>
                      <a:pt x="25119" y="10251"/>
                      <a:pt x="32739" y="8790"/>
                      <a:pt x="39978" y="10949"/>
                    </a:cubicBezTo>
                    <a:cubicBezTo>
                      <a:pt x="47979" y="13362"/>
                      <a:pt x="56742" y="17236"/>
                      <a:pt x="69378" y="23903"/>
                    </a:cubicBezTo>
                    <a:lnTo>
                      <a:pt x="74014" y="15140"/>
                    </a:lnTo>
                    <a:cubicBezTo>
                      <a:pt x="60742" y="8155"/>
                      <a:pt x="51408" y="4028"/>
                      <a:pt x="42835" y="1424"/>
                    </a:cubicBezTo>
                    <a:cubicBezTo>
                      <a:pt x="32485" y="-1687"/>
                      <a:pt x="21563" y="345"/>
                      <a:pt x="12990" y="7076"/>
                    </a:cubicBezTo>
                    <a:cubicBezTo>
                      <a:pt x="4354" y="13807"/>
                      <a:pt x="-472" y="24348"/>
                      <a:pt x="36" y="35270"/>
                    </a:cubicBezTo>
                    <a:cubicBezTo>
                      <a:pt x="1052" y="57749"/>
                      <a:pt x="8482" y="74767"/>
                      <a:pt x="21499" y="84482"/>
                    </a:cubicBezTo>
                    <a:cubicBezTo>
                      <a:pt x="30326" y="91086"/>
                      <a:pt x="41692" y="94388"/>
                      <a:pt x="55408" y="9438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05" name="Google Shape;605;p23"/>
              <p:cNvGrpSpPr/>
              <p:nvPr/>
            </p:nvGrpSpPr>
            <p:grpSpPr>
              <a:xfrm>
                <a:off x="6146305" y="3226942"/>
                <a:ext cx="30085" cy="88138"/>
                <a:chOff x="6146305" y="3226942"/>
                <a:chExt cx="30085" cy="88138"/>
              </a:xfrm>
            </p:grpSpPr>
            <p:sp>
              <p:nvSpPr>
                <p:cNvPr id="606" name="Google Shape;606;p23"/>
                <p:cNvSpPr/>
                <p:nvPr/>
              </p:nvSpPr>
              <p:spPr>
                <a:xfrm>
                  <a:off x="6155944" y="3302508"/>
                  <a:ext cx="20446" cy="12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46" h="12572" extrusionOk="0">
                      <a:moveTo>
                        <a:pt x="0" y="3111"/>
                      </a:moveTo>
                      <a:cubicBezTo>
                        <a:pt x="5652" y="2603"/>
                        <a:pt x="11621" y="1588"/>
                        <a:pt x="18097" y="0"/>
                      </a:cubicBezTo>
                      <a:lnTo>
                        <a:pt x="20447" y="9589"/>
                      </a:lnTo>
                      <a:cubicBezTo>
                        <a:pt x="14796" y="10985"/>
                        <a:pt x="9461" y="11938"/>
                        <a:pt x="4318" y="12573"/>
                      </a:cubicBezTo>
                      <a:cubicBezTo>
                        <a:pt x="2603" y="9652"/>
                        <a:pt x="1143" y="6477"/>
                        <a:pt x="0" y="311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7" name="Google Shape;607;p23"/>
                <p:cNvSpPr/>
                <p:nvPr/>
              </p:nvSpPr>
              <p:spPr>
                <a:xfrm>
                  <a:off x="6146305" y="3226942"/>
                  <a:ext cx="20560" cy="18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60" h="18478" extrusionOk="0">
                      <a:moveTo>
                        <a:pt x="15925" y="18479"/>
                      </a:moveTo>
                      <a:cubicBezTo>
                        <a:pt x="10210" y="15430"/>
                        <a:pt x="5320" y="13018"/>
                        <a:pt x="875" y="11049"/>
                      </a:cubicBezTo>
                      <a:lnTo>
                        <a:pt x="50" y="3493"/>
                      </a:lnTo>
                      <a:cubicBezTo>
                        <a:pt x="-77" y="2286"/>
                        <a:pt x="50" y="1143"/>
                        <a:pt x="304" y="0"/>
                      </a:cubicBezTo>
                      <a:cubicBezTo>
                        <a:pt x="6082" y="2413"/>
                        <a:pt x="12623" y="5524"/>
                        <a:pt x="20560" y="9715"/>
                      </a:cubicBezTo>
                      <a:lnTo>
                        <a:pt x="15925" y="1847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08" name="Google Shape;608;p23"/>
              <p:cNvSpPr/>
              <p:nvPr/>
            </p:nvSpPr>
            <p:spPr>
              <a:xfrm>
                <a:off x="6156322" y="3218751"/>
                <a:ext cx="158628" cy="121792"/>
              </a:xfrm>
              <a:custGeom>
                <a:avLst/>
                <a:gdLst/>
                <a:ahLst/>
                <a:cxnLst/>
                <a:rect l="l" t="t" r="r" b="b"/>
                <a:pathLst>
                  <a:path w="158628" h="121792" extrusionOk="0">
                    <a:moveTo>
                      <a:pt x="58423" y="121793"/>
                    </a:moveTo>
                    <a:lnTo>
                      <a:pt x="100143" y="121793"/>
                    </a:lnTo>
                    <a:cubicBezTo>
                      <a:pt x="126558" y="121793"/>
                      <a:pt x="148720" y="101917"/>
                      <a:pt x="151577" y="75692"/>
                    </a:cubicBezTo>
                    <a:lnTo>
                      <a:pt x="158562" y="11684"/>
                    </a:lnTo>
                    <a:cubicBezTo>
                      <a:pt x="159261" y="5461"/>
                      <a:pt x="154371" y="0"/>
                      <a:pt x="148085" y="0"/>
                    </a:cubicBezTo>
                    <a:lnTo>
                      <a:pt x="10544" y="0"/>
                    </a:lnTo>
                    <a:cubicBezTo>
                      <a:pt x="4257" y="0"/>
                      <a:pt x="-632" y="5461"/>
                      <a:pt x="67" y="11684"/>
                    </a:cubicBezTo>
                    <a:lnTo>
                      <a:pt x="7051" y="75692"/>
                    </a:lnTo>
                    <a:cubicBezTo>
                      <a:pt x="9845" y="101917"/>
                      <a:pt x="32007" y="121793"/>
                      <a:pt x="58423" y="12179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>
                <a:off x="6173215" y="3247898"/>
                <a:ext cx="139700" cy="92582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92582" extrusionOk="0">
                    <a:moveTo>
                      <a:pt x="139700" y="0"/>
                    </a:moveTo>
                    <a:lnTo>
                      <a:pt x="134620" y="46482"/>
                    </a:lnTo>
                    <a:cubicBezTo>
                      <a:pt x="131763" y="72707"/>
                      <a:pt x="109601" y="92583"/>
                      <a:pt x="83185" y="92583"/>
                    </a:cubicBezTo>
                    <a:lnTo>
                      <a:pt x="41466" y="92583"/>
                    </a:lnTo>
                    <a:cubicBezTo>
                      <a:pt x="24575" y="92583"/>
                      <a:pt x="9462" y="84455"/>
                      <a:pt x="0" y="71755"/>
                    </a:cubicBezTo>
                    <a:cubicBezTo>
                      <a:pt x="81852" y="79375"/>
                      <a:pt x="136462" y="29655"/>
                      <a:pt x="13970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p23"/>
              <p:cNvSpPr/>
              <p:nvPr/>
            </p:nvSpPr>
            <p:spPr>
              <a:xfrm>
                <a:off x="6155214" y="3327272"/>
                <a:ext cx="160844" cy="23114"/>
              </a:xfrm>
              <a:custGeom>
                <a:avLst/>
                <a:gdLst/>
                <a:ahLst/>
                <a:cxnLst/>
                <a:rect l="l" t="t" r="r" b="b"/>
                <a:pathLst>
                  <a:path w="160844" h="23114" extrusionOk="0">
                    <a:moveTo>
                      <a:pt x="47974" y="23114"/>
                    </a:moveTo>
                    <a:lnTo>
                      <a:pt x="112807" y="23114"/>
                    </a:lnTo>
                    <a:cubicBezTo>
                      <a:pt x="122840" y="23114"/>
                      <a:pt x="132683" y="20638"/>
                      <a:pt x="141509" y="15811"/>
                    </a:cubicBezTo>
                    <a:lnTo>
                      <a:pt x="159099" y="6223"/>
                    </a:lnTo>
                    <a:cubicBezTo>
                      <a:pt x="162147" y="4572"/>
                      <a:pt x="160940" y="0"/>
                      <a:pt x="157511" y="0"/>
                    </a:cubicBezTo>
                    <a:lnTo>
                      <a:pt x="3333" y="0"/>
                    </a:lnTo>
                    <a:cubicBezTo>
                      <a:pt x="-96" y="0"/>
                      <a:pt x="-1302" y="4572"/>
                      <a:pt x="1746" y="6223"/>
                    </a:cubicBezTo>
                    <a:lnTo>
                      <a:pt x="19335" y="15811"/>
                    </a:lnTo>
                    <a:cubicBezTo>
                      <a:pt x="28098" y="20574"/>
                      <a:pt x="37941" y="23114"/>
                      <a:pt x="47974" y="2311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1" name="Google Shape;611;p23"/>
              <p:cNvSpPr/>
              <p:nvPr/>
            </p:nvSpPr>
            <p:spPr>
              <a:xfrm>
                <a:off x="6204140" y="3346513"/>
                <a:ext cx="62864" cy="3809"/>
              </a:xfrm>
              <a:custGeom>
                <a:avLst/>
                <a:gdLst/>
                <a:ahLst/>
                <a:cxnLst/>
                <a:rect l="l" t="t" r="r" b="b"/>
                <a:pathLst>
                  <a:path w="62864" h="3809" extrusionOk="0">
                    <a:moveTo>
                      <a:pt x="31432" y="0"/>
                    </a:moveTo>
                    <a:cubicBezTo>
                      <a:pt x="42863" y="0"/>
                      <a:pt x="53594" y="1397"/>
                      <a:pt x="62865" y="3810"/>
                    </a:cubicBezTo>
                    <a:lnTo>
                      <a:pt x="0" y="3810"/>
                    </a:lnTo>
                    <a:cubicBezTo>
                      <a:pt x="9271" y="1397"/>
                      <a:pt x="20002" y="0"/>
                      <a:pt x="314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12" name="Google Shape;612;p23"/>
          <p:cNvGrpSpPr/>
          <p:nvPr/>
        </p:nvGrpSpPr>
        <p:grpSpPr>
          <a:xfrm>
            <a:off x="121440" y="112820"/>
            <a:ext cx="8728487" cy="4869115"/>
            <a:chOff x="121440" y="112820"/>
            <a:chExt cx="8728487" cy="4869115"/>
          </a:xfrm>
        </p:grpSpPr>
        <p:sp>
          <p:nvSpPr>
            <p:cNvPr id="613" name="Google Shape;613;p23"/>
            <p:cNvSpPr/>
            <p:nvPr/>
          </p:nvSpPr>
          <p:spPr>
            <a:xfrm>
              <a:off x="121440" y="2133470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23"/>
            <p:cNvSpPr/>
            <p:nvPr/>
          </p:nvSpPr>
          <p:spPr>
            <a:xfrm>
              <a:off x="8632715" y="4204520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23"/>
            <p:cNvSpPr/>
            <p:nvPr/>
          </p:nvSpPr>
          <p:spPr>
            <a:xfrm>
              <a:off x="6958390" y="4724995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23"/>
            <p:cNvSpPr/>
            <p:nvPr/>
          </p:nvSpPr>
          <p:spPr>
            <a:xfrm>
              <a:off x="1108815" y="112820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19" name="Google Shape;619;p24"/>
          <p:cNvSpPr txBox="1">
            <a:spLocks noGrp="1"/>
          </p:cNvSpPr>
          <p:nvPr>
            <p:ph type="subTitle" idx="1"/>
          </p:nvPr>
        </p:nvSpPr>
        <p:spPr>
          <a:xfrm>
            <a:off x="937625" y="3268396"/>
            <a:ext cx="2175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0" name="Google Shape;620;p24"/>
          <p:cNvSpPr txBox="1">
            <a:spLocks noGrp="1"/>
          </p:cNvSpPr>
          <p:nvPr>
            <p:ph type="subTitle" idx="2"/>
          </p:nvPr>
        </p:nvSpPr>
        <p:spPr>
          <a:xfrm>
            <a:off x="3484348" y="3268396"/>
            <a:ext cx="2175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1" name="Google Shape;621;p24"/>
          <p:cNvSpPr txBox="1">
            <a:spLocks noGrp="1"/>
          </p:cNvSpPr>
          <p:nvPr>
            <p:ph type="subTitle" idx="3"/>
          </p:nvPr>
        </p:nvSpPr>
        <p:spPr>
          <a:xfrm>
            <a:off x="6031075" y="3268396"/>
            <a:ext cx="2175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2" name="Google Shape;622;p24"/>
          <p:cNvSpPr txBox="1">
            <a:spLocks noGrp="1"/>
          </p:cNvSpPr>
          <p:nvPr>
            <p:ph type="subTitle" idx="4"/>
          </p:nvPr>
        </p:nvSpPr>
        <p:spPr>
          <a:xfrm>
            <a:off x="937625" y="2714286"/>
            <a:ext cx="21753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623" name="Google Shape;623;p24"/>
          <p:cNvSpPr txBox="1">
            <a:spLocks noGrp="1"/>
          </p:cNvSpPr>
          <p:nvPr>
            <p:ph type="subTitle" idx="5"/>
          </p:nvPr>
        </p:nvSpPr>
        <p:spPr>
          <a:xfrm>
            <a:off x="3484348" y="2714286"/>
            <a:ext cx="21753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624" name="Google Shape;624;p24"/>
          <p:cNvSpPr txBox="1">
            <a:spLocks noGrp="1"/>
          </p:cNvSpPr>
          <p:nvPr>
            <p:ph type="subTitle" idx="6"/>
          </p:nvPr>
        </p:nvSpPr>
        <p:spPr>
          <a:xfrm>
            <a:off x="6031075" y="2714286"/>
            <a:ext cx="21753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grpSp>
        <p:nvGrpSpPr>
          <p:cNvPr id="625" name="Google Shape;625;p24"/>
          <p:cNvGrpSpPr/>
          <p:nvPr/>
        </p:nvGrpSpPr>
        <p:grpSpPr>
          <a:xfrm>
            <a:off x="232690" y="539495"/>
            <a:ext cx="8852512" cy="4483640"/>
            <a:chOff x="232690" y="539495"/>
            <a:chExt cx="8852512" cy="4483640"/>
          </a:xfrm>
        </p:grpSpPr>
        <p:sp>
          <p:nvSpPr>
            <p:cNvPr id="626" name="Google Shape;626;p24"/>
            <p:cNvSpPr/>
            <p:nvPr/>
          </p:nvSpPr>
          <p:spPr>
            <a:xfrm>
              <a:off x="8572065" y="539495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24"/>
            <p:cNvSpPr/>
            <p:nvPr/>
          </p:nvSpPr>
          <p:spPr>
            <a:xfrm>
              <a:off x="8867990" y="903845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24"/>
            <p:cNvSpPr/>
            <p:nvPr/>
          </p:nvSpPr>
          <p:spPr>
            <a:xfrm>
              <a:off x="232690" y="1701970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24"/>
            <p:cNvSpPr/>
            <p:nvPr/>
          </p:nvSpPr>
          <p:spPr>
            <a:xfrm>
              <a:off x="1258465" y="4766195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0" name="Google Shape;630;p24"/>
          <p:cNvGrpSpPr/>
          <p:nvPr/>
        </p:nvGrpSpPr>
        <p:grpSpPr>
          <a:xfrm>
            <a:off x="-1635608" y="-435771"/>
            <a:ext cx="12113879" cy="4414323"/>
            <a:chOff x="-1635608" y="-435771"/>
            <a:chExt cx="12113879" cy="4414323"/>
          </a:xfrm>
        </p:grpSpPr>
        <p:grpSp>
          <p:nvGrpSpPr>
            <p:cNvPr id="631" name="Google Shape;631;p24"/>
            <p:cNvGrpSpPr/>
            <p:nvPr/>
          </p:nvGrpSpPr>
          <p:grpSpPr>
            <a:xfrm rot="1752978">
              <a:off x="8602848" y="1969132"/>
              <a:ext cx="1548727" cy="1742271"/>
              <a:chOff x="9893871" y="3618738"/>
              <a:chExt cx="738878" cy="831215"/>
            </a:xfrm>
          </p:grpSpPr>
          <p:sp>
            <p:nvSpPr>
              <p:cNvPr id="632" name="Google Shape;632;p24"/>
              <p:cNvSpPr/>
              <p:nvPr/>
            </p:nvSpPr>
            <p:spPr>
              <a:xfrm>
                <a:off x="9893871" y="3618738"/>
                <a:ext cx="554735" cy="831215"/>
              </a:xfrm>
              <a:custGeom>
                <a:avLst/>
                <a:gdLst/>
                <a:ahLst/>
                <a:cxnLst/>
                <a:rect l="l" t="t" r="r" b="b"/>
                <a:pathLst>
                  <a:path w="554735" h="831215" extrusionOk="0">
                    <a:moveTo>
                      <a:pt x="554736" y="831215"/>
                    </a:moveTo>
                    <a:lnTo>
                      <a:pt x="134810" y="831215"/>
                    </a:lnTo>
                    <a:lnTo>
                      <a:pt x="0" y="0"/>
                    </a:lnTo>
                    <a:lnTo>
                      <a:pt x="41998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24"/>
              <p:cNvSpPr/>
              <p:nvPr/>
            </p:nvSpPr>
            <p:spPr>
              <a:xfrm>
                <a:off x="9930638" y="3641216"/>
                <a:ext cx="254825" cy="786320"/>
              </a:xfrm>
              <a:custGeom>
                <a:avLst/>
                <a:gdLst/>
                <a:ahLst/>
                <a:cxnLst/>
                <a:rect l="l" t="t" r="r" b="b"/>
                <a:pathLst>
                  <a:path w="254825" h="786320" extrusionOk="0">
                    <a:moveTo>
                      <a:pt x="254826" y="786321"/>
                    </a:moveTo>
                    <a:lnTo>
                      <a:pt x="127508" y="786321"/>
                    </a:lnTo>
                    <a:lnTo>
                      <a:pt x="0" y="0"/>
                    </a:lnTo>
                    <a:lnTo>
                      <a:pt x="12731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24"/>
              <p:cNvSpPr/>
              <p:nvPr/>
            </p:nvSpPr>
            <p:spPr>
              <a:xfrm>
                <a:off x="10054335" y="3618738"/>
                <a:ext cx="578414" cy="831215"/>
              </a:xfrm>
              <a:custGeom>
                <a:avLst/>
                <a:gdLst/>
                <a:ahLst/>
                <a:cxnLst/>
                <a:rect l="l" t="t" r="r" b="b"/>
                <a:pathLst>
                  <a:path w="578414" h="831215" extrusionOk="0">
                    <a:moveTo>
                      <a:pt x="559880" y="831215"/>
                    </a:moveTo>
                    <a:lnTo>
                      <a:pt x="134747" y="831215"/>
                    </a:lnTo>
                    <a:lnTo>
                      <a:pt x="0" y="0"/>
                    </a:lnTo>
                    <a:lnTo>
                      <a:pt x="431356" y="0"/>
                    </a:lnTo>
                    <a:cubicBezTo>
                      <a:pt x="440309" y="0"/>
                      <a:pt x="447993" y="6477"/>
                      <a:pt x="449390" y="15367"/>
                    </a:cubicBezTo>
                    <a:lnTo>
                      <a:pt x="578168" y="809752"/>
                    </a:lnTo>
                    <a:cubicBezTo>
                      <a:pt x="580009" y="820991"/>
                      <a:pt x="571309" y="831215"/>
                      <a:pt x="559880" y="83121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>
                <a:off x="10123360" y="3940111"/>
                <a:ext cx="460565" cy="188531"/>
              </a:xfrm>
              <a:custGeom>
                <a:avLst/>
                <a:gdLst/>
                <a:ahLst/>
                <a:cxnLst/>
                <a:rect l="l" t="t" r="r" b="b"/>
                <a:pathLst>
                  <a:path w="460565" h="188531" extrusionOk="0">
                    <a:moveTo>
                      <a:pt x="460566" y="188532"/>
                    </a:moveTo>
                    <a:lnTo>
                      <a:pt x="30544" y="188532"/>
                    </a:lnTo>
                    <a:lnTo>
                      <a:pt x="0" y="0"/>
                    </a:lnTo>
                    <a:lnTo>
                      <a:pt x="42995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36" name="Google Shape;636;p24"/>
              <p:cNvGrpSpPr/>
              <p:nvPr/>
            </p:nvGrpSpPr>
            <p:grpSpPr>
              <a:xfrm>
                <a:off x="10078148" y="3661600"/>
                <a:ext cx="550926" cy="745553"/>
                <a:chOff x="10078148" y="3661600"/>
                <a:chExt cx="550926" cy="745553"/>
              </a:xfrm>
            </p:grpSpPr>
            <p:grpSp>
              <p:nvGrpSpPr>
                <p:cNvPr id="637" name="Google Shape;637;p24"/>
                <p:cNvGrpSpPr/>
                <p:nvPr/>
              </p:nvGrpSpPr>
              <p:grpSpPr>
                <a:xfrm>
                  <a:off x="10078148" y="3661600"/>
                  <a:ext cx="435228" cy="31940"/>
                  <a:chOff x="10078148" y="3661600"/>
                  <a:chExt cx="435228" cy="31940"/>
                </a:xfrm>
              </p:grpSpPr>
              <p:sp>
                <p:nvSpPr>
                  <p:cNvPr id="638" name="Google Shape;638;p24"/>
                  <p:cNvSpPr/>
                  <p:nvPr/>
                </p:nvSpPr>
                <p:spPr>
                  <a:xfrm>
                    <a:off x="10078148" y="3661600"/>
                    <a:ext cx="431482" cy="88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1482" h="8890" extrusionOk="0">
                        <a:moveTo>
                          <a:pt x="431483" y="8890"/>
                        </a:moveTo>
                        <a:lnTo>
                          <a:pt x="1460" y="8890"/>
                        </a:lnTo>
                        <a:lnTo>
                          <a:pt x="0" y="0"/>
                        </a:lnTo>
                        <a:lnTo>
                          <a:pt x="430022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9" name="Google Shape;639;p24"/>
                  <p:cNvSpPr/>
                  <p:nvPr/>
                </p:nvSpPr>
                <p:spPr>
                  <a:xfrm>
                    <a:off x="10081894" y="3684587"/>
                    <a:ext cx="431482" cy="89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1482" h="8953" extrusionOk="0">
                        <a:moveTo>
                          <a:pt x="431483" y="8953"/>
                        </a:moveTo>
                        <a:lnTo>
                          <a:pt x="1461" y="8953"/>
                        </a:lnTo>
                        <a:lnTo>
                          <a:pt x="0" y="0"/>
                        </a:lnTo>
                        <a:lnTo>
                          <a:pt x="430023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640" name="Google Shape;640;p24"/>
                <p:cNvGrpSpPr/>
                <p:nvPr/>
              </p:nvGrpSpPr>
              <p:grpSpPr>
                <a:xfrm>
                  <a:off x="10193908" y="4375213"/>
                  <a:ext cx="435166" cy="31940"/>
                  <a:chOff x="10193908" y="4375213"/>
                  <a:chExt cx="435166" cy="31940"/>
                </a:xfrm>
              </p:grpSpPr>
              <p:sp>
                <p:nvSpPr>
                  <p:cNvPr id="641" name="Google Shape;641;p24"/>
                  <p:cNvSpPr/>
                  <p:nvPr/>
                </p:nvSpPr>
                <p:spPr>
                  <a:xfrm>
                    <a:off x="10193908" y="4375213"/>
                    <a:ext cx="431419" cy="89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1419" h="8953" extrusionOk="0">
                        <a:moveTo>
                          <a:pt x="431419" y="8953"/>
                        </a:moveTo>
                        <a:lnTo>
                          <a:pt x="1398" y="8953"/>
                        </a:lnTo>
                        <a:lnTo>
                          <a:pt x="0" y="0"/>
                        </a:lnTo>
                        <a:lnTo>
                          <a:pt x="429959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2" name="Google Shape;642;p24"/>
                  <p:cNvSpPr/>
                  <p:nvPr/>
                </p:nvSpPr>
                <p:spPr>
                  <a:xfrm>
                    <a:off x="10197592" y="4398200"/>
                    <a:ext cx="431482" cy="89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1482" h="8953" extrusionOk="0">
                        <a:moveTo>
                          <a:pt x="431482" y="8953"/>
                        </a:moveTo>
                        <a:lnTo>
                          <a:pt x="1460" y="8953"/>
                        </a:lnTo>
                        <a:lnTo>
                          <a:pt x="0" y="0"/>
                        </a:lnTo>
                        <a:lnTo>
                          <a:pt x="430022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643" name="Google Shape;643;p24"/>
              <p:cNvSpPr/>
              <p:nvPr/>
            </p:nvSpPr>
            <p:spPr>
              <a:xfrm>
                <a:off x="10054335" y="3618738"/>
                <a:ext cx="151638" cy="831215"/>
              </a:xfrm>
              <a:custGeom>
                <a:avLst/>
                <a:gdLst/>
                <a:ahLst/>
                <a:cxnLst/>
                <a:rect l="l" t="t" r="r" b="b"/>
                <a:pathLst>
                  <a:path w="151638" h="831215" extrusionOk="0">
                    <a:moveTo>
                      <a:pt x="151638" y="831215"/>
                    </a:moveTo>
                    <a:lnTo>
                      <a:pt x="134747" y="831215"/>
                    </a:lnTo>
                    <a:lnTo>
                      <a:pt x="0" y="0"/>
                    </a:lnTo>
                    <a:lnTo>
                      <a:pt x="168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24"/>
              <p:cNvSpPr/>
              <p:nvPr/>
            </p:nvSpPr>
            <p:spPr>
              <a:xfrm>
                <a:off x="9893871" y="3618738"/>
                <a:ext cx="151701" cy="831215"/>
              </a:xfrm>
              <a:custGeom>
                <a:avLst/>
                <a:gdLst/>
                <a:ahLst/>
                <a:cxnLst/>
                <a:rect l="l" t="t" r="r" b="b"/>
                <a:pathLst>
                  <a:path w="151701" h="831215" extrusionOk="0">
                    <a:moveTo>
                      <a:pt x="151702" y="831215"/>
                    </a:moveTo>
                    <a:lnTo>
                      <a:pt x="134810" y="831215"/>
                    </a:lnTo>
                    <a:lnTo>
                      <a:pt x="0" y="0"/>
                    </a:lnTo>
                    <a:lnTo>
                      <a:pt x="168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45" name="Google Shape;645;p24"/>
              <p:cNvGrpSpPr/>
              <p:nvPr/>
            </p:nvGrpSpPr>
            <p:grpSpPr>
              <a:xfrm>
                <a:off x="9944607" y="3641216"/>
                <a:ext cx="226886" cy="786320"/>
                <a:chOff x="9944607" y="3641216"/>
                <a:chExt cx="226886" cy="786320"/>
              </a:xfrm>
            </p:grpSpPr>
            <p:sp>
              <p:nvSpPr>
                <p:cNvPr id="646" name="Google Shape;646;p24"/>
                <p:cNvSpPr/>
                <p:nvPr/>
              </p:nvSpPr>
              <p:spPr>
                <a:xfrm>
                  <a:off x="9976040" y="3641216"/>
                  <a:ext cx="132588" cy="786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588" h="786320" extrusionOk="0">
                      <a:moveTo>
                        <a:pt x="5080" y="0"/>
                      </a:moveTo>
                      <a:lnTo>
                        <a:pt x="0" y="0"/>
                      </a:lnTo>
                      <a:lnTo>
                        <a:pt x="127508" y="786321"/>
                      </a:lnTo>
                      <a:lnTo>
                        <a:pt x="132588" y="78632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7" name="Google Shape;647;p24"/>
                <p:cNvSpPr/>
                <p:nvPr/>
              </p:nvSpPr>
              <p:spPr>
                <a:xfrm>
                  <a:off x="9944607" y="3641216"/>
                  <a:ext cx="132524" cy="786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524" h="786320" extrusionOk="0">
                      <a:moveTo>
                        <a:pt x="127509" y="786321"/>
                      </a:moveTo>
                      <a:lnTo>
                        <a:pt x="132524" y="786321"/>
                      </a:lnTo>
                      <a:lnTo>
                        <a:pt x="508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8" name="Google Shape;648;p24"/>
                <p:cNvSpPr/>
                <p:nvPr/>
              </p:nvSpPr>
              <p:spPr>
                <a:xfrm>
                  <a:off x="9960356" y="3641216"/>
                  <a:ext cx="132524" cy="786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524" h="786320" extrusionOk="0">
                      <a:moveTo>
                        <a:pt x="5016" y="0"/>
                      </a:moveTo>
                      <a:lnTo>
                        <a:pt x="0" y="0"/>
                      </a:lnTo>
                      <a:lnTo>
                        <a:pt x="127444" y="786321"/>
                      </a:lnTo>
                      <a:lnTo>
                        <a:pt x="132524" y="78632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9" name="Google Shape;649;p24"/>
                <p:cNvSpPr/>
                <p:nvPr/>
              </p:nvSpPr>
              <p:spPr>
                <a:xfrm>
                  <a:off x="10023220" y="3641216"/>
                  <a:ext cx="132588" cy="786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588" h="786320" extrusionOk="0">
                      <a:moveTo>
                        <a:pt x="5080" y="0"/>
                      </a:moveTo>
                      <a:lnTo>
                        <a:pt x="0" y="0"/>
                      </a:lnTo>
                      <a:lnTo>
                        <a:pt x="127509" y="786321"/>
                      </a:lnTo>
                      <a:lnTo>
                        <a:pt x="132588" y="78632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0" name="Google Shape;650;p24"/>
                <p:cNvSpPr/>
                <p:nvPr/>
              </p:nvSpPr>
              <p:spPr>
                <a:xfrm>
                  <a:off x="10038968" y="3641216"/>
                  <a:ext cx="132525" cy="786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525" h="786320" extrusionOk="0">
                      <a:moveTo>
                        <a:pt x="5080" y="0"/>
                      </a:moveTo>
                      <a:lnTo>
                        <a:pt x="0" y="0"/>
                      </a:lnTo>
                      <a:lnTo>
                        <a:pt x="127509" y="786321"/>
                      </a:lnTo>
                      <a:lnTo>
                        <a:pt x="132525" y="78632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1" name="Google Shape;651;p24"/>
                <p:cNvSpPr/>
                <p:nvPr/>
              </p:nvSpPr>
              <p:spPr>
                <a:xfrm>
                  <a:off x="10007536" y="3641216"/>
                  <a:ext cx="132524" cy="786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524" h="786320" extrusionOk="0">
                      <a:moveTo>
                        <a:pt x="5017" y="0"/>
                      </a:moveTo>
                      <a:lnTo>
                        <a:pt x="0" y="0"/>
                      </a:lnTo>
                      <a:lnTo>
                        <a:pt x="127445" y="786321"/>
                      </a:lnTo>
                      <a:lnTo>
                        <a:pt x="132524" y="78632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2" name="Google Shape;652;p24"/>
                <p:cNvSpPr/>
                <p:nvPr/>
              </p:nvSpPr>
              <p:spPr>
                <a:xfrm>
                  <a:off x="9991788" y="3641216"/>
                  <a:ext cx="132524" cy="786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524" h="786320" extrusionOk="0">
                      <a:moveTo>
                        <a:pt x="5080" y="0"/>
                      </a:moveTo>
                      <a:lnTo>
                        <a:pt x="0" y="0"/>
                      </a:lnTo>
                      <a:lnTo>
                        <a:pt x="127508" y="786321"/>
                      </a:lnTo>
                      <a:lnTo>
                        <a:pt x="132524" y="78632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53" name="Google Shape;653;p24"/>
              <p:cNvSpPr/>
              <p:nvPr/>
            </p:nvSpPr>
            <p:spPr>
              <a:xfrm>
                <a:off x="10478665" y="3638699"/>
                <a:ext cx="132607" cy="791378"/>
              </a:xfrm>
              <a:custGeom>
                <a:avLst/>
                <a:gdLst/>
                <a:ahLst/>
                <a:cxnLst/>
                <a:rect l="l" t="t" r="r" b="b"/>
                <a:pathLst>
                  <a:path w="132607" h="791378" extrusionOk="0">
                    <a:moveTo>
                      <a:pt x="130026" y="791378"/>
                    </a:moveTo>
                    <a:cubicBezTo>
                      <a:pt x="128819" y="791378"/>
                      <a:pt x="127740" y="790489"/>
                      <a:pt x="127549" y="789283"/>
                    </a:cubicBezTo>
                    <a:lnTo>
                      <a:pt x="41" y="2962"/>
                    </a:lnTo>
                    <a:cubicBezTo>
                      <a:pt x="-213" y="1565"/>
                      <a:pt x="740" y="295"/>
                      <a:pt x="2137" y="41"/>
                    </a:cubicBezTo>
                    <a:cubicBezTo>
                      <a:pt x="3534" y="-213"/>
                      <a:pt x="4803" y="740"/>
                      <a:pt x="5058" y="2136"/>
                    </a:cubicBezTo>
                    <a:lnTo>
                      <a:pt x="132566" y="788457"/>
                    </a:lnTo>
                    <a:cubicBezTo>
                      <a:pt x="132820" y="789854"/>
                      <a:pt x="131867" y="791124"/>
                      <a:pt x="130470" y="791378"/>
                    </a:cubicBezTo>
                    <a:cubicBezTo>
                      <a:pt x="130279" y="791378"/>
                      <a:pt x="130153" y="791378"/>
                      <a:pt x="130026" y="7913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4" name="Google Shape;654;p24"/>
            <p:cNvGrpSpPr/>
            <p:nvPr/>
          </p:nvGrpSpPr>
          <p:grpSpPr>
            <a:xfrm rot="552185">
              <a:off x="-1494073" y="-294268"/>
              <a:ext cx="1924454" cy="1924463"/>
              <a:chOff x="1018666" y="3335654"/>
              <a:chExt cx="564642" cy="564642"/>
            </a:xfrm>
          </p:grpSpPr>
          <p:sp>
            <p:nvSpPr>
              <p:cNvPr id="655" name="Google Shape;655;p24"/>
              <p:cNvSpPr/>
              <p:nvPr/>
            </p:nvSpPr>
            <p:spPr>
              <a:xfrm>
                <a:off x="1018666" y="3335654"/>
                <a:ext cx="564642" cy="564642"/>
              </a:xfrm>
              <a:custGeom>
                <a:avLst/>
                <a:gdLst/>
                <a:ahLst/>
                <a:cxnLst/>
                <a:rect l="l" t="t" r="r" b="b"/>
                <a:pathLst>
                  <a:path w="564642" h="564642" extrusionOk="0">
                    <a:moveTo>
                      <a:pt x="564642" y="282321"/>
                    </a:moveTo>
                    <a:cubicBezTo>
                      <a:pt x="564642" y="438243"/>
                      <a:pt x="438243" y="564642"/>
                      <a:pt x="282321" y="564642"/>
                    </a:cubicBezTo>
                    <a:cubicBezTo>
                      <a:pt x="126399" y="564642"/>
                      <a:pt x="0" y="438243"/>
                      <a:pt x="0" y="282321"/>
                    </a:cubicBezTo>
                    <a:cubicBezTo>
                      <a:pt x="0" y="126400"/>
                      <a:pt x="126399" y="0"/>
                      <a:pt x="282321" y="0"/>
                    </a:cubicBezTo>
                    <a:cubicBezTo>
                      <a:pt x="438243" y="0"/>
                      <a:pt x="564642" y="126399"/>
                      <a:pt x="564642" y="2823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56" name="Google Shape;656;p24"/>
              <p:cNvGrpSpPr/>
              <p:nvPr/>
            </p:nvGrpSpPr>
            <p:grpSpPr>
              <a:xfrm>
                <a:off x="1018954" y="3336099"/>
                <a:ext cx="555718" cy="499427"/>
                <a:chOff x="1018954" y="3336099"/>
                <a:chExt cx="555718" cy="499427"/>
              </a:xfrm>
            </p:grpSpPr>
            <p:sp>
              <p:nvSpPr>
                <p:cNvPr id="657" name="Google Shape;657;p24"/>
                <p:cNvSpPr/>
                <p:nvPr/>
              </p:nvSpPr>
              <p:spPr>
                <a:xfrm>
                  <a:off x="1238377" y="3336099"/>
                  <a:ext cx="51815" cy="32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815" h="32847" extrusionOk="0">
                      <a:moveTo>
                        <a:pt x="8128" y="17653"/>
                      </a:moveTo>
                      <a:cubicBezTo>
                        <a:pt x="10541" y="22035"/>
                        <a:pt x="12446" y="26734"/>
                        <a:pt x="15430" y="30734"/>
                      </a:cubicBezTo>
                      <a:cubicBezTo>
                        <a:pt x="16002" y="31433"/>
                        <a:pt x="16574" y="32131"/>
                        <a:pt x="17399" y="32512"/>
                      </a:cubicBezTo>
                      <a:cubicBezTo>
                        <a:pt x="18351" y="32957"/>
                        <a:pt x="19494" y="32893"/>
                        <a:pt x="20510" y="32703"/>
                      </a:cubicBezTo>
                      <a:cubicBezTo>
                        <a:pt x="28194" y="31560"/>
                        <a:pt x="34925" y="26734"/>
                        <a:pt x="39878" y="20765"/>
                      </a:cubicBezTo>
                      <a:cubicBezTo>
                        <a:pt x="44894" y="14859"/>
                        <a:pt x="48387" y="7810"/>
                        <a:pt x="51816" y="889"/>
                      </a:cubicBezTo>
                      <a:cubicBezTo>
                        <a:pt x="49784" y="572"/>
                        <a:pt x="47815" y="317"/>
                        <a:pt x="45783" y="0"/>
                      </a:cubicBezTo>
                      <a:cubicBezTo>
                        <a:pt x="30416" y="889"/>
                        <a:pt x="15113" y="3048"/>
                        <a:pt x="0" y="6477"/>
                      </a:cubicBezTo>
                      <a:cubicBezTo>
                        <a:pt x="3175" y="9970"/>
                        <a:pt x="5905" y="13653"/>
                        <a:pt x="8128" y="1765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8" name="Google Shape;658;p24"/>
                <p:cNvSpPr/>
                <p:nvPr/>
              </p:nvSpPr>
              <p:spPr>
                <a:xfrm>
                  <a:off x="1325635" y="3360737"/>
                  <a:ext cx="249037" cy="193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037" h="193496" extrusionOk="0">
                      <a:moveTo>
                        <a:pt x="135754" y="24828"/>
                      </a:moveTo>
                      <a:cubicBezTo>
                        <a:pt x="130166" y="26734"/>
                        <a:pt x="124832" y="29528"/>
                        <a:pt x="120133" y="33084"/>
                      </a:cubicBezTo>
                      <a:cubicBezTo>
                        <a:pt x="118482" y="34353"/>
                        <a:pt x="116640" y="35751"/>
                        <a:pt x="114545" y="35560"/>
                      </a:cubicBezTo>
                      <a:cubicBezTo>
                        <a:pt x="112005" y="35242"/>
                        <a:pt x="110481" y="32639"/>
                        <a:pt x="108322" y="31178"/>
                      </a:cubicBezTo>
                      <a:cubicBezTo>
                        <a:pt x="103686" y="28067"/>
                        <a:pt x="95812" y="30226"/>
                        <a:pt x="93272" y="25273"/>
                      </a:cubicBezTo>
                      <a:cubicBezTo>
                        <a:pt x="91939" y="22670"/>
                        <a:pt x="93082" y="19495"/>
                        <a:pt x="94288" y="16828"/>
                      </a:cubicBezTo>
                      <a:cubicBezTo>
                        <a:pt x="96257" y="12573"/>
                        <a:pt x="98479" y="8382"/>
                        <a:pt x="100892" y="4382"/>
                      </a:cubicBezTo>
                      <a:cubicBezTo>
                        <a:pt x="97781" y="2858"/>
                        <a:pt x="94669" y="1460"/>
                        <a:pt x="91558" y="0"/>
                      </a:cubicBezTo>
                      <a:cubicBezTo>
                        <a:pt x="89589" y="3683"/>
                        <a:pt x="87684" y="7429"/>
                        <a:pt x="85970" y="11240"/>
                      </a:cubicBezTo>
                      <a:cubicBezTo>
                        <a:pt x="83176" y="17463"/>
                        <a:pt x="80636" y="24003"/>
                        <a:pt x="75746" y="28766"/>
                      </a:cubicBezTo>
                      <a:cubicBezTo>
                        <a:pt x="72317" y="32131"/>
                        <a:pt x="67872" y="34353"/>
                        <a:pt x="64380" y="37655"/>
                      </a:cubicBezTo>
                      <a:cubicBezTo>
                        <a:pt x="60887" y="40958"/>
                        <a:pt x="58284" y="46038"/>
                        <a:pt x="60062" y="50546"/>
                      </a:cubicBezTo>
                      <a:cubicBezTo>
                        <a:pt x="60760" y="52388"/>
                        <a:pt x="62094" y="53911"/>
                        <a:pt x="63173" y="55563"/>
                      </a:cubicBezTo>
                      <a:cubicBezTo>
                        <a:pt x="64189" y="57277"/>
                        <a:pt x="64888" y="59372"/>
                        <a:pt x="64126" y="61151"/>
                      </a:cubicBezTo>
                      <a:cubicBezTo>
                        <a:pt x="63364" y="62992"/>
                        <a:pt x="58220" y="65341"/>
                        <a:pt x="57585" y="63500"/>
                      </a:cubicBezTo>
                      <a:cubicBezTo>
                        <a:pt x="56188" y="59436"/>
                        <a:pt x="51045" y="57912"/>
                        <a:pt x="46790" y="58547"/>
                      </a:cubicBezTo>
                      <a:cubicBezTo>
                        <a:pt x="42536" y="59182"/>
                        <a:pt x="38599" y="61278"/>
                        <a:pt x="34344" y="61976"/>
                      </a:cubicBezTo>
                      <a:cubicBezTo>
                        <a:pt x="30090" y="62674"/>
                        <a:pt x="24882" y="61278"/>
                        <a:pt x="23422" y="57214"/>
                      </a:cubicBezTo>
                      <a:cubicBezTo>
                        <a:pt x="20565" y="68072"/>
                        <a:pt x="15866" y="78422"/>
                        <a:pt x="9452" y="87566"/>
                      </a:cubicBezTo>
                      <a:cubicBezTo>
                        <a:pt x="4880" y="94171"/>
                        <a:pt x="-898" y="101219"/>
                        <a:pt x="118" y="109220"/>
                      </a:cubicBezTo>
                      <a:cubicBezTo>
                        <a:pt x="943" y="115634"/>
                        <a:pt x="6087" y="121031"/>
                        <a:pt x="6277" y="127508"/>
                      </a:cubicBezTo>
                      <a:cubicBezTo>
                        <a:pt x="6468" y="133541"/>
                        <a:pt x="2340" y="139383"/>
                        <a:pt x="3610" y="145288"/>
                      </a:cubicBezTo>
                      <a:cubicBezTo>
                        <a:pt x="4372" y="148844"/>
                        <a:pt x="7039" y="151828"/>
                        <a:pt x="7293" y="155448"/>
                      </a:cubicBezTo>
                      <a:cubicBezTo>
                        <a:pt x="7357" y="156845"/>
                        <a:pt x="7103" y="158242"/>
                        <a:pt x="7547" y="159512"/>
                      </a:cubicBezTo>
                      <a:cubicBezTo>
                        <a:pt x="7865" y="160401"/>
                        <a:pt x="8436" y="161099"/>
                        <a:pt x="9071" y="161798"/>
                      </a:cubicBezTo>
                      <a:cubicBezTo>
                        <a:pt x="20057" y="173672"/>
                        <a:pt x="42091" y="171767"/>
                        <a:pt x="50791" y="185484"/>
                      </a:cubicBezTo>
                      <a:cubicBezTo>
                        <a:pt x="58284" y="182943"/>
                        <a:pt x="66602" y="179641"/>
                        <a:pt x="69587" y="172339"/>
                      </a:cubicBezTo>
                      <a:cubicBezTo>
                        <a:pt x="70158" y="170878"/>
                        <a:pt x="70539" y="169228"/>
                        <a:pt x="71746" y="168148"/>
                      </a:cubicBezTo>
                      <a:cubicBezTo>
                        <a:pt x="74032" y="166116"/>
                        <a:pt x="77715" y="167322"/>
                        <a:pt x="80509" y="166116"/>
                      </a:cubicBezTo>
                      <a:cubicBezTo>
                        <a:pt x="86668" y="163449"/>
                        <a:pt x="83874" y="151955"/>
                        <a:pt x="90097" y="149416"/>
                      </a:cubicBezTo>
                      <a:cubicBezTo>
                        <a:pt x="91177" y="148971"/>
                        <a:pt x="92383" y="148908"/>
                        <a:pt x="93463" y="148463"/>
                      </a:cubicBezTo>
                      <a:cubicBezTo>
                        <a:pt x="96066" y="147447"/>
                        <a:pt x="97527" y="144653"/>
                        <a:pt x="99114" y="142367"/>
                      </a:cubicBezTo>
                      <a:cubicBezTo>
                        <a:pt x="101337" y="139128"/>
                        <a:pt x="104194" y="136144"/>
                        <a:pt x="107623" y="134239"/>
                      </a:cubicBezTo>
                      <a:cubicBezTo>
                        <a:pt x="107941" y="132969"/>
                        <a:pt x="108195" y="131635"/>
                        <a:pt x="108512" y="130366"/>
                      </a:cubicBezTo>
                      <a:cubicBezTo>
                        <a:pt x="111306" y="128334"/>
                        <a:pt x="115624" y="128905"/>
                        <a:pt x="117720" y="131572"/>
                      </a:cubicBezTo>
                      <a:cubicBezTo>
                        <a:pt x="119434" y="133667"/>
                        <a:pt x="120069" y="137033"/>
                        <a:pt x="122609" y="137922"/>
                      </a:cubicBezTo>
                      <a:cubicBezTo>
                        <a:pt x="123943" y="138366"/>
                        <a:pt x="125403" y="138049"/>
                        <a:pt x="126864" y="137795"/>
                      </a:cubicBezTo>
                      <a:cubicBezTo>
                        <a:pt x="135500" y="136271"/>
                        <a:pt x="144834" y="140462"/>
                        <a:pt x="149470" y="147828"/>
                      </a:cubicBezTo>
                      <a:cubicBezTo>
                        <a:pt x="150359" y="149225"/>
                        <a:pt x="151121" y="150813"/>
                        <a:pt x="152518" y="151828"/>
                      </a:cubicBezTo>
                      <a:cubicBezTo>
                        <a:pt x="153915" y="152908"/>
                        <a:pt x="155756" y="153162"/>
                        <a:pt x="157471" y="153607"/>
                      </a:cubicBezTo>
                      <a:cubicBezTo>
                        <a:pt x="162995" y="155003"/>
                        <a:pt x="168012" y="158242"/>
                        <a:pt x="171568" y="162687"/>
                      </a:cubicBezTo>
                      <a:cubicBezTo>
                        <a:pt x="174743" y="166624"/>
                        <a:pt x="176775" y="171514"/>
                        <a:pt x="180648" y="174816"/>
                      </a:cubicBezTo>
                      <a:cubicBezTo>
                        <a:pt x="187316" y="180530"/>
                        <a:pt x="197285" y="179832"/>
                        <a:pt x="205477" y="183007"/>
                      </a:cubicBezTo>
                      <a:cubicBezTo>
                        <a:pt x="210430" y="184912"/>
                        <a:pt x="214684" y="188151"/>
                        <a:pt x="219383" y="190564"/>
                      </a:cubicBezTo>
                      <a:cubicBezTo>
                        <a:pt x="224082" y="192977"/>
                        <a:pt x="229670" y="194501"/>
                        <a:pt x="234623" y="192722"/>
                      </a:cubicBezTo>
                      <a:cubicBezTo>
                        <a:pt x="237100" y="191834"/>
                        <a:pt x="239259" y="190119"/>
                        <a:pt x="241735" y="189230"/>
                      </a:cubicBezTo>
                      <a:cubicBezTo>
                        <a:pt x="244085" y="188404"/>
                        <a:pt x="246625" y="188341"/>
                        <a:pt x="249038" y="187833"/>
                      </a:cubicBezTo>
                      <a:cubicBezTo>
                        <a:pt x="237481" y="142240"/>
                        <a:pt x="214430" y="98933"/>
                        <a:pt x="179632" y="62484"/>
                      </a:cubicBezTo>
                      <a:cubicBezTo>
                        <a:pt x="166043" y="48070"/>
                        <a:pt x="151311" y="35560"/>
                        <a:pt x="135754" y="2482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9" name="Google Shape;659;p24"/>
                <p:cNvSpPr/>
                <p:nvPr/>
              </p:nvSpPr>
              <p:spPr>
                <a:xfrm>
                  <a:off x="1018954" y="3497897"/>
                  <a:ext cx="441863" cy="337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1863" h="337629" extrusionOk="0">
                      <a:moveTo>
                        <a:pt x="395254" y="220790"/>
                      </a:moveTo>
                      <a:cubicBezTo>
                        <a:pt x="394238" y="219202"/>
                        <a:pt x="392587" y="218123"/>
                        <a:pt x="391127" y="216980"/>
                      </a:cubicBezTo>
                      <a:cubicBezTo>
                        <a:pt x="385221" y="212217"/>
                        <a:pt x="381792" y="204534"/>
                        <a:pt x="382237" y="196977"/>
                      </a:cubicBezTo>
                      <a:cubicBezTo>
                        <a:pt x="382745" y="188214"/>
                        <a:pt x="388079" y="179388"/>
                        <a:pt x="385285" y="171069"/>
                      </a:cubicBezTo>
                      <a:cubicBezTo>
                        <a:pt x="381284" y="159068"/>
                        <a:pt x="362488" y="154178"/>
                        <a:pt x="363314" y="141542"/>
                      </a:cubicBezTo>
                      <a:cubicBezTo>
                        <a:pt x="363441" y="139573"/>
                        <a:pt x="364076" y="137668"/>
                        <a:pt x="363822" y="135763"/>
                      </a:cubicBezTo>
                      <a:cubicBezTo>
                        <a:pt x="363187" y="130810"/>
                        <a:pt x="356837" y="128524"/>
                        <a:pt x="351947" y="129731"/>
                      </a:cubicBezTo>
                      <a:cubicBezTo>
                        <a:pt x="347058" y="130937"/>
                        <a:pt x="343121" y="134366"/>
                        <a:pt x="338612" y="136652"/>
                      </a:cubicBezTo>
                      <a:cubicBezTo>
                        <a:pt x="335437" y="138240"/>
                        <a:pt x="331818" y="139446"/>
                        <a:pt x="329786" y="142367"/>
                      </a:cubicBezTo>
                      <a:cubicBezTo>
                        <a:pt x="328579" y="144018"/>
                        <a:pt x="328071" y="146177"/>
                        <a:pt x="326738" y="147701"/>
                      </a:cubicBezTo>
                      <a:cubicBezTo>
                        <a:pt x="322737" y="152527"/>
                        <a:pt x="314482" y="149797"/>
                        <a:pt x="309148" y="153035"/>
                      </a:cubicBezTo>
                      <a:cubicBezTo>
                        <a:pt x="306799" y="154432"/>
                        <a:pt x="304957" y="156972"/>
                        <a:pt x="302227" y="157163"/>
                      </a:cubicBezTo>
                      <a:cubicBezTo>
                        <a:pt x="299115" y="157353"/>
                        <a:pt x="296766" y="154432"/>
                        <a:pt x="293845" y="153480"/>
                      </a:cubicBezTo>
                      <a:cubicBezTo>
                        <a:pt x="284066" y="150432"/>
                        <a:pt x="278668" y="167831"/>
                        <a:pt x="268508" y="166370"/>
                      </a:cubicBezTo>
                      <a:cubicBezTo>
                        <a:pt x="264127" y="165735"/>
                        <a:pt x="259682" y="165100"/>
                        <a:pt x="255300" y="165672"/>
                      </a:cubicBezTo>
                      <a:cubicBezTo>
                        <a:pt x="250919" y="166243"/>
                        <a:pt x="246537" y="168148"/>
                        <a:pt x="243934" y="171768"/>
                      </a:cubicBezTo>
                      <a:cubicBezTo>
                        <a:pt x="242854" y="173228"/>
                        <a:pt x="242092" y="174943"/>
                        <a:pt x="241203" y="176593"/>
                      </a:cubicBezTo>
                      <a:cubicBezTo>
                        <a:pt x="238219" y="181737"/>
                        <a:pt x="233012" y="185484"/>
                        <a:pt x="227233" y="186754"/>
                      </a:cubicBezTo>
                      <a:cubicBezTo>
                        <a:pt x="226027" y="187008"/>
                        <a:pt x="224757" y="187198"/>
                        <a:pt x="223741" y="187897"/>
                      </a:cubicBezTo>
                      <a:cubicBezTo>
                        <a:pt x="222534" y="188722"/>
                        <a:pt x="221836" y="190056"/>
                        <a:pt x="221391" y="191453"/>
                      </a:cubicBezTo>
                      <a:cubicBezTo>
                        <a:pt x="219169" y="197612"/>
                        <a:pt x="220502" y="205423"/>
                        <a:pt x="223741" y="211074"/>
                      </a:cubicBezTo>
                      <a:cubicBezTo>
                        <a:pt x="218915" y="210630"/>
                        <a:pt x="213962" y="212344"/>
                        <a:pt x="210469" y="215710"/>
                      </a:cubicBezTo>
                      <a:cubicBezTo>
                        <a:pt x="208501" y="217551"/>
                        <a:pt x="206977" y="219964"/>
                        <a:pt x="204564" y="221171"/>
                      </a:cubicBezTo>
                      <a:cubicBezTo>
                        <a:pt x="200055" y="223393"/>
                        <a:pt x="194785" y="220599"/>
                        <a:pt x="190530" y="217868"/>
                      </a:cubicBezTo>
                      <a:cubicBezTo>
                        <a:pt x="189197" y="217043"/>
                        <a:pt x="187609" y="216154"/>
                        <a:pt x="186149" y="216662"/>
                      </a:cubicBezTo>
                      <a:cubicBezTo>
                        <a:pt x="185006" y="217043"/>
                        <a:pt x="184307" y="218123"/>
                        <a:pt x="183609" y="219075"/>
                      </a:cubicBezTo>
                      <a:cubicBezTo>
                        <a:pt x="181640" y="221806"/>
                        <a:pt x="178338" y="224409"/>
                        <a:pt x="175227" y="223139"/>
                      </a:cubicBezTo>
                      <a:cubicBezTo>
                        <a:pt x="170655" y="221298"/>
                        <a:pt x="172179" y="214186"/>
                        <a:pt x="169448" y="210058"/>
                      </a:cubicBezTo>
                      <a:cubicBezTo>
                        <a:pt x="167035" y="212408"/>
                        <a:pt x="164559" y="215011"/>
                        <a:pt x="163860" y="218249"/>
                      </a:cubicBezTo>
                      <a:cubicBezTo>
                        <a:pt x="163416" y="220218"/>
                        <a:pt x="163670" y="222187"/>
                        <a:pt x="163606" y="224155"/>
                      </a:cubicBezTo>
                      <a:cubicBezTo>
                        <a:pt x="163352" y="232728"/>
                        <a:pt x="154907" y="240983"/>
                        <a:pt x="146588" y="238697"/>
                      </a:cubicBezTo>
                      <a:cubicBezTo>
                        <a:pt x="141127" y="237173"/>
                        <a:pt x="137571" y="232029"/>
                        <a:pt x="134206" y="227521"/>
                      </a:cubicBezTo>
                      <a:cubicBezTo>
                        <a:pt x="131094" y="223330"/>
                        <a:pt x="127665" y="219139"/>
                        <a:pt x="126586" y="213995"/>
                      </a:cubicBezTo>
                      <a:cubicBezTo>
                        <a:pt x="125570" y="208915"/>
                        <a:pt x="127602" y="202311"/>
                        <a:pt x="132682" y="201168"/>
                      </a:cubicBezTo>
                      <a:cubicBezTo>
                        <a:pt x="134650" y="198057"/>
                        <a:pt x="137635" y="195580"/>
                        <a:pt x="141064" y="194247"/>
                      </a:cubicBezTo>
                      <a:cubicBezTo>
                        <a:pt x="137889" y="191326"/>
                        <a:pt x="138905" y="185674"/>
                        <a:pt x="142143" y="182880"/>
                      </a:cubicBezTo>
                      <a:cubicBezTo>
                        <a:pt x="145445" y="180086"/>
                        <a:pt x="150144" y="179642"/>
                        <a:pt x="154399" y="180213"/>
                      </a:cubicBezTo>
                      <a:cubicBezTo>
                        <a:pt x="159225" y="180848"/>
                        <a:pt x="163924" y="182626"/>
                        <a:pt x="167988" y="185420"/>
                      </a:cubicBezTo>
                      <a:cubicBezTo>
                        <a:pt x="169766" y="186627"/>
                        <a:pt x="172369" y="187897"/>
                        <a:pt x="173703" y="186246"/>
                      </a:cubicBezTo>
                      <a:cubicBezTo>
                        <a:pt x="174655" y="184976"/>
                        <a:pt x="173830" y="183134"/>
                        <a:pt x="172941" y="181864"/>
                      </a:cubicBezTo>
                      <a:cubicBezTo>
                        <a:pt x="170147" y="177927"/>
                        <a:pt x="166337" y="174752"/>
                        <a:pt x="162019" y="172593"/>
                      </a:cubicBezTo>
                      <a:cubicBezTo>
                        <a:pt x="159225" y="171196"/>
                        <a:pt x="156177" y="170180"/>
                        <a:pt x="154018" y="167894"/>
                      </a:cubicBezTo>
                      <a:cubicBezTo>
                        <a:pt x="148176" y="161608"/>
                        <a:pt x="153256" y="151257"/>
                        <a:pt x="151224" y="142939"/>
                      </a:cubicBezTo>
                      <a:cubicBezTo>
                        <a:pt x="150208" y="138938"/>
                        <a:pt x="147604" y="135509"/>
                        <a:pt x="145572" y="131953"/>
                      </a:cubicBezTo>
                      <a:cubicBezTo>
                        <a:pt x="143540" y="128334"/>
                        <a:pt x="142016" y="123952"/>
                        <a:pt x="143540" y="120142"/>
                      </a:cubicBezTo>
                      <a:cubicBezTo>
                        <a:pt x="144493" y="117793"/>
                        <a:pt x="146398" y="115951"/>
                        <a:pt x="147795" y="113856"/>
                      </a:cubicBezTo>
                      <a:cubicBezTo>
                        <a:pt x="149192" y="111760"/>
                        <a:pt x="150017" y="108839"/>
                        <a:pt x="148557" y="106743"/>
                      </a:cubicBezTo>
                      <a:cubicBezTo>
                        <a:pt x="147668" y="105474"/>
                        <a:pt x="146144" y="104775"/>
                        <a:pt x="144937" y="103759"/>
                      </a:cubicBezTo>
                      <a:cubicBezTo>
                        <a:pt x="142334" y="101473"/>
                        <a:pt x="141889" y="97409"/>
                        <a:pt x="143223" y="94234"/>
                      </a:cubicBezTo>
                      <a:cubicBezTo>
                        <a:pt x="144556" y="91059"/>
                        <a:pt x="147350" y="88710"/>
                        <a:pt x="150462" y="87186"/>
                      </a:cubicBezTo>
                      <a:cubicBezTo>
                        <a:pt x="152176" y="86297"/>
                        <a:pt x="154272" y="85408"/>
                        <a:pt x="154716" y="83503"/>
                      </a:cubicBezTo>
                      <a:cubicBezTo>
                        <a:pt x="154907" y="82550"/>
                        <a:pt x="154653" y="81534"/>
                        <a:pt x="154462" y="80582"/>
                      </a:cubicBezTo>
                      <a:cubicBezTo>
                        <a:pt x="153510" y="75946"/>
                        <a:pt x="154526" y="71311"/>
                        <a:pt x="157066" y="67374"/>
                      </a:cubicBezTo>
                      <a:cubicBezTo>
                        <a:pt x="152430" y="66802"/>
                        <a:pt x="148938" y="72517"/>
                        <a:pt x="144302" y="72327"/>
                      </a:cubicBezTo>
                      <a:cubicBezTo>
                        <a:pt x="141572" y="72199"/>
                        <a:pt x="139413" y="70041"/>
                        <a:pt x="137508" y="68072"/>
                      </a:cubicBezTo>
                      <a:cubicBezTo>
                        <a:pt x="136555" y="72390"/>
                        <a:pt x="133761" y="76264"/>
                        <a:pt x="130015" y="78613"/>
                      </a:cubicBezTo>
                      <a:cubicBezTo>
                        <a:pt x="125443" y="71818"/>
                        <a:pt x="127729" y="61405"/>
                        <a:pt x="134714" y="57150"/>
                      </a:cubicBezTo>
                      <a:cubicBezTo>
                        <a:pt x="135857" y="56452"/>
                        <a:pt x="137127" y="55880"/>
                        <a:pt x="137889" y="54801"/>
                      </a:cubicBezTo>
                      <a:cubicBezTo>
                        <a:pt x="139984" y="51880"/>
                        <a:pt x="137190" y="47562"/>
                        <a:pt x="138524" y="44260"/>
                      </a:cubicBezTo>
                      <a:cubicBezTo>
                        <a:pt x="139984" y="40449"/>
                        <a:pt x="145953" y="40577"/>
                        <a:pt x="148747" y="43498"/>
                      </a:cubicBezTo>
                      <a:cubicBezTo>
                        <a:pt x="151541" y="46482"/>
                        <a:pt x="152049" y="50864"/>
                        <a:pt x="152367" y="54928"/>
                      </a:cubicBezTo>
                      <a:cubicBezTo>
                        <a:pt x="156431" y="51499"/>
                        <a:pt x="161638" y="49467"/>
                        <a:pt x="166908" y="49213"/>
                      </a:cubicBezTo>
                      <a:cubicBezTo>
                        <a:pt x="164051" y="44641"/>
                        <a:pt x="159161" y="41783"/>
                        <a:pt x="154462" y="39116"/>
                      </a:cubicBezTo>
                      <a:cubicBezTo>
                        <a:pt x="153192" y="38418"/>
                        <a:pt x="151986" y="37719"/>
                        <a:pt x="150716" y="37021"/>
                      </a:cubicBezTo>
                      <a:cubicBezTo>
                        <a:pt x="148303" y="35687"/>
                        <a:pt x="145953" y="34290"/>
                        <a:pt x="143477" y="33084"/>
                      </a:cubicBezTo>
                      <a:cubicBezTo>
                        <a:pt x="138143" y="30417"/>
                        <a:pt x="132301" y="28194"/>
                        <a:pt x="126332" y="28893"/>
                      </a:cubicBezTo>
                      <a:cubicBezTo>
                        <a:pt x="123855" y="29147"/>
                        <a:pt x="121442" y="29909"/>
                        <a:pt x="118966" y="29845"/>
                      </a:cubicBezTo>
                      <a:cubicBezTo>
                        <a:pt x="116489" y="29782"/>
                        <a:pt x="113822" y="28639"/>
                        <a:pt x="112933" y="26353"/>
                      </a:cubicBezTo>
                      <a:cubicBezTo>
                        <a:pt x="112425" y="25083"/>
                        <a:pt x="112489" y="23559"/>
                        <a:pt x="111473" y="22670"/>
                      </a:cubicBezTo>
                      <a:cubicBezTo>
                        <a:pt x="110838" y="22162"/>
                        <a:pt x="110012" y="22035"/>
                        <a:pt x="109187" y="21971"/>
                      </a:cubicBezTo>
                      <a:cubicBezTo>
                        <a:pt x="104805" y="21717"/>
                        <a:pt x="100360" y="22543"/>
                        <a:pt x="96360" y="24384"/>
                      </a:cubicBezTo>
                      <a:cubicBezTo>
                        <a:pt x="99471" y="25464"/>
                        <a:pt x="102202" y="28321"/>
                        <a:pt x="102265" y="31623"/>
                      </a:cubicBezTo>
                      <a:cubicBezTo>
                        <a:pt x="102329" y="34925"/>
                        <a:pt x="99090" y="38164"/>
                        <a:pt x="95915" y="37402"/>
                      </a:cubicBezTo>
                      <a:cubicBezTo>
                        <a:pt x="90645" y="36132"/>
                        <a:pt x="90454" y="27178"/>
                        <a:pt x="85184" y="26035"/>
                      </a:cubicBezTo>
                      <a:cubicBezTo>
                        <a:pt x="82771" y="25527"/>
                        <a:pt x="80485" y="26924"/>
                        <a:pt x="78389" y="28258"/>
                      </a:cubicBezTo>
                      <a:cubicBezTo>
                        <a:pt x="75532" y="30163"/>
                        <a:pt x="72738" y="32004"/>
                        <a:pt x="69880" y="33909"/>
                      </a:cubicBezTo>
                      <a:cubicBezTo>
                        <a:pt x="66896" y="35878"/>
                        <a:pt x="63594" y="38608"/>
                        <a:pt x="64038" y="42164"/>
                      </a:cubicBezTo>
                      <a:cubicBezTo>
                        <a:pt x="64546" y="45847"/>
                        <a:pt x="68864" y="47625"/>
                        <a:pt x="72547" y="48133"/>
                      </a:cubicBezTo>
                      <a:cubicBezTo>
                        <a:pt x="76230" y="48705"/>
                        <a:pt x="80485" y="49022"/>
                        <a:pt x="82707" y="52007"/>
                      </a:cubicBezTo>
                      <a:cubicBezTo>
                        <a:pt x="85501" y="55880"/>
                        <a:pt x="83088" y="61151"/>
                        <a:pt x="82453" y="65849"/>
                      </a:cubicBezTo>
                      <a:cubicBezTo>
                        <a:pt x="81882" y="69850"/>
                        <a:pt x="82707" y="73978"/>
                        <a:pt x="84739" y="77470"/>
                      </a:cubicBezTo>
                      <a:cubicBezTo>
                        <a:pt x="85247" y="78296"/>
                        <a:pt x="85819" y="79185"/>
                        <a:pt x="85819" y="80137"/>
                      </a:cubicBezTo>
                      <a:cubicBezTo>
                        <a:pt x="85819" y="81661"/>
                        <a:pt x="84485" y="82741"/>
                        <a:pt x="83279" y="83630"/>
                      </a:cubicBezTo>
                      <a:cubicBezTo>
                        <a:pt x="79723" y="86233"/>
                        <a:pt x="76230" y="88900"/>
                        <a:pt x="72674" y="91504"/>
                      </a:cubicBezTo>
                      <a:cubicBezTo>
                        <a:pt x="69626" y="93790"/>
                        <a:pt x="66261" y="96139"/>
                        <a:pt x="62451" y="96330"/>
                      </a:cubicBezTo>
                      <a:cubicBezTo>
                        <a:pt x="58323" y="96520"/>
                        <a:pt x="54386" y="94107"/>
                        <a:pt x="50259" y="94488"/>
                      </a:cubicBezTo>
                      <a:cubicBezTo>
                        <a:pt x="48290" y="94615"/>
                        <a:pt x="46322" y="95441"/>
                        <a:pt x="44417" y="95123"/>
                      </a:cubicBezTo>
                      <a:cubicBezTo>
                        <a:pt x="40416" y="94552"/>
                        <a:pt x="38511" y="90043"/>
                        <a:pt x="37432" y="86170"/>
                      </a:cubicBezTo>
                      <a:cubicBezTo>
                        <a:pt x="34574" y="75946"/>
                        <a:pt x="32987" y="65342"/>
                        <a:pt x="32606" y="54737"/>
                      </a:cubicBezTo>
                      <a:cubicBezTo>
                        <a:pt x="32415" y="50038"/>
                        <a:pt x="35273" y="44768"/>
                        <a:pt x="38448" y="41339"/>
                      </a:cubicBezTo>
                      <a:cubicBezTo>
                        <a:pt x="40924" y="41021"/>
                        <a:pt x="47528" y="40196"/>
                        <a:pt x="47528" y="40196"/>
                      </a:cubicBezTo>
                      <a:cubicBezTo>
                        <a:pt x="47528" y="40196"/>
                        <a:pt x="51592" y="35624"/>
                        <a:pt x="48798" y="33465"/>
                      </a:cubicBezTo>
                      <a:cubicBezTo>
                        <a:pt x="46068" y="31306"/>
                        <a:pt x="41369" y="35052"/>
                        <a:pt x="34257" y="26099"/>
                      </a:cubicBezTo>
                      <a:cubicBezTo>
                        <a:pt x="27081" y="17145"/>
                        <a:pt x="34447" y="19114"/>
                        <a:pt x="35654" y="12446"/>
                      </a:cubicBezTo>
                      <a:cubicBezTo>
                        <a:pt x="36860" y="5842"/>
                        <a:pt x="33050" y="2540"/>
                        <a:pt x="29304" y="0"/>
                      </a:cubicBezTo>
                      <a:cubicBezTo>
                        <a:pt x="28288" y="445"/>
                        <a:pt x="27272" y="762"/>
                        <a:pt x="26256" y="1080"/>
                      </a:cubicBezTo>
                      <a:cubicBezTo>
                        <a:pt x="-9241" y="77470"/>
                        <a:pt x="-8860" y="166688"/>
                        <a:pt x="28097" y="243015"/>
                      </a:cubicBezTo>
                      <a:cubicBezTo>
                        <a:pt x="33876" y="244666"/>
                        <a:pt x="39146" y="247206"/>
                        <a:pt x="43083" y="251651"/>
                      </a:cubicBezTo>
                      <a:cubicBezTo>
                        <a:pt x="43972" y="252667"/>
                        <a:pt x="44861" y="253873"/>
                        <a:pt x="46131" y="254381"/>
                      </a:cubicBezTo>
                      <a:cubicBezTo>
                        <a:pt x="47020" y="254762"/>
                        <a:pt x="48036" y="254699"/>
                        <a:pt x="48989" y="254635"/>
                      </a:cubicBezTo>
                      <a:cubicBezTo>
                        <a:pt x="57053" y="254127"/>
                        <a:pt x="65245" y="252032"/>
                        <a:pt x="72992" y="254127"/>
                      </a:cubicBezTo>
                      <a:cubicBezTo>
                        <a:pt x="79342" y="255842"/>
                        <a:pt x="84612" y="260223"/>
                        <a:pt x="90518" y="263081"/>
                      </a:cubicBezTo>
                      <a:cubicBezTo>
                        <a:pt x="96423" y="265938"/>
                        <a:pt x="104170" y="267018"/>
                        <a:pt x="109060" y="262636"/>
                      </a:cubicBezTo>
                      <a:cubicBezTo>
                        <a:pt x="104170" y="260287"/>
                        <a:pt x="98646" y="259715"/>
                        <a:pt x="93375" y="258318"/>
                      </a:cubicBezTo>
                      <a:cubicBezTo>
                        <a:pt x="88105" y="256921"/>
                        <a:pt x="82707" y="254381"/>
                        <a:pt x="80104" y="249618"/>
                      </a:cubicBezTo>
                      <a:cubicBezTo>
                        <a:pt x="79596" y="248730"/>
                        <a:pt x="79215" y="247650"/>
                        <a:pt x="79532" y="246698"/>
                      </a:cubicBezTo>
                      <a:cubicBezTo>
                        <a:pt x="79786" y="245936"/>
                        <a:pt x="80421" y="245364"/>
                        <a:pt x="81056" y="244920"/>
                      </a:cubicBezTo>
                      <a:cubicBezTo>
                        <a:pt x="84231" y="242951"/>
                        <a:pt x="88359" y="243713"/>
                        <a:pt x="91851" y="245110"/>
                      </a:cubicBezTo>
                      <a:cubicBezTo>
                        <a:pt x="95344" y="246507"/>
                        <a:pt x="98646" y="248476"/>
                        <a:pt x="102392" y="248857"/>
                      </a:cubicBezTo>
                      <a:cubicBezTo>
                        <a:pt x="105123" y="249111"/>
                        <a:pt x="107980" y="248476"/>
                        <a:pt x="110647" y="249174"/>
                      </a:cubicBezTo>
                      <a:cubicBezTo>
                        <a:pt x="115791" y="250508"/>
                        <a:pt x="118839" y="256286"/>
                        <a:pt x="123982" y="257810"/>
                      </a:cubicBezTo>
                      <a:cubicBezTo>
                        <a:pt x="126776" y="258636"/>
                        <a:pt x="129697" y="258064"/>
                        <a:pt x="132555" y="257429"/>
                      </a:cubicBezTo>
                      <a:cubicBezTo>
                        <a:pt x="139032" y="255968"/>
                        <a:pt x="145699" y="254127"/>
                        <a:pt x="151986" y="252095"/>
                      </a:cubicBezTo>
                      <a:cubicBezTo>
                        <a:pt x="164559" y="239395"/>
                        <a:pt x="182212" y="231839"/>
                        <a:pt x="200055" y="231585"/>
                      </a:cubicBezTo>
                      <a:cubicBezTo>
                        <a:pt x="201516" y="231585"/>
                        <a:pt x="203040" y="231585"/>
                        <a:pt x="204310" y="230949"/>
                      </a:cubicBezTo>
                      <a:cubicBezTo>
                        <a:pt x="205453" y="230378"/>
                        <a:pt x="206278" y="229426"/>
                        <a:pt x="207104" y="228473"/>
                      </a:cubicBezTo>
                      <a:cubicBezTo>
                        <a:pt x="212184" y="222250"/>
                        <a:pt x="218407" y="214440"/>
                        <a:pt x="226281" y="216091"/>
                      </a:cubicBezTo>
                      <a:cubicBezTo>
                        <a:pt x="233583" y="217615"/>
                        <a:pt x="236504" y="226441"/>
                        <a:pt x="237457" y="233871"/>
                      </a:cubicBezTo>
                      <a:cubicBezTo>
                        <a:pt x="238409" y="241300"/>
                        <a:pt x="239425" y="249936"/>
                        <a:pt x="245775" y="253810"/>
                      </a:cubicBezTo>
                      <a:cubicBezTo>
                        <a:pt x="255046" y="259398"/>
                        <a:pt x="268381" y="250317"/>
                        <a:pt x="277462" y="256286"/>
                      </a:cubicBezTo>
                      <a:cubicBezTo>
                        <a:pt x="279938" y="257937"/>
                        <a:pt x="281843" y="260541"/>
                        <a:pt x="284637" y="261493"/>
                      </a:cubicBezTo>
                      <a:cubicBezTo>
                        <a:pt x="290860" y="263652"/>
                        <a:pt x="296194" y="256731"/>
                        <a:pt x="302354" y="254508"/>
                      </a:cubicBezTo>
                      <a:cubicBezTo>
                        <a:pt x="310291" y="251651"/>
                        <a:pt x="318673" y="256731"/>
                        <a:pt x="325595" y="261557"/>
                      </a:cubicBezTo>
                      <a:cubicBezTo>
                        <a:pt x="336072" y="268923"/>
                        <a:pt x="346550" y="276289"/>
                        <a:pt x="357027" y="283655"/>
                      </a:cubicBezTo>
                      <a:cubicBezTo>
                        <a:pt x="363758" y="288417"/>
                        <a:pt x="370616" y="293243"/>
                        <a:pt x="375633" y="299720"/>
                      </a:cubicBezTo>
                      <a:cubicBezTo>
                        <a:pt x="378935" y="303974"/>
                        <a:pt x="382046" y="309309"/>
                        <a:pt x="387317" y="310007"/>
                      </a:cubicBezTo>
                      <a:cubicBezTo>
                        <a:pt x="390746" y="310515"/>
                        <a:pt x="395000" y="309118"/>
                        <a:pt x="397096" y="311849"/>
                      </a:cubicBezTo>
                      <a:cubicBezTo>
                        <a:pt x="398048" y="313119"/>
                        <a:pt x="398112" y="314833"/>
                        <a:pt x="398747" y="316294"/>
                      </a:cubicBezTo>
                      <a:cubicBezTo>
                        <a:pt x="399636" y="318326"/>
                        <a:pt x="401541" y="319659"/>
                        <a:pt x="403319" y="320929"/>
                      </a:cubicBezTo>
                      <a:cubicBezTo>
                        <a:pt x="414558" y="328676"/>
                        <a:pt x="426496" y="336614"/>
                        <a:pt x="440085" y="337630"/>
                      </a:cubicBezTo>
                      <a:cubicBezTo>
                        <a:pt x="440657" y="335979"/>
                        <a:pt x="441292" y="334264"/>
                        <a:pt x="441863" y="332613"/>
                      </a:cubicBezTo>
                      <a:cubicBezTo>
                        <a:pt x="440149" y="333312"/>
                        <a:pt x="438434" y="333947"/>
                        <a:pt x="436720" y="334645"/>
                      </a:cubicBezTo>
                      <a:cubicBezTo>
                        <a:pt x="431195" y="327597"/>
                        <a:pt x="426560" y="319786"/>
                        <a:pt x="422940" y="311531"/>
                      </a:cubicBezTo>
                      <a:cubicBezTo>
                        <a:pt x="418876" y="314579"/>
                        <a:pt x="411891" y="310324"/>
                        <a:pt x="412780" y="305308"/>
                      </a:cubicBezTo>
                      <a:cubicBezTo>
                        <a:pt x="412971" y="304292"/>
                        <a:pt x="413352" y="303276"/>
                        <a:pt x="413098" y="302324"/>
                      </a:cubicBezTo>
                      <a:cubicBezTo>
                        <a:pt x="412717" y="301117"/>
                        <a:pt x="411447" y="300482"/>
                        <a:pt x="410431" y="299720"/>
                      </a:cubicBezTo>
                      <a:cubicBezTo>
                        <a:pt x="407256" y="297434"/>
                        <a:pt x="406049" y="292735"/>
                        <a:pt x="407764" y="289179"/>
                      </a:cubicBezTo>
                      <a:cubicBezTo>
                        <a:pt x="404144" y="289878"/>
                        <a:pt x="400334" y="289497"/>
                        <a:pt x="396905" y="288036"/>
                      </a:cubicBezTo>
                      <a:cubicBezTo>
                        <a:pt x="399445" y="286131"/>
                        <a:pt x="401414" y="283401"/>
                        <a:pt x="402430" y="280416"/>
                      </a:cubicBezTo>
                      <a:cubicBezTo>
                        <a:pt x="399445" y="280226"/>
                        <a:pt x="396778" y="277876"/>
                        <a:pt x="396270" y="274955"/>
                      </a:cubicBezTo>
                      <a:cubicBezTo>
                        <a:pt x="395762" y="272034"/>
                        <a:pt x="397477" y="268859"/>
                        <a:pt x="400207" y="267716"/>
                      </a:cubicBezTo>
                      <a:cubicBezTo>
                        <a:pt x="397350" y="264922"/>
                        <a:pt x="394429" y="262001"/>
                        <a:pt x="393286" y="258191"/>
                      </a:cubicBezTo>
                      <a:cubicBezTo>
                        <a:pt x="392143" y="254381"/>
                        <a:pt x="393476" y="249492"/>
                        <a:pt x="397223" y="248095"/>
                      </a:cubicBezTo>
                      <a:cubicBezTo>
                        <a:pt x="398048" y="247777"/>
                        <a:pt x="398937" y="247587"/>
                        <a:pt x="399445" y="246952"/>
                      </a:cubicBezTo>
                      <a:cubicBezTo>
                        <a:pt x="399953" y="246253"/>
                        <a:pt x="399826" y="245364"/>
                        <a:pt x="399699" y="244539"/>
                      </a:cubicBezTo>
                      <a:cubicBezTo>
                        <a:pt x="398747" y="238316"/>
                        <a:pt x="397794" y="232029"/>
                        <a:pt x="396842" y="225806"/>
                      </a:cubicBezTo>
                      <a:cubicBezTo>
                        <a:pt x="396461" y="224092"/>
                        <a:pt x="396207" y="222250"/>
                        <a:pt x="395254" y="22079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0" name="Google Shape;660;p24"/>
                <p:cNvSpPr/>
                <p:nvPr/>
              </p:nvSpPr>
              <p:spPr>
                <a:xfrm>
                  <a:off x="1054925" y="3462591"/>
                  <a:ext cx="58243" cy="57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243" h="57530" extrusionOk="0">
                      <a:moveTo>
                        <a:pt x="4064" y="25083"/>
                      </a:moveTo>
                      <a:cubicBezTo>
                        <a:pt x="6096" y="27242"/>
                        <a:pt x="8572" y="28893"/>
                        <a:pt x="10858" y="30861"/>
                      </a:cubicBezTo>
                      <a:cubicBezTo>
                        <a:pt x="14541" y="28639"/>
                        <a:pt x="19749" y="29147"/>
                        <a:pt x="22860" y="32131"/>
                      </a:cubicBezTo>
                      <a:cubicBezTo>
                        <a:pt x="19812" y="40196"/>
                        <a:pt x="18478" y="48895"/>
                        <a:pt x="18923" y="57531"/>
                      </a:cubicBezTo>
                      <a:cubicBezTo>
                        <a:pt x="20828" y="54991"/>
                        <a:pt x="24321" y="54229"/>
                        <a:pt x="27496" y="54420"/>
                      </a:cubicBezTo>
                      <a:cubicBezTo>
                        <a:pt x="30671" y="54610"/>
                        <a:pt x="33782" y="55436"/>
                        <a:pt x="36957" y="55245"/>
                      </a:cubicBezTo>
                      <a:cubicBezTo>
                        <a:pt x="44323" y="54801"/>
                        <a:pt x="50101" y="48959"/>
                        <a:pt x="55118" y="43498"/>
                      </a:cubicBezTo>
                      <a:cubicBezTo>
                        <a:pt x="57150" y="41275"/>
                        <a:pt x="59309" y="38037"/>
                        <a:pt x="57658" y="35560"/>
                      </a:cubicBezTo>
                      <a:cubicBezTo>
                        <a:pt x="56769" y="34290"/>
                        <a:pt x="55182" y="33718"/>
                        <a:pt x="53721" y="33274"/>
                      </a:cubicBezTo>
                      <a:cubicBezTo>
                        <a:pt x="50038" y="32131"/>
                        <a:pt x="46355" y="30988"/>
                        <a:pt x="42608" y="29845"/>
                      </a:cubicBezTo>
                      <a:cubicBezTo>
                        <a:pt x="40449" y="29210"/>
                        <a:pt x="38036" y="28258"/>
                        <a:pt x="37401" y="26099"/>
                      </a:cubicBezTo>
                      <a:cubicBezTo>
                        <a:pt x="36893" y="24257"/>
                        <a:pt x="38036" y="22289"/>
                        <a:pt x="39560" y="21082"/>
                      </a:cubicBezTo>
                      <a:cubicBezTo>
                        <a:pt x="41085" y="19876"/>
                        <a:pt x="42989" y="19241"/>
                        <a:pt x="44640" y="18288"/>
                      </a:cubicBezTo>
                      <a:cubicBezTo>
                        <a:pt x="49847" y="15240"/>
                        <a:pt x="52705" y="8699"/>
                        <a:pt x="51371" y="2858"/>
                      </a:cubicBezTo>
                      <a:cubicBezTo>
                        <a:pt x="47053" y="6858"/>
                        <a:pt x="41910" y="9970"/>
                        <a:pt x="36385" y="11938"/>
                      </a:cubicBezTo>
                      <a:cubicBezTo>
                        <a:pt x="35115" y="12383"/>
                        <a:pt x="33846" y="12764"/>
                        <a:pt x="32512" y="12700"/>
                      </a:cubicBezTo>
                      <a:cubicBezTo>
                        <a:pt x="30099" y="12446"/>
                        <a:pt x="28194" y="10541"/>
                        <a:pt x="26352" y="8890"/>
                      </a:cubicBezTo>
                      <a:cubicBezTo>
                        <a:pt x="22924" y="5779"/>
                        <a:pt x="16383" y="953"/>
                        <a:pt x="10477" y="0"/>
                      </a:cubicBezTo>
                      <a:cubicBezTo>
                        <a:pt x="6794" y="5588"/>
                        <a:pt x="3238" y="11240"/>
                        <a:pt x="0" y="17018"/>
                      </a:cubicBezTo>
                      <a:cubicBezTo>
                        <a:pt x="762" y="20193"/>
                        <a:pt x="2222" y="23114"/>
                        <a:pt x="4064" y="2508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1" name="Google Shape;661;p24"/>
                <p:cNvSpPr/>
                <p:nvPr/>
              </p:nvSpPr>
              <p:spPr>
                <a:xfrm>
                  <a:off x="1083183" y="3373628"/>
                  <a:ext cx="91027" cy="101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027" h="101624" extrusionOk="0">
                      <a:moveTo>
                        <a:pt x="65468" y="38290"/>
                      </a:moveTo>
                      <a:cubicBezTo>
                        <a:pt x="67119" y="31369"/>
                        <a:pt x="70676" y="25019"/>
                        <a:pt x="74866" y="19240"/>
                      </a:cubicBezTo>
                      <a:cubicBezTo>
                        <a:pt x="76390" y="17145"/>
                        <a:pt x="77978" y="15049"/>
                        <a:pt x="78740" y="12573"/>
                      </a:cubicBezTo>
                      <a:cubicBezTo>
                        <a:pt x="80010" y="8382"/>
                        <a:pt x="78549" y="3937"/>
                        <a:pt x="76454" y="0"/>
                      </a:cubicBezTo>
                      <a:cubicBezTo>
                        <a:pt x="57468" y="10985"/>
                        <a:pt x="39497" y="24320"/>
                        <a:pt x="22924" y="40132"/>
                      </a:cubicBezTo>
                      <a:cubicBezTo>
                        <a:pt x="14668" y="48006"/>
                        <a:pt x="7112" y="56324"/>
                        <a:pt x="0" y="64897"/>
                      </a:cubicBezTo>
                      <a:cubicBezTo>
                        <a:pt x="14351" y="69151"/>
                        <a:pt x="27622" y="76835"/>
                        <a:pt x="37973" y="87693"/>
                      </a:cubicBezTo>
                      <a:cubicBezTo>
                        <a:pt x="39815" y="89662"/>
                        <a:pt x="41656" y="91757"/>
                        <a:pt x="44005" y="93091"/>
                      </a:cubicBezTo>
                      <a:cubicBezTo>
                        <a:pt x="45974" y="94170"/>
                        <a:pt x="48133" y="94742"/>
                        <a:pt x="50292" y="95250"/>
                      </a:cubicBezTo>
                      <a:cubicBezTo>
                        <a:pt x="58039" y="97155"/>
                        <a:pt x="65786" y="99060"/>
                        <a:pt x="73533" y="100965"/>
                      </a:cubicBezTo>
                      <a:cubicBezTo>
                        <a:pt x="74993" y="101346"/>
                        <a:pt x="76518" y="101727"/>
                        <a:pt x="78041" y="101600"/>
                      </a:cubicBezTo>
                      <a:cubicBezTo>
                        <a:pt x="83820" y="101346"/>
                        <a:pt x="87376" y="95313"/>
                        <a:pt x="89852" y="90106"/>
                      </a:cubicBezTo>
                      <a:cubicBezTo>
                        <a:pt x="90488" y="88709"/>
                        <a:pt x="91186" y="87249"/>
                        <a:pt x="90996" y="85725"/>
                      </a:cubicBezTo>
                      <a:cubicBezTo>
                        <a:pt x="90868" y="84772"/>
                        <a:pt x="90488" y="83820"/>
                        <a:pt x="89979" y="82994"/>
                      </a:cubicBezTo>
                      <a:cubicBezTo>
                        <a:pt x="84582" y="73469"/>
                        <a:pt x="73088" y="68580"/>
                        <a:pt x="67754" y="58991"/>
                      </a:cubicBezTo>
                      <a:cubicBezTo>
                        <a:pt x="64262" y="52832"/>
                        <a:pt x="63818" y="45212"/>
                        <a:pt x="65468" y="3829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2" name="Google Shape;662;p24"/>
                <p:cNvSpPr/>
                <p:nvPr/>
              </p:nvSpPr>
              <p:spPr>
                <a:xfrm>
                  <a:off x="1285162" y="3336163"/>
                  <a:ext cx="121997" cy="1351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997" h="135191" extrusionOk="0">
                      <a:moveTo>
                        <a:pt x="20080" y="93472"/>
                      </a:moveTo>
                      <a:cubicBezTo>
                        <a:pt x="19318" y="96076"/>
                        <a:pt x="17731" y="98361"/>
                        <a:pt x="16461" y="100711"/>
                      </a:cubicBezTo>
                      <a:cubicBezTo>
                        <a:pt x="12206" y="108839"/>
                        <a:pt x="11635" y="118301"/>
                        <a:pt x="11127" y="127445"/>
                      </a:cubicBezTo>
                      <a:cubicBezTo>
                        <a:pt x="11063" y="128270"/>
                        <a:pt x="11063" y="129159"/>
                        <a:pt x="11444" y="129858"/>
                      </a:cubicBezTo>
                      <a:cubicBezTo>
                        <a:pt x="11952" y="130746"/>
                        <a:pt x="12968" y="131191"/>
                        <a:pt x="13857" y="131572"/>
                      </a:cubicBezTo>
                      <a:cubicBezTo>
                        <a:pt x="16842" y="132778"/>
                        <a:pt x="19826" y="133985"/>
                        <a:pt x="22747" y="135191"/>
                      </a:cubicBezTo>
                      <a:cubicBezTo>
                        <a:pt x="24271" y="132969"/>
                        <a:pt x="25351" y="130429"/>
                        <a:pt x="26430" y="127953"/>
                      </a:cubicBezTo>
                      <a:cubicBezTo>
                        <a:pt x="29986" y="119952"/>
                        <a:pt x="33542" y="111823"/>
                        <a:pt x="34368" y="103124"/>
                      </a:cubicBezTo>
                      <a:cubicBezTo>
                        <a:pt x="35130" y="94552"/>
                        <a:pt x="33161" y="85915"/>
                        <a:pt x="34368" y="77407"/>
                      </a:cubicBezTo>
                      <a:cubicBezTo>
                        <a:pt x="34558" y="76136"/>
                        <a:pt x="34812" y="74803"/>
                        <a:pt x="35574" y="73723"/>
                      </a:cubicBezTo>
                      <a:cubicBezTo>
                        <a:pt x="36527" y="72327"/>
                        <a:pt x="38178" y="71501"/>
                        <a:pt x="39638" y="70676"/>
                      </a:cubicBezTo>
                      <a:cubicBezTo>
                        <a:pt x="45226" y="67691"/>
                        <a:pt x="50370" y="63817"/>
                        <a:pt x="54751" y="59309"/>
                      </a:cubicBezTo>
                      <a:cubicBezTo>
                        <a:pt x="59196" y="54737"/>
                        <a:pt x="63197" y="49276"/>
                        <a:pt x="69166" y="47053"/>
                      </a:cubicBezTo>
                      <a:cubicBezTo>
                        <a:pt x="74627" y="45021"/>
                        <a:pt x="80659" y="46038"/>
                        <a:pt x="86438" y="45276"/>
                      </a:cubicBezTo>
                      <a:cubicBezTo>
                        <a:pt x="96852" y="43942"/>
                        <a:pt x="105551" y="37021"/>
                        <a:pt x="113171" y="29845"/>
                      </a:cubicBezTo>
                      <a:cubicBezTo>
                        <a:pt x="116283" y="26924"/>
                        <a:pt x="119394" y="23685"/>
                        <a:pt x="121998" y="20193"/>
                      </a:cubicBezTo>
                      <a:cubicBezTo>
                        <a:pt x="93677" y="8699"/>
                        <a:pt x="63832" y="1968"/>
                        <a:pt x="33733" y="0"/>
                      </a:cubicBezTo>
                      <a:cubicBezTo>
                        <a:pt x="29669" y="6985"/>
                        <a:pt x="24081" y="13398"/>
                        <a:pt x="20969" y="20891"/>
                      </a:cubicBezTo>
                      <a:cubicBezTo>
                        <a:pt x="18493" y="26734"/>
                        <a:pt x="16715" y="27368"/>
                        <a:pt x="11508" y="30226"/>
                      </a:cubicBezTo>
                      <a:cubicBezTo>
                        <a:pt x="6491" y="32957"/>
                        <a:pt x="3824" y="37402"/>
                        <a:pt x="1348" y="42482"/>
                      </a:cubicBezTo>
                      <a:cubicBezTo>
                        <a:pt x="840" y="43561"/>
                        <a:pt x="268" y="44704"/>
                        <a:pt x="205" y="45910"/>
                      </a:cubicBezTo>
                      <a:cubicBezTo>
                        <a:pt x="-113" y="50165"/>
                        <a:pt x="5221" y="53213"/>
                        <a:pt x="5031" y="57404"/>
                      </a:cubicBezTo>
                      <a:cubicBezTo>
                        <a:pt x="4967" y="58738"/>
                        <a:pt x="4332" y="60008"/>
                        <a:pt x="3824" y="61214"/>
                      </a:cubicBezTo>
                      <a:cubicBezTo>
                        <a:pt x="2110" y="65215"/>
                        <a:pt x="1348" y="69596"/>
                        <a:pt x="649" y="73851"/>
                      </a:cubicBezTo>
                      <a:cubicBezTo>
                        <a:pt x="141" y="76708"/>
                        <a:pt x="-303" y="79692"/>
                        <a:pt x="268" y="82550"/>
                      </a:cubicBezTo>
                      <a:cubicBezTo>
                        <a:pt x="840" y="85408"/>
                        <a:pt x="2745" y="88202"/>
                        <a:pt x="5539" y="88964"/>
                      </a:cubicBezTo>
                      <a:cubicBezTo>
                        <a:pt x="9031" y="85217"/>
                        <a:pt x="15127" y="82169"/>
                        <a:pt x="18747" y="85725"/>
                      </a:cubicBezTo>
                      <a:cubicBezTo>
                        <a:pt x="20652" y="87757"/>
                        <a:pt x="20842" y="90868"/>
                        <a:pt x="20080" y="9347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65" name="Google Shape;665;p25"/>
          <p:cNvSpPr txBox="1">
            <a:spLocks noGrp="1"/>
          </p:cNvSpPr>
          <p:nvPr>
            <p:ph type="subTitle" idx="1"/>
          </p:nvPr>
        </p:nvSpPr>
        <p:spPr>
          <a:xfrm>
            <a:off x="2328416" y="1919100"/>
            <a:ext cx="19782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6" name="Google Shape;666;p25"/>
          <p:cNvSpPr txBox="1">
            <a:spLocks noGrp="1"/>
          </p:cNvSpPr>
          <p:nvPr>
            <p:ph type="subTitle" idx="2"/>
          </p:nvPr>
        </p:nvSpPr>
        <p:spPr>
          <a:xfrm>
            <a:off x="5800795" y="1919100"/>
            <a:ext cx="19782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7" name="Google Shape;667;p25"/>
          <p:cNvSpPr txBox="1">
            <a:spLocks noGrp="1"/>
          </p:cNvSpPr>
          <p:nvPr>
            <p:ph type="subTitle" idx="3"/>
          </p:nvPr>
        </p:nvSpPr>
        <p:spPr>
          <a:xfrm>
            <a:off x="2328416" y="3561975"/>
            <a:ext cx="19782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8" name="Google Shape;668;p25"/>
          <p:cNvSpPr txBox="1">
            <a:spLocks noGrp="1"/>
          </p:cNvSpPr>
          <p:nvPr>
            <p:ph type="subTitle" idx="4"/>
          </p:nvPr>
        </p:nvSpPr>
        <p:spPr>
          <a:xfrm>
            <a:off x="5800795" y="3561975"/>
            <a:ext cx="19782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9" name="Google Shape;669;p25"/>
          <p:cNvSpPr txBox="1">
            <a:spLocks noGrp="1"/>
          </p:cNvSpPr>
          <p:nvPr>
            <p:ph type="subTitle" idx="5"/>
          </p:nvPr>
        </p:nvSpPr>
        <p:spPr>
          <a:xfrm>
            <a:off x="2328416" y="1441200"/>
            <a:ext cx="19782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670" name="Google Shape;670;p25"/>
          <p:cNvSpPr txBox="1">
            <a:spLocks noGrp="1"/>
          </p:cNvSpPr>
          <p:nvPr>
            <p:ph type="subTitle" idx="6"/>
          </p:nvPr>
        </p:nvSpPr>
        <p:spPr>
          <a:xfrm>
            <a:off x="2328416" y="3084075"/>
            <a:ext cx="19782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671" name="Google Shape;671;p25"/>
          <p:cNvSpPr txBox="1">
            <a:spLocks noGrp="1"/>
          </p:cNvSpPr>
          <p:nvPr>
            <p:ph type="subTitle" idx="7"/>
          </p:nvPr>
        </p:nvSpPr>
        <p:spPr>
          <a:xfrm>
            <a:off x="5800791" y="1441200"/>
            <a:ext cx="19782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672" name="Google Shape;672;p25"/>
          <p:cNvSpPr txBox="1">
            <a:spLocks noGrp="1"/>
          </p:cNvSpPr>
          <p:nvPr>
            <p:ph type="subTitle" idx="8"/>
          </p:nvPr>
        </p:nvSpPr>
        <p:spPr>
          <a:xfrm>
            <a:off x="5800791" y="3084075"/>
            <a:ext cx="19782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grpSp>
        <p:nvGrpSpPr>
          <p:cNvPr id="673" name="Google Shape;673;p25"/>
          <p:cNvGrpSpPr/>
          <p:nvPr/>
        </p:nvGrpSpPr>
        <p:grpSpPr>
          <a:xfrm>
            <a:off x="120890" y="1569445"/>
            <a:ext cx="8704712" cy="2174877"/>
            <a:chOff x="120890" y="1569445"/>
            <a:chExt cx="8704712" cy="2174877"/>
          </a:xfrm>
        </p:grpSpPr>
        <p:sp>
          <p:nvSpPr>
            <p:cNvPr id="674" name="Google Shape;674;p25"/>
            <p:cNvSpPr/>
            <p:nvPr/>
          </p:nvSpPr>
          <p:spPr>
            <a:xfrm>
              <a:off x="8608390" y="3078295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25"/>
            <p:cNvSpPr/>
            <p:nvPr/>
          </p:nvSpPr>
          <p:spPr>
            <a:xfrm>
              <a:off x="120890" y="1569445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25"/>
            <p:cNvSpPr/>
            <p:nvPr/>
          </p:nvSpPr>
          <p:spPr>
            <a:xfrm>
              <a:off x="338102" y="3487382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7" name="Google Shape;677;p25"/>
          <p:cNvGrpSpPr/>
          <p:nvPr/>
        </p:nvGrpSpPr>
        <p:grpSpPr>
          <a:xfrm>
            <a:off x="-817136" y="2065184"/>
            <a:ext cx="10604193" cy="3299011"/>
            <a:chOff x="-817136" y="2065184"/>
            <a:chExt cx="10604193" cy="3299011"/>
          </a:xfrm>
        </p:grpSpPr>
        <p:grpSp>
          <p:nvGrpSpPr>
            <p:cNvPr id="678" name="Google Shape;678;p25"/>
            <p:cNvGrpSpPr/>
            <p:nvPr/>
          </p:nvGrpSpPr>
          <p:grpSpPr>
            <a:xfrm rot="1081993" flipH="1">
              <a:off x="8520798" y="3505944"/>
              <a:ext cx="1021606" cy="1742920"/>
              <a:chOff x="971119" y="3290570"/>
              <a:chExt cx="612189" cy="1044510"/>
            </a:xfrm>
          </p:grpSpPr>
          <p:sp>
            <p:nvSpPr>
              <p:cNvPr id="679" name="Google Shape;679;p25"/>
              <p:cNvSpPr/>
              <p:nvPr/>
            </p:nvSpPr>
            <p:spPr>
              <a:xfrm>
                <a:off x="1259586" y="3938904"/>
                <a:ext cx="75691" cy="126428"/>
              </a:xfrm>
              <a:custGeom>
                <a:avLst/>
                <a:gdLst/>
                <a:ahLst/>
                <a:cxnLst/>
                <a:rect l="l" t="t" r="r" b="b"/>
                <a:pathLst>
                  <a:path w="75691" h="126428" extrusionOk="0">
                    <a:moveTo>
                      <a:pt x="0" y="0"/>
                    </a:moveTo>
                    <a:lnTo>
                      <a:pt x="75692" y="0"/>
                    </a:lnTo>
                    <a:lnTo>
                      <a:pt x="75692" y="126428"/>
                    </a:lnTo>
                    <a:lnTo>
                      <a:pt x="0" y="12642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p25"/>
              <p:cNvSpPr/>
              <p:nvPr/>
            </p:nvSpPr>
            <p:spPr>
              <a:xfrm>
                <a:off x="1259522" y="3940492"/>
                <a:ext cx="75755" cy="24638"/>
              </a:xfrm>
              <a:custGeom>
                <a:avLst/>
                <a:gdLst/>
                <a:ahLst/>
                <a:cxnLst/>
                <a:rect l="l" t="t" r="r" b="b"/>
                <a:pathLst>
                  <a:path w="75755" h="24638" extrusionOk="0">
                    <a:moveTo>
                      <a:pt x="75755" y="889"/>
                    </a:moveTo>
                    <a:cubicBezTo>
                      <a:pt x="62103" y="2413"/>
                      <a:pt x="48260" y="3048"/>
                      <a:pt x="34290" y="2730"/>
                    </a:cubicBezTo>
                    <a:cubicBezTo>
                      <a:pt x="22733" y="2477"/>
                      <a:pt x="11303" y="1524"/>
                      <a:pt x="0" y="0"/>
                    </a:cubicBezTo>
                    <a:lnTo>
                      <a:pt x="0" y="22035"/>
                    </a:lnTo>
                    <a:cubicBezTo>
                      <a:pt x="11113" y="23432"/>
                      <a:pt x="22415" y="24257"/>
                      <a:pt x="33782" y="24574"/>
                    </a:cubicBezTo>
                    <a:cubicBezTo>
                      <a:pt x="36385" y="24638"/>
                      <a:pt x="39052" y="24638"/>
                      <a:pt x="41656" y="24638"/>
                    </a:cubicBezTo>
                    <a:cubicBezTo>
                      <a:pt x="53149" y="24638"/>
                      <a:pt x="64516" y="24003"/>
                      <a:pt x="75755" y="22860"/>
                    </a:cubicBezTo>
                    <a:lnTo>
                      <a:pt x="75755" y="88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1" name="Google Shape;681;p25"/>
              <p:cNvSpPr/>
              <p:nvPr/>
            </p:nvSpPr>
            <p:spPr>
              <a:xfrm>
                <a:off x="1259586" y="4034154"/>
                <a:ext cx="75691" cy="31241"/>
              </a:xfrm>
              <a:custGeom>
                <a:avLst/>
                <a:gdLst/>
                <a:ahLst/>
                <a:cxnLst/>
                <a:rect l="l" t="t" r="r" b="b"/>
                <a:pathLst>
                  <a:path w="75691" h="31241" extrusionOk="0">
                    <a:moveTo>
                      <a:pt x="75692" y="31242"/>
                    </a:moveTo>
                    <a:lnTo>
                      <a:pt x="0" y="31242"/>
                    </a:lnTo>
                    <a:lnTo>
                      <a:pt x="0" y="0"/>
                    </a:lnTo>
                    <a:lnTo>
                      <a:pt x="75692" y="1530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2" name="Google Shape;682;p25"/>
              <p:cNvSpPr/>
              <p:nvPr/>
            </p:nvSpPr>
            <p:spPr>
              <a:xfrm>
                <a:off x="1200150" y="4065396"/>
                <a:ext cx="194627" cy="117665"/>
              </a:xfrm>
              <a:custGeom>
                <a:avLst/>
                <a:gdLst/>
                <a:ahLst/>
                <a:cxnLst/>
                <a:rect l="l" t="t" r="r" b="b"/>
                <a:pathLst>
                  <a:path w="194627" h="117665" extrusionOk="0">
                    <a:moveTo>
                      <a:pt x="142748" y="0"/>
                    </a:moveTo>
                    <a:lnTo>
                      <a:pt x="51879" y="0"/>
                    </a:lnTo>
                    <a:cubicBezTo>
                      <a:pt x="38354" y="0"/>
                      <a:pt x="26543" y="9271"/>
                      <a:pt x="23304" y="22416"/>
                    </a:cubicBezTo>
                    <a:lnTo>
                      <a:pt x="0" y="117666"/>
                    </a:lnTo>
                    <a:lnTo>
                      <a:pt x="194627" y="117666"/>
                    </a:lnTo>
                    <a:lnTo>
                      <a:pt x="171323" y="22416"/>
                    </a:lnTo>
                    <a:cubicBezTo>
                      <a:pt x="168085" y="9208"/>
                      <a:pt x="156274" y="0"/>
                      <a:pt x="14274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3" name="Google Shape;683;p25"/>
              <p:cNvSpPr/>
              <p:nvPr/>
            </p:nvSpPr>
            <p:spPr>
              <a:xfrm>
                <a:off x="1107821" y="4182998"/>
                <a:ext cx="379348" cy="152082"/>
              </a:xfrm>
              <a:custGeom>
                <a:avLst/>
                <a:gdLst/>
                <a:ahLst/>
                <a:cxnLst/>
                <a:rect l="l" t="t" r="r" b="b"/>
                <a:pathLst>
                  <a:path w="379348" h="152082" extrusionOk="0">
                    <a:moveTo>
                      <a:pt x="298767" y="0"/>
                    </a:moveTo>
                    <a:lnTo>
                      <a:pt x="80518" y="0"/>
                    </a:lnTo>
                    <a:cubicBezTo>
                      <a:pt x="61277" y="0"/>
                      <a:pt x="44259" y="12446"/>
                      <a:pt x="38481" y="30798"/>
                    </a:cubicBezTo>
                    <a:lnTo>
                      <a:pt x="0" y="152083"/>
                    </a:lnTo>
                    <a:lnTo>
                      <a:pt x="379349" y="152083"/>
                    </a:lnTo>
                    <a:lnTo>
                      <a:pt x="340868" y="30798"/>
                    </a:lnTo>
                    <a:cubicBezTo>
                      <a:pt x="334963" y="12446"/>
                      <a:pt x="317944" y="0"/>
                      <a:pt x="29876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4" name="Google Shape;684;p25"/>
              <p:cNvSpPr/>
              <p:nvPr/>
            </p:nvSpPr>
            <p:spPr>
              <a:xfrm>
                <a:off x="1200150" y="4152138"/>
                <a:ext cx="194627" cy="30860"/>
              </a:xfrm>
              <a:custGeom>
                <a:avLst/>
                <a:gdLst/>
                <a:ahLst/>
                <a:cxnLst/>
                <a:rect l="l" t="t" r="r" b="b"/>
                <a:pathLst>
                  <a:path w="194627" h="30860" extrusionOk="0">
                    <a:moveTo>
                      <a:pt x="0" y="30861"/>
                    </a:moveTo>
                    <a:lnTo>
                      <a:pt x="194627" y="30861"/>
                    </a:lnTo>
                    <a:lnTo>
                      <a:pt x="191770" y="19240"/>
                    </a:lnTo>
                    <a:lnTo>
                      <a:pt x="755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85" name="Google Shape;685;p25"/>
              <p:cNvGrpSpPr/>
              <p:nvPr/>
            </p:nvGrpSpPr>
            <p:grpSpPr>
              <a:xfrm>
                <a:off x="971119" y="3290570"/>
                <a:ext cx="612189" cy="657478"/>
                <a:chOff x="971119" y="3290570"/>
                <a:chExt cx="612189" cy="657478"/>
              </a:xfrm>
            </p:grpSpPr>
            <p:sp>
              <p:nvSpPr>
                <p:cNvPr id="686" name="Google Shape;686;p25"/>
                <p:cNvSpPr/>
                <p:nvPr/>
              </p:nvSpPr>
              <p:spPr>
                <a:xfrm rot="-1193110">
                  <a:off x="1296820" y="3298958"/>
                  <a:ext cx="6728" cy="6336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31" h="633926" extrusionOk="0">
                      <a:moveTo>
                        <a:pt x="0" y="0"/>
                      </a:moveTo>
                      <a:lnTo>
                        <a:pt x="6731" y="0"/>
                      </a:lnTo>
                      <a:lnTo>
                        <a:pt x="6731" y="633927"/>
                      </a:lnTo>
                      <a:lnTo>
                        <a:pt x="0" y="63392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87" name="Google Shape;687;p25"/>
                <p:cNvGrpSpPr/>
                <p:nvPr/>
              </p:nvGrpSpPr>
              <p:grpSpPr>
                <a:xfrm>
                  <a:off x="1018666" y="3335654"/>
                  <a:ext cx="564642" cy="564642"/>
                  <a:chOff x="1018666" y="3335654"/>
                  <a:chExt cx="564642" cy="564642"/>
                </a:xfrm>
              </p:grpSpPr>
              <p:sp>
                <p:nvSpPr>
                  <p:cNvPr id="688" name="Google Shape;688;p25"/>
                  <p:cNvSpPr/>
                  <p:nvPr/>
                </p:nvSpPr>
                <p:spPr>
                  <a:xfrm>
                    <a:off x="1018666" y="3335654"/>
                    <a:ext cx="564642" cy="5646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4642" h="564642" extrusionOk="0">
                        <a:moveTo>
                          <a:pt x="564642" y="282321"/>
                        </a:moveTo>
                        <a:cubicBezTo>
                          <a:pt x="564642" y="438243"/>
                          <a:pt x="438243" y="564642"/>
                          <a:pt x="282321" y="564642"/>
                        </a:cubicBezTo>
                        <a:cubicBezTo>
                          <a:pt x="126399" y="564642"/>
                          <a:pt x="0" y="438243"/>
                          <a:pt x="0" y="282321"/>
                        </a:cubicBezTo>
                        <a:cubicBezTo>
                          <a:pt x="0" y="126400"/>
                          <a:pt x="126399" y="0"/>
                          <a:pt x="282321" y="0"/>
                        </a:cubicBezTo>
                        <a:cubicBezTo>
                          <a:pt x="438243" y="0"/>
                          <a:pt x="564642" y="126399"/>
                          <a:pt x="564642" y="28232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689" name="Google Shape;689;p25"/>
                  <p:cNvGrpSpPr/>
                  <p:nvPr/>
                </p:nvGrpSpPr>
                <p:grpSpPr>
                  <a:xfrm>
                    <a:off x="1018954" y="3336099"/>
                    <a:ext cx="555718" cy="499427"/>
                    <a:chOff x="1018954" y="3336099"/>
                    <a:chExt cx="555718" cy="499427"/>
                  </a:xfrm>
                </p:grpSpPr>
                <p:sp>
                  <p:nvSpPr>
                    <p:cNvPr id="690" name="Google Shape;690;p25"/>
                    <p:cNvSpPr/>
                    <p:nvPr/>
                  </p:nvSpPr>
                  <p:spPr>
                    <a:xfrm>
                      <a:off x="1238377" y="3336099"/>
                      <a:ext cx="51815" cy="3284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1815" h="32847" extrusionOk="0">
                          <a:moveTo>
                            <a:pt x="8128" y="17653"/>
                          </a:moveTo>
                          <a:cubicBezTo>
                            <a:pt x="10541" y="22035"/>
                            <a:pt x="12446" y="26734"/>
                            <a:pt x="15430" y="30734"/>
                          </a:cubicBezTo>
                          <a:cubicBezTo>
                            <a:pt x="16002" y="31433"/>
                            <a:pt x="16574" y="32131"/>
                            <a:pt x="17399" y="32512"/>
                          </a:cubicBezTo>
                          <a:cubicBezTo>
                            <a:pt x="18351" y="32957"/>
                            <a:pt x="19494" y="32893"/>
                            <a:pt x="20510" y="32703"/>
                          </a:cubicBezTo>
                          <a:cubicBezTo>
                            <a:pt x="28194" y="31560"/>
                            <a:pt x="34925" y="26734"/>
                            <a:pt x="39878" y="20765"/>
                          </a:cubicBezTo>
                          <a:cubicBezTo>
                            <a:pt x="44894" y="14859"/>
                            <a:pt x="48387" y="7810"/>
                            <a:pt x="51816" y="889"/>
                          </a:cubicBezTo>
                          <a:cubicBezTo>
                            <a:pt x="49784" y="572"/>
                            <a:pt x="47815" y="317"/>
                            <a:pt x="45783" y="0"/>
                          </a:cubicBezTo>
                          <a:cubicBezTo>
                            <a:pt x="30416" y="889"/>
                            <a:pt x="15113" y="3048"/>
                            <a:pt x="0" y="6477"/>
                          </a:cubicBezTo>
                          <a:cubicBezTo>
                            <a:pt x="3175" y="9970"/>
                            <a:pt x="5905" y="13653"/>
                            <a:pt x="8128" y="17653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691" name="Google Shape;691;p25"/>
                    <p:cNvSpPr/>
                    <p:nvPr/>
                  </p:nvSpPr>
                  <p:spPr>
                    <a:xfrm>
                      <a:off x="1325635" y="3360737"/>
                      <a:ext cx="249037" cy="19349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9037" h="193496" extrusionOk="0">
                          <a:moveTo>
                            <a:pt x="135754" y="24828"/>
                          </a:moveTo>
                          <a:cubicBezTo>
                            <a:pt x="130166" y="26734"/>
                            <a:pt x="124832" y="29528"/>
                            <a:pt x="120133" y="33084"/>
                          </a:cubicBezTo>
                          <a:cubicBezTo>
                            <a:pt x="118482" y="34353"/>
                            <a:pt x="116640" y="35751"/>
                            <a:pt x="114545" y="35560"/>
                          </a:cubicBezTo>
                          <a:cubicBezTo>
                            <a:pt x="112005" y="35242"/>
                            <a:pt x="110481" y="32639"/>
                            <a:pt x="108322" y="31178"/>
                          </a:cubicBezTo>
                          <a:cubicBezTo>
                            <a:pt x="103686" y="28067"/>
                            <a:pt x="95812" y="30226"/>
                            <a:pt x="93272" y="25273"/>
                          </a:cubicBezTo>
                          <a:cubicBezTo>
                            <a:pt x="91939" y="22670"/>
                            <a:pt x="93082" y="19495"/>
                            <a:pt x="94288" y="16828"/>
                          </a:cubicBezTo>
                          <a:cubicBezTo>
                            <a:pt x="96257" y="12573"/>
                            <a:pt x="98479" y="8382"/>
                            <a:pt x="100892" y="4382"/>
                          </a:cubicBezTo>
                          <a:cubicBezTo>
                            <a:pt x="97781" y="2858"/>
                            <a:pt x="94669" y="1460"/>
                            <a:pt x="91558" y="0"/>
                          </a:cubicBezTo>
                          <a:cubicBezTo>
                            <a:pt x="89589" y="3683"/>
                            <a:pt x="87684" y="7429"/>
                            <a:pt x="85970" y="11240"/>
                          </a:cubicBezTo>
                          <a:cubicBezTo>
                            <a:pt x="83176" y="17463"/>
                            <a:pt x="80636" y="24003"/>
                            <a:pt x="75746" y="28766"/>
                          </a:cubicBezTo>
                          <a:cubicBezTo>
                            <a:pt x="72317" y="32131"/>
                            <a:pt x="67872" y="34353"/>
                            <a:pt x="64380" y="37655"/>
                          </a:cubicBezTo>
                          <a:cubicBezTo>
                            <a:pt x="60887" y="40958"/>
                            <a:pt x="58284" y="46038"/>
                            <a:pt x="60062" y="50546"/>
                          </a:cubicBezTo>
                          <a:cubicBezTo>
                            <a:pt x="60760" y="52388"/>
                            <a:pt x="62094" y="53911"/>
                            <a:pt x="63173" y="55563"/>
                          </a:cubicBezTo>
                          <a:cubicBezTo>
                            <a:pt x="64189" y="57277"/>
                            <a:pt x="64888" y="59372"/>
                            <a:pt x="64126" y="61151"/>
                          </a:cubicBezTo>
                          <a:cubicBezTo>
                            <a:pt x="63364" y="62992"/>
                            <a:pt x="58220" y="65341"/>
                            <a:pt x="57585" y="63500"/>
                          </a:cubicBezTo>
                          <a:cubicBezTo>
                            <a:pt x="56188" y="59436"/>
                            <a:pt x="51045" y="57912"/>
                            <a:pt x="46790" y="58547"/>
                          </a:cubicBezTo>
                          <a:cubicBezTo>
                            <a:pt x="42536" y="59182"/>
                            <a:pt x="38599" y="61278"/>
                            <a:pt x="34344" y="61976"/>
                          </a:cubicBezTo>
                          <a:cubicBezTo>
                            <a:pt x="30090" y="62674"/>
                            <a:pt x="24882" y="61278"/>
                            <a:pt x="23422" y="57214"/>
                          </a:cubicBezTo>
                          <a:cubicBezTo>
                            <a:pt x="20565" y="68072"/>
                            <a:pt x="15866" y="78422"/>
                            <a:pt x="9452" y="87566"/>
                          </a:cubicBezTo>
                          <a:cubicBezTo>
                            <a:pt x="4880" y="94171"/>
                            <a:pt x="-898" y="101219"/>
                            <a:pt x="118" y="109220"/>
                          </a:cubicBezTo>
                          <a:cubicBezTo>
                            <a:pt x="943" y="115634"/>
                            <a:pt x="6087" y="121031"/>
                            <a:pt x="6277" y="127508"/>
                          </a:cubicBezTo>
                          <a:cubicBezTo>
                            <a:pt x="6468" y="133541"/>
                            <a:pt x="2340" y="139383"/>
                            <a:pt x="3610" y="145288"/>
                          </a:cubicBezTo>
                          <a:cubicBezTo>
                            <a:pt x="4372" y="148844"/>
                            <a:pt x="7039" y="151828"/>
                            <a:pt x="7293" y="155448"/>
                          </a:cubicBezTo>
                          <a:cubicBezTo>
                            <a:pt x="7357" y="156845"/>
                            <a:pt x="7103" y="158242"/>
                            <a:pt x="7547" y="159512"/>
                          </a:cubicBezTo>
                          <a:cubicBezTo>
                            <a:pt x="7865" y="160401"/>
                            <a:pt x="8436" y="161099"/>
                            <a:pt x="9071" y="161798"/>
                          </a:cubicBezTo>
                          <a:cubicBezTo>
                            <a:pt x="20057" y="173672"/>
                            <a:pt x="42091" y="171767"/>
                            <a:pt x="50791" y="185484"/>
                          </a:cubicBezTo>
                          <a:cubicBezTo>
                            <a:pt x="58284" y="182943"/>
                            <a:pt x="66602" y="179641"/>
                            <a:pt x="69587" y="172339"/>
                          </a:cubicBezTo>
                          <a:cubicBezTo>
                            <a:pt x="70158" y="170878"/>
                            <a:pt x="70539" y="169228"/>
                            <a:pt x="71746" y="168148"/>
                          </a:cubicBezTo>
                          <a:cubicBezTo>
                            <a:pt x="74032" y="166116"/>
                            <a:pt x="77715" y="167322"/>
                            <a:pt x="80509" y="166116"/>
                          </a:cubicBezTo>
                          <a:cubicBezTo>
                            <a:pt x="86668" y="163449"/>
                            <a:pt x="83874" y="151955"/>
                            <a:pt x="90097" y="149416"/>
                          </a:cubicBezTo>
                          <a:cubicBezTo>
                            <a:pt x="91177" y="148971"/>
                            <a:pt x="92383" y="148908"/>
                            <a:pt x="93463" y="148463"/>
                          </a:cubicBezTo>
                          <a:cubicBezTo>
                            <a:pt x="96066" y="147447"/>
                            <a:pt x="97527" y="144653"/>
                            <a:pt x="99114" y="142367"/>
                          </a:cubicBezTo>
                          <a:cubicBezTo>
                            <a:pt x="101337" y="139128"/>
                            <a:pt x="104194" y="136144"/>
                            <a:pt x="107623" y="134239"/>
                          </a:cubicBezTo>
                          <a:cubicBezTo>
                            <a:pt x="107941" y="132969"/>
                            <a:pt x="108195" y="131635"/>
                            <a:pt x="108512" y="130366"/>
                          </a:cubicBezTo>
                          <a:cubicBezTo>
                            <a:pt x="111306" y="128334"/>
                            <a:pt x="115624" y="128905"/>
                            <a:pt x="117720" y="131572"/>
                          </a:cubicBezTo>
                          <a:cubicBezTo>
                            <a:pt x="119434" y="133667"/>
                            <a:pt x="120069" y="137033"/>
                            <a:pt x="122609" y="137922"/>
                          </a:cubicBezTo>
                          <a:cubicBezTo>
                            <a:pt x="123943" y="138366"/>
                            <a:pt x="125403" y="138049"/>
                            <a:pt x="126864" y="137795"/>
                          </a:cubicBezTo>
                          <a:cubicBezTo>
                            <a:pt x="135500" y="136271"/>
                            <a:pt x="144834" y="140462"/>
                            <a:pt x="149470" y="147828"/>
                          </a:cubicBezTo>
                          <a:cubicBezTo>
                            <a:pt x="150359" y="149225"/>
                            <a:pt x="151121" y="150813"/>
                            <a:pt x="152518" y="151828"/>
                          </a:cubicBezTo>
                          <a:cubicBezTo>
                            <a:pt x="153915" y="152908"/>
                            <a:pt x="155756" y="153162"/>
                            <a:pt x="157471" y="153607"/>
                          </a:cubicBezTo>
                          <a:cubicBezTo>
                            <a:pt x="162995" y="155003"/>
                            <a:pt x="168012" y="158242"/>
                            <a:pt x="171568" y="162687"/>
                          </a:cubicBezTo>
                          <a:cubicBezTo>
                            <a:pt x="174743" y="166624"/>
                            <a:pt x="176775" y="171514"/>
                            <a:pt x="180648" y="174816"/>
                          </a:cubicBezTo>
                          <a:cubicBezTo>
                            <a:pt x="187316" y="180530"/>
                            <a:pt x="197285" y="179832"/>
                            <a:pt x="205477" y="183007"/>
                          </a:cubicBezTo>
                          <a:cubicBezTo>
                            <a:pt x="210430" y="184912"/>
                            <a:pt x="214684" y="188151"/>
                            <a:pt x="219383" y="190564"/>
                          </a:cubicBezTo>
                          <a:cubicBezTo>
                            <a:pt x="224082" y="192977"/>
                            <a:pt x="229670" y="194501"/>
                            <a:pt x="234623" y="192722"/>
                          </a:cubicBezTo>
                          <a:cubicBezTo>
                            <a:pt x="237100" y="191834"/>
                            <a:pt x="239259" y="190119"/>
                            <a:pt x="241735" y="189230"/>
                          </a:cubicBezTo>
                          <a:cubicBezTo>
                            <a:pt x="244085" y="188404"/>
                            <a:pt x="246625" y="188341"/>
                            <a:pt x="249038" y="187833"/>
                          </a:cubicBezTo>
                          <a:cubicBezTo>
                            <a:pt x="237481" y="142240"/>
                            <a:pt x="214430" y="98933"/>
                            <a:pt x="179632" y="62484"/>
                          </a:cubicBezTo>
                          <a:cubicBezTo>
                            <a:pt x="166043" y="48070"/>
                            <a:pt x="151311" y="35560"/>
                            <a:pt x="135754" y="24828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692" name="Google Shape;692;p25"/>
                    <p:cNvSpPr/>
                    <p:nvPr/>
                  </p:nvSpPr>
                  <p:spPr>
                    <a:xfrm>
                      <a:off x="1018954" y="3497897"/>
                      <a:ext cx="441863" cy="33762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41863" h="337629" extrusionOk="0">
                          <a:moveTo>
                            <a:pt x="395254" y="220790"/>
                          </a:moveTo>
                          <a:cubicBezTo>
                            <a:pt x="394238" y="219202"/>
                            <a:pt x="392587" y="218123"/>
                            <a:pt x="391127" y="216980"/>
                          </a:cubicBezTo>
                          <a:cubicBezTo>
                            <a:pt x="385221" y="212217"/>
                            <a:pt x="381792" y="204534"/>
                            <a:pt x="382237" y="196977"/>
                          </a:cubicBezTo>
                          <a:cubicBezTo>
                            <a:pt x="382745" y="188214"/>
                            <a:pt x="388079" y="179388"/>
                            <a:pt x="385285" y="171069"/>
                          </a:cubicBezTo>
                          <a:cubicBezTo>
                            <a:pt x="381284" y="159068"/>
                            <a:pt x="362488" y="154178"/>
                            <a:pt x="363314" y="141542"/>
                          </a:cubicBezTo>
                          <a:cubicBezTo>
                            <a:pt x="363441" y="139573"/>
                            <a:pt x="364076" y="137668"/>
                            <a:pt x="363822" y="135763"/>
                          </a:cubicBezTo>
                          <a:cubicBezTo>
                            <a:pt x="363187" y="130810"/>
                            <a:pt x="356837" y="128524"/>
                            <a:pt x="351947" y="129731"/>
                          </a:cubicBezTo>
                          <a:cubicBezTo>
                            <a:pt x="347058" y="130937"/>
                            <a:pt x="343121" y="134366"/>
                            <a:pt x="338612" y="136652"/>
                          </a:cubicBezTo>
                          <a:cubicBezTo>
                            <a:pt x="335437" y="138240"/>
                            <a:pt x="331818" y="139446"/>
                            <a:pt x="329786" y="142367"/>
                          </a:cubicBezTo>
                          <a:cubicBezTo>
                            <a:pt x="328579" y="144018"/>
                            <a:pt x="328071" y="146177"/>
                            <a:pt x="326738" y="147701"/>
                          </a:cubicBezTo>
                          <a:cubicBezTo>
                            <a:pt x="322737" y="152527"/>
                            <a:pt x="314482" y="149797"/>
                            <a:pt x="309148" y="153035"/>
                          </a:cubicBezTo>
                          <a:cubicBezTo>
                            <a:pt x="306799" y="154432"/>
                            <a:pt x="304957" y="156972"/>
                            <a:pt x="302227" y="157163"/>
                          </a:cubicBezTo>
                          <a:cubicBezTo>
                            <a:pt x="299115" y="157353"/>
                            <a:pt x="296766" y="154432"/>
                            <a:pt x="293845" y="153480"/>
                          </a:cubicBezTo>
                          <a:cubicBezTo>
                            <a:pt x="284066" y="150432"/>
                            <a:pt x="278668" y="167831"/>
                            <a:pt x="268508" y="166370"/>
                          </a:cubicBezTo>
                          <a:cubicBezTo>
                            <a:pt x="264127" y="165735"/>
                            <a:pt x="259682" y="165100"/>
                            <a:pt x="255300" y="165672"/>
                          </a:cubicBezTo>
                          <a:cubicBezTo>
                            <a:pt x="250919" y="166243"/>
                            <a:pt x="246537" y="168148"/>
                            <a:pt x="243934" y="171768"/>
                          </a:cubicBezTo>
                          <a:cubicBezTo>
                            <a:pt x="242854" y="173228"/>
                            <a:pt x="242092" y="174943"/>
                            <a:pt x="241203" y="176593"/>
                          </a:cubicBezTo>
                          <a:cubicBezTo>
                            <a:pt x="238219" y="181737"/>
                            <a:pt x="233012" y="185484"/>
                            <a:pt x="227233" y="186754"/>
                          </a:cubicBezTo>
                          <a:cubicBezTo>
                            <a:pt x="226027" y="187008"/>
                            <a:pt x="224757" y="187198"/>
                            <a:pt x="223741" y="187897"/>
                          </a:cubicBezTo>
                          <a:cubicBezTo>
                            <a:pt x="222534" y="188722"/>
                            <a:pt x="221836" y="190056"/>
                            <a:pt x="221391" y="191453"/>
                          </a:cubicBezTo>
                          <a:cubicBezTo>
                            <a:pt x="219169" y="197612"/>
                            <a:pt x="220502" y="205423"/>
                            <a:pt x="223741" y="211074"/>
                          </a:cubicBezTo>
                          <a:cubicBezTo>
                            <a:pt x="218915" y="210630"/>
                            <a:pt x="213962" y="212344"/>
                            <a:pt x="210469" y="215710"/>
                          </a:cubicBezTo>
                          <a:cubicBezTo>
                            <a:pt x="208501" y="217551"/>
                            <a:pt x="206977" y="219964"/>
                            <a:pt x="204564" y="221171"/>
                          </a:cubicBezTo>
                          <a:cubicBezTo>
                            <a:pt x="200055" y="223393"/>
                            <a:pt x="194785" y="220599"/>
                            <a:pt x="190530" y="217868"/>
                          </a:cubicBezTo>
                          <a:cubicBezTo>
                            <a:pt x="189197" y="217043"/>
                            <a:pt x="187609" y="216154"/>
                            <a:pt x="186149" y="216662"/>
                          </a:cubicBezTo>
                          <a:cubicBezTo>
                            <a:pt x="185006" y="217043"/>
                            <a:pt x="184307" y="218123"/>
                            <a:pt x="183609" y="219075"/>
                          </a:cubicBezTo>
                          <a:cubicBezTo>
                            <a:pt x="181640" y="221806"/>
                            <a:pt x="178338" y="224409"/>
                            <a:pt x="175227" y="223139"/>
                          </a:cubicBezTo>
                          <a:cubicBezTo>
                            <a:pt x="170655" y="221298"/>
                            <a:pt x="172179" y="214186"/>
                            <a:pt x="169448" y="210058"/>
                          </a:cubicBezTo>
                          <a:cubicBezTo>
                            <a:pt x="167035" y="212408"/>
                            <a:pt x="164559" y="215011"/>
                            <a:pt x="163860" y="218249"/>
                          </a:cubicBezTo>
                          <a:cubicBezTo>
                            <a:pt x="163416" y="220218"/>
                            <a:pt x="163670" y="222187"/>
                            <a:pt x="163606" y="224155"/>
                          </a:cubicBezTo>
                          <a:cubicBezTo>
                            <a:pt x="163352" y="232728"/>
                            <a:pt x="154907" y="240983"/>
                            <a:pt x="146588" y="238697"/>
                          </a:cubicBezTo>
                          <a:cubicBezTo>
                            <a:pt x="141127" y="237173"/>
                            <a:pt x="137571" y="232029"/>
                            <a:pt x="134206" y="227521"/>
                          </a:cubicBezTo>
                          <a:cubicBezTo>
                            <a:pt x="131094" y="223330"/>
                            <a:pt x="127665" y="219139"/>
                            <a:pt x="126586" y="213995"/>
                          </a:cubicBezTo>
                          <a:cubicBezTo>
                            <a:pt x="125570" y="208915"/>
                            <a:pt x="127602" y="202311"/>
                            <a:pt x="132682" y="201168"/>
                          </a:cubicBezTo>
                          <a:cubicBezTo>
                            <a:pt x="134650" y="198057"/>
                            <a:pt x="137635" y="195580"/>
                            <a:pt x="141064" y="194247"/>
                          </a:cubicBezTo>
                          <a:cubicBezTo>
                            <a:pt x="137889" y="191326"/>
                            <a:pt x="138905" y="185674"/>
                            <a:pt x="142143" y="182880"/>
                          </a:cubicBezTo>
                          <a:cubicBezTo>
                            <a:pt x="145445" y="180086"/>
                            <a:pt x="150144" y="179642"/>
                            <a:pt x="154399" y="180213"/>
                          </a:cubicBezTo>
                          <a:cubicBezTo>
                            <a:pt x="159225" y="180848"/>
                            <a:pt x="163924" y="182626"/>
                            <a:pt x="167988" y="185420"/>
                          </a:cubicBezTo>
                          <a:cubicBezTo>
                            <a:pt x="169766" y="186627"/>
                            <a:pt x="172369" y="187897"/>
                            <a:pt x="173703" y="186246"/>
                          </a:cubicBezTo>
                          <a:cubicBezTo>
                            <a:pt x="174655" y="184976"/>
                            <a:pt x="173830" y="183134"/>
                            <a:pt x="172941" y="181864"/>
                          </a:cubicBezTo>
                          <a:cubicBezTo>
                            <a:pt x="170147" y="177927"/>
                            <a:pt x="166337" y="174752"/>
                            <a:pt x="162019" y="172593"/>
                          </a:cubicBezTo>
                          <a:cubicBezTo>
                            <a:pt x="159225" y="171196"/>
                            <a:pt x="156177" y="170180"/>
                            <a:pt x="154018" y="167894"/>
                          </a:cubicBezTo>
                          <a:cubicBezTo>
                            <a:pt x="148176" y="161608"/>
                            <a:pt x="153256" y="151257"/>
                            <a:pt x="151224" y="142939"/>
                          </a:cubicBezTo>
                          <a:cubicBezTo>
                            <a:pt x="150208" y="138938"/>
                            <a:pt x="147604" y="135509"/>
                            <a:pt x="145572" y="131953"/>
                          </a:cubicBezTo>
                          <a:cubicBezTo>
                            <a:pt x="143540" y="128334"/>
                            <a:pt x="142016" y="123952"/>
                            <a:pt x="143540" y="120142"/>
                          </a:cubicBezTo>
                          <a:cubicBezTo>
                            <a:pt x="144493" y="117793"/>
                            <a:pt x="146398" y="115951"/>
                            <a:pt x="147795" y="113856"/>
                          </a:cubicBezTo>
                          <a:cubicBezTo>
                            <a:pt x="149192" y="111760"/>
                            <a:pt x="150017" y="108839"/>
                            <a:pt x="148557" y="106743"/>
                          </a:cubicBezTo>
                          <a:cubicBezTo>
                            <a:pt x="147668" y="105474"/>
                            <a:pt x="146144" y="104775"/>
                            <a:pt x="144937" y="103759"/>
                          </a:cubicBezTo>
                          <a:cubicBezTo>
                            <a:pt x="142334" y="101473"/>
                            <a:pt x="141889" y="97409"/>
                            <a:pt x="143223" y="94234"/>
                          </a:cubicBezTo>
                          <a:cubicBezTo>
                            <a:pt x="144556" y="91059"/>
                            <a:pt x="147350" y="88710"/>
                            <a:pt x="150462" y="87186"/>
                          </a:cubicBezTo>
                          <a:cubicBezTo>
                            <a:pt x="152176" y="86297"/>
                            <a:pt x="154272" y="85408"/>
                            <a:pt x="154716" y="83503"/>
                          </a:cubicBezTo>
                          <a:cubicBezTo>
                            <a:pt x="154907" y="82550"/>
                            <a:pt x="154653" y="81534"/>
                            <a:pt x="154462" y="80582"/>
                          </a:cubicBezTo>
                          <a:cubicBezTo>
                            <a:pt x="153510" y="75946"/>
                            <a:pt x="154526" y="71311"/>
                            <a:pt x="157066" y="67374"/>
                          </a:cubicBezTo>
                          <a:cubicBezTo>
                            <a:pt x="152430" y="66802"/>
                            <a:pt x="148938" y="72517"/>
                            <a:pt x="144302" y="72327"/>
                          </a:cubicBezTo>
                          <a:cubicBezTo>
                            <a:pt x="141572" y="72199"/>
                            <a:pt x="139413" y="70041"/>
                            <a:pt x="137508" y="68072"/>
                          </a:cubicBezTo>
                          <a:cubicBezTo>
                            <a:pt x="136555" y="72390"/>
                            <a:pt x="133761" y="76264"/>
                            <a:pt x="130015" y="78613"/>
                          </a:cubicBezTo>
                          <a:cubicBezTo>
                            <a:pt x="125443" y="71818"/>
                            <a:pt x="127729" y="61405"/>
                            <a:pt x="134714" y="57150"/>
                          </a:cubicBezTo>
                          <a:cubicBezTo>
                            <a:pt x="135857" y="56452"/>
                            <a:pt x="137127" y="55880"/>
                            <a:pt x="137889" y="54801"/>
                          </a:cubicBezTo>
                          <a:cubicBezTo>
                            <a:pt x="139984" y="51880"/>
                            <a:pt x="137190" y="47562"/>
                            <a:pt x="138524" y="44260"/>
                          </a:cubicBezTo>
                          <a:cubicBezTo>
                            <a:pt x="139984" y="40449"/>
                            <a:pt x="145953" y="40577"/>
                            <a:pt x="148747" y="43498"/>
                          </a:cubicBezTo>
                          <a:cubicBezTo>
                            <a:pt x="151541" y="46482"/>
                            <a:pt x="152049" y="50864"/>
                            <a:pt x="152367" y="54928"/>
                          </a:cubicBezTo>
                          <a:cubicBezTo>
                            <a:pt x="156431" y="51499"/>
                            <a:pt x="161638" y="49467"/>
                            <a:pt x="166908" y="49213"/>
                          </a:cubicBezTo>
                          <a:cubicBezTo>
                            <a:pt x="164051" y="44641"/>
                            <a:pt x="159161" y="41783"/>
                            <a:pt x="154462" y="39116"/>
                          </a:cubicBezTo>
                          <a:cubicBezTo>
                            <a:pt x="153192" y="38418"/>
                            <a:pt x="151986" y="37719"/>
                            <a:pt x="150716" y="37021"/>
                          </a:cubicBezTo>
                          <a:cubicBezTo>
                            <a:pt x="148303" y="35687"/>
                            <a:pt x="145953" y="34290"/>
                            <a:pt x="143477" y="33084"/>
                          </a:cubicBezTo>
                          <a:cubicBezTo>
                            <a:pt x="138143" y="30417"/>
                            <a:pt x="132301" y="28194"/>
                            <a:pt x="126332" y="28893"/>
                          </a:cubicBezTo>
                          <a:cubicBezTo>
                            <a:pt x="123855" y="29147"/>
                            <a:pt x="121442" y="29909"/>
                            <a:pt x="118966" y="29845"/>
                          </a:cubicBezTo>
                          <a:cubicBezTo>
                            <a:pt x="116489" y="29782"/>
                            <a:pt x="113822" y="28639"/>
                            <a:pt x="112933" y="26353"/>
                          </a:cubicBezTo>
                          <a:cubicBezTo>
                            <a:pt x="112425" y="25083"/>
                            <a:pt x="112489" y="23559"/>
                            <a:pt x="111473" y="22670"/>
                          </a:cubicBezTo>
                          <a:cubicBezTo>
                            <a:pt x="110838" y="22162"/>
                            <a:pt x="110012" y="22035"/>
                            <a:pt x="109187" y="21971"/>
                          </a:cubicBezTo>
                          <a:cubicBezTo>
                            <a:pt x="104805" y="21717"/>
                            <a:pt x="100360" y="22543"/>
                            <a:pt x="96360" y="24384"/>
                          </a:cubicBezTo>
                          <a:cubicBezTo>
                            <a:pt x="99471" y="25464"/>
                            <a:pt x="102202" y="28321"/>
                            <a:pt x="102265" y="31623"/>
                          </a:cubicBezTo>
                          <a:cubicBezTo>
                            <a:pt x="102329" y="34925"/>
                            <a:pt x="99090" y="38164"/>
                            <a:pt x="95915" y="37402"/>
                          </a:cubicBezTo>
                          <a:cubicBezTo>
                            <a:pt x="90645" y="36132"/>
                            <a:pt x="90454" y="27178"/>
                            <a:pt x="85184" y="26035"/>
                          </a:cubicBezTo>
                          <a:cubicBezTo>
                            <a:pt x="82771" y="25527"/>
                            <a:pt x="80485" y="26924"/>
                            <a:pt x="78389" y="28258"/>
                          </a:cubicBezTo>
                          <a:cubicBezTo>
                            <a:pt x="75532" y="30163"/>
                            <a:pt x="72738" y="32004"/>
                            <a:pt x="69880" y="33909"/>
                          </a:cubicBezTo>
                          <a:cubicBezTo>
                            <a:pt x="66896" y="35878"/>
                            <a:pt x="63594" y="38608"/>
                            <a:pt x="64038" y="42164"/>
                          </a:cubicBezTo>
                          <a:cubicBezTo>
                            <a:pt x="64546" y="45847"/>
                            <a:pt x="68864" y="47625"/>
                            <a:pt x="72547" y="48133"/>
                          </a:cubicBezTo>
                          <a:cubicBezTo>
                            <a:pt x="76230" y="48705"/>
                            <a:pt x="80485" y="49022"/>
                            <a:pt x="82707" y="52007"/>
                          </a:cubicBezTo>
                          <a:cubicBezTo>
                            <a:pt x="85501" y="55880"/>
                            <a:pt x="83088" y="61151"/>
                            <a:pt x="82453" y="65849"/>
                          </a:cubicBezTo>
                          <a:cubicBezTo>
                            <a:pt x="81882" y="69850"/>
                            <a:pt x="82707" y="73978"/>
                            <a:pt x="84739" y="77470"/>
                          </a:cubicBezTo>
                          <a:cubicBezTo>
                            <a:pt x="85247" y="78296"/>
                            <a:pt x="85819" y="79185"/>
                            <a:pt x="85819" y="80137"/>
                          </a:cubicBezTo>
                          <a:cubicBezTo>
                            <a:pt x="85819" y="81661"/>
                            <a:pt x="84485" y="82741"/>
                            <a:pt x="83279" y="83630"/>
                          </a:cubicBezTo>
                          <a:cubicBezTo>
                            <a:pt x="79723" y="86233"/>
                            <a:pt x="76230" y="88900"/>
                            <a:pt x="72674" y="91504"/>
                          </a:cubicBezTo>
                          <a:cubicBezTo>
                            <a:pt x="69626" y="93790"/>
                            <a:pt x="66261" y="96139"/>
                            <a:pt x="62451" y="96330"/>
                          </a:cubicBezTo>
                          <a:cubicBezTo>
                            <a:pt x="58323" y="96520"/>
                            <a:pt x="54386" y="94107"/>
                            <a:pt x="50259" y="94488"/>
                          </a:cubicBezTo>
                          <a:cubicBezTo>
                            <a:pt x="48290" y="94615"/>
                            <a:pt x="46322" y="95441"/>
                            <a:pt x="44417" y="95123"/>
                          </a:cubicBezTo>
                          <a:cubicBezTo>
                            <a:pt x="40416" y="94552"/>
                            <a:pt x="38511" y="90043"/>
                            <a:pt x="37432" y="86170"/>
                          </a:cubicBezTo>
                          <a:cubicBezTo>
                            <a:pt x="34574" y="75946"/>
                            <a:pt x="32987" y="65342"/>
                            <a:pt x="32606" y="54737"/>
                          </a:cubicBezTo>
                          <a:cubicBezTo>
                            <a:pt x="32415" y="50038"/>
                            <a:pt x="35273" y="44768"/>
                            <a:pt x="38448" y="41339"/>
                          </a:cubicBezTo>
                          <a:cubicBezTo>
                            <a:pt x="40924" y="41021"/>
                            <a:pt x="47528" y="40196"/>
                            <a:pt x="47528" y="40196"/>
                          </a:cubicBezTo>
                          <a:cubicBezTo>
                            <a:pt x="47528" y="40196"/>
                            <a:pt x="51592" y="35624"/>
                            <a:pt x="48798" y="33465"/>
                          </a:cubicBezTo>
                          <a:cubicBezTo>
                            <a:pt x="46068" y="31306"/>
                            <a:pt x="41369" y="35052"/>
                            <a:pt x="34257" y="26099"/>
                          </a:cubicBezTo>
                          <a:cubicBezTo>
                            <a:pt x="27081" y="17145"/>
                            <a:pt x="34447" y="19114"/>
                            <a:pt x="35654" y="12446"/>
                          </a:cubicBezTo>
                          <a:cubicBezTo>
                            <a:pt x="36860" y="5842"/>
                            <a:pt x="33050" y="2540"/>
                            <a:pt x="29304" y="0"/>
                          </a:cubicBezTo>
                          <a:cubicBezTo>
                            <a:pt x="28288" y="445"/>
                            <a:pt x="27272" y="762"/>
                            <a:pt x="26256" y="1080"/>
                          </a:cubicBezTo>
                          <a:cubicBezTo>
                            <a:pt x="-9241" y="77470"/>
                            <a:pt x="-8860" y="166688"/>
                            <a:pt x="28097" y="243015"/>
                          </a:cubicBezTo>
                          <a:cubicBezTo>
                            <a:pt x="33876" y="244666"/>
                            <a:pt x="39146" y="247206"/>
                            <a:pt x="43083" y="251651"/>
                          </a:cubicBezTo>
                          <a:cubicBezTo>
                            <a:pt x="43972" y="252667"/>
                            <a:pt x="44861" y="253873"/>
                            <a:pt x="46131" y="254381"/>
                          </a:cubicBezTo>
                          <a:cubicBezTo>
                            <a:pt x="47020" y="254762"/>
                            <a:pt x="48036" y="254699"/>
                            <a:pt x="48989" y="254635"/>
                          </a:cubicBezTo>
                          <a:cubicBezTo>
                            <a:pt x="57053" y="254127"/>
                            <a:pt x="65245" y="252032"/>
                            <a:pt x="72992" y="254127"/>
                          </a:cubicBezTo>
                          <a:cubicBezTo>
                            <a:pt x="79342" y="255842"/>
                            <a:pt x="84612" y="260223"/>
                            <a:pt x="90518" y="263081"/>
                          </a:cubicBezTo>
                          <a:cubicBezTo>
                            <a:pt x="96423" y="265938"/>
                            <a:pt x="104170" y="267018"/>
                            <a:pt x="109060" y="262636"/>
                          </a:cubicBezTo>
                          <a:cubicBezTo>
                            <a:pt x="104170" y="260287"/>
                            <a:pt x="98646" y="259715"/>
                            <a:pt x="93375" y="258318"/>
                          </a:cubicBezTo>
                          <a:cubicBezTo>
                            <a:pt x="88105" y="256921"/>
                            <a:pt x="82707" y="254381"/>
                            <a:pt x="80104" y="249618"/>
                          </a:cubicBezTo>
                          <a:cubicBezTo>
                            <a:pt x="79596" y="248730"/>
                            <a:pt x="79215" y="247650"/>
                            <a:pt x="79532" y="246698"/>
                          </a:cubicBezTo>
                          <a:cubicBezTo>
                            <a:pt x="79786" y="245936"/>
                            <a:pt x="80421" y="245364"/>
                            <a:pt x="81056" y="244920"/>
                          </a:cubicBezTo>
                          <a:cubicBezTo>
                            <a:pt x="84231" y="242951"/>
                            <a:pt x="88359" y="243713"/>
                            <a:pt x="91851" y="245110"/>
                          </a:cubicBezTo>
                          <a:cubicBezTo>
                            <a:pt x="95344" y="246507"/>
                            <a:pt x="98646" y="248476"/>
                            <a:pt x="102392" y="248857"/>
                          </a:cubicBezTo>
                          <a:cubicBezTo>
                            <a:pt x="105123" y="249111"/>
                            <a:pt x="107980" y="248476"/>
                            <a:pt x="110647" y="249174"/>
                          </a:cubicBezTo>
                          <a:cubicBezTo>
                            <a:pt x="115791" y="250508"/>
                            <a:pt x="118839" y="256286"/>
                            <a:pt x="123982" y="257810"/>
                          </a:cubicBezTo>
                          <a:cubicBezTo>
                            <a:pt x="126776" y="258636"/>
                            <a:pt x="129697" y="258064"/>
                            <a:pt x="132555" y="257429"/>
                          </a:cubicBezTo>
                          <a:cubicBezTo>
                            <a:pt x="139032" y="255968"/>
                            <a:pt x="145699" y="254127"/>
                            <a:pt x="151986" y="252095"/>
                          </a:cubicBezTo>
                          <a:cubicBezTo>
                            <a:pt x="164559" y="239395"/>
                            <a:pt x="182212" y="231839"/>
                            <a:pt x="200055" y="231585"/>
                          </a:cubicBezTo>
                          <a:cubicBezTo>
                            <a:pt x="201516" y="231585"/>
                            <a:pt x="203040" y="231585"/>
                            <a:pt x="204310" y="230949"/>
                          </a:cubicBezTo>
                          <a:cubicBezTo>
                            <a:pt x="205453" y="230378"/>
                            <a:pt x="206278" y="229426"/>
                            <a:pt x="207104" y="228473"/>
                          </a:cubicBezTo>
                          <a:cubicBezTo>
                            <a:pt x="212184" y="222250"/>
                            <a:pt x="218407" y="214440"/>
                            <a:pt x="226281" y="216091"/>
                          </a:cubicBezTo>
                          <a:cubicBezTo>
                            <a:pt x="233583" y="217615"/>
                            <a:pt x="236504" y="226441"/>
                            <a:pt x="237457" y="233871"/>
                          </a:cubicBezTo>
                          <a:cubicBezTo>
                            <a:pt x="238409" y="241300"/>
                            <a:pt x="239425" y="249936"/>
                            <a:pt x="245775" y="253810"/>
                          </a:cubicBezTo>
                          <a:cubicBezTo>
                            <a:pt x="255046" y="259398"/>
                            <a:pt x="268381" y="250317"/>
                            <a:pt x="277462" y="256286"/>
                          </a:cubicBezTo>
                          <a:cubicBezTo>
                            <a:pt x="279938" y="257937"/>
                            <a:pt x="281843" y="260541"/>
                            <a:pt x="284637" y="261493"/>
                          </a:cubicBezTo>
                          <a:cubicBezTo>
                            <a:pt x="290860" y="263652"/>
                            <a:pt x="296194" y="256731"/>
                            <a:pt x="302354" y="254508"/>
                          </a:cubicBezTo>
                          <a:cubicBezTo>
                            <a:pt x="310291" y="251651"/>
                            <a:pt x="318673" y="256731"/>
                            <a:pt x="325595" y="261557"/>
                          </a:cubicBezTo>
                          <a:cubicBezTo>
                            <a:pt x="336072" y="268923"/>
                            <a:pt x="346550" y="276289"/>
                            <a:pt x="357027" y="283655"/>
                          </a:cubicBezTo>
                          <a:cubicBezTo>
                            <a:pt x="363758" y="288417"/>
                            <a:pt x="370616" y="293243"/>
                            <a:pt x="375633" y="299720"/>
                          </a:cubicBezTo>
                          <a:cubicBezTo>
                            <a:pt x="378935" y="303974"/>
                            <a:pt x="382046" y="309309"/>
                            <a:pt x="387317" y="310007"/>
                          </a:cubicBezTo>
                          <a:cubicBezTo>
                            <a:pt x="390746" y="310515"/>
                            <a:pt x="395000" y="309118"/>
                            <a:pt x="397096" y="311849"/>
                          </a:cubicBezTo>
                          <a:cubicBezTo>
                            <a:pt x="398048" y="313119"/>
                            <a:pt x="398112" y="314833"/>
                            <a:pt x="398747" y="316294"/>
                          </a:cubicBezTo>
                          <a:cubicBezTo>
                            <a:pt x="399636" y="318326"/>
                            <a:pt x="401541" y="319659"/>
                            <a:pt x="403319" y="320929"/>
                          </a:cubicBezTo>
                          <a:cubicBezTo>
                            <a:pt x="414558" y="328676"/>
                            <a:pt x="426496" y="336614"/>
                            <a:pt x="440085" y="337630"/>
                          </a:cubicBezTo>
                          <a:cubicBezTo>
                            <a:pt x="440657" y="335979"/>
                            <a:pt x="441292" y="334264"/>
                            <a:pt x="441863" y="332613"/>
                          </a:cubicBezTo>
                          <a:cubicBezTo>
                            <a:pt x="440149" y="333312"/>
                            <a:pt x="438434" y="333947"/>
                            <a:pt x="436720" y="334645"/>
                          </a:cubicBezTo>
                          <a:cubicBezTo>
                            <a:pt x="431195" y="327597"/>
                            <a:pt x="426560" y="319786"/>
                            <a:pt x="422940" y="311531"/>
                          </a:cubicBezTo>
                          <a:cubicBezTo>
                            <a:pt x="418876" y="314579"/>
                            <a:pt x="411891" y="310324"/>
                            <a:pt x="412780" y="305308"/>
                          </a:cubicBezTo>
                          <a:cubicBezTo>
                            <a:pt x="412971" y="304292"/>
                            <a:pt x="413352" y="303276"/>
                            <a:pt x="413098" y="302324"/>
                          </a:cubicBezTo>
                          <a:cubicBezTo>
                            <a:pt x="412717" y="301117"/>
                            <a:pt x="411447" y="300482"/>
                            <a:pt x="410431" y="299720"/>
                          </a:cubicBezTo>
                          <a:cubicBezTo>
                            <a:pt x="407256" y="297434"/>
                            <a:pt x="406049" y="292735"/>
                            <a:pt x="407764" y="289179"/>
                          </a:cubicBezTo>
                          <a:cubicBezTo>
                            <a:pt x="404144" y="289878"/>
                            <a:pt x="400334" y="289497"/>
                            <a:pt x="396905" y="288036"/>
                          </a:cubicBezTo>
                          <a:cubicBezTo>
                            <a:pt x="399445" y="286131"/>
                            <a:pt x="401414" y="283401"/>
                            <a:pt x="402430" y="280416"/>
                          </a:cubicBezTo>
                          <a:cubicBezTo>
                            <a:pt x="399445" y="280226"/>
                            <a:pt x="396778" y="277876"/>
                            <a:pt x="396270" y="274955"/>
                          </a:cubicBezTo>
                          <a:cubicBezTo>
                            <a:pt x="395762" y="272034"/>
                            <a:pt x="397477" y="268859"/>
                            <a:pt x="400207" y="267716"/>
                          </a:cubicBezTo>
                          <a:cubicBezTo>
                            <a:pt x="397350" y="264922"/>
                            <a:pt x="394429" y="262001"/>
                            <a:pt x="393286" y="258191"/>
                          </a:cubicBezTo>
                          <a:cubicBezTo>
                            <a:pt x="392143" y="254381"/>
                            <a:pt x="393476" y="249492"/>
                            <a:pt x="397223" y="248095"/>
                          </a:cubicBezTo>
                          <a:cubicBezTo>
                            <a:pt x="398048" y="247777"/>
                            <a:pt x="398937" y="247587"/>
                            <a:pt x="399445" y="246952"/>
                          </a:cubicBezTo>
                          <a:cubicBezTo>
                            <a:pt x="399953" y="246253"/>
                            <a:pt x="399826" y="245364"/>
                            <a:pt x="399699" y="244539"/>
                          </a:cubicBezTo>
                          <a:cubicBezTo>
                            <a:pt x="398747" y="238316"/>
                            <a:pt x="397794" y="232029"/>
                            <a:pt x="396842" y="225806"/>
                          </a:cubicBezTo>
                          <a:cubicBezTo>
                            <a:pt x="396461" y="224092"/>
                            <a:pt x="396207" y="222250"/>
                            <a:pt x="395254" y="22079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693" name="Google Shape;693;p25"/>
                    <p:cNvSpPr/>
                    <p:nvPr/>
                  </p:nvSpPr>
                  <p:spPr>
                    <a:xfrm>
                      <a:off x="1054925" y="3462591"/>
                      <a:ext cx="58243" cy="575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8243" h="57530" extrusionOk="0">
                          <a:moveTo>
                            <a:pt x="4064" y="25083"/>
                          </a:moveTo>
                          <a:cubicBezTo>
                            <a:pt x="6096" y="27242"/>
                            <a:pt x="8572" y="28893"/>
                            <a:pt x="10858" y="30861"/>
                          </a:cubicBezTo>
                          <a:cubicBezTo>
                            <a:pt x="14541" y="28639"/>
                            <a:pt x="19749" y="29147"/>
                            <a:pt x="22860" y="32131"/>
                          </a:cubicBezTo>
                          <a:cubicBezTo>
                            <a:pt x="19812" y="40196"/>
                            <a:pt x="18478" y="48895"/>
                            <a:pt x="18923" y="57531"/>
                          </a:cubicBezTo>
                          <a:cubicBezTo>
                            <a:pt x="20828" y="54991"/>
                            <a:pt x="24321" y="54229"/>
                            <a:pt x="27496" y="54420"/>
                          </a:cubicBezTo>
                          <a:cubicBezTo>
                            <a:pt x="30671" y="54610"/>
                            <a:pt x="33782" y="55436"/>
                            <a:pt x="36957" y="55245"/>
                          </a:cubicBezTo>
                          <a:cubicBezTo>
                            <a:pt x="44323" y="54801"/>
                            <a:pt x="50101" y="48959"/>
                            <a:pt x="55118" y="43498"/>
                          </a:cubicBezTo>
                          <a:cubicBezTo>
                            <a:pt x="57150" y="41275"/>
                            <a:pt x="59309" y="38037"/>
                            <a:pt x="57658" y="35560"/>
                          </a:cubicBezTo>
                          <a:cubicBezTo>
                            <a:pt x="56769" y="34290"/>
                            <a:pt x="55182" y="33718"/>
                            <a:pt x="53721" y="33274"/>
                          </a:cubicBezTo>
                          <a:cubicBezTo>
                            <a:pt x="50038" y="32131"/>
                            <a:pt x="46355" y="30988"/>
                            <a:pt x="42608" y="29845"/>
                          </a:cubicBezTo>
                          <a:cubicBezTo>
                            <a:pt x="40449" y="29210"/>
                            <a:pt x="38036" y="28258"/>
                            <a:pt x="37401" y="26099"/>
                          </a:cubicBezTo>
                          <a:cubicBezTo>
                            <a:pt x="36893" y="24257"/>
                            <a:pt x="38036" y="22289"/>
                            <a:pt x="39560" y="21082"/>
                          </a:cubicBezTo>
                          <a:cubicBezTo>
                            <a:pt x="41085" y="19876"/>
                            <a:pt x="42989" y="19241"/>
                            <a:pt x="44640" y="18288"/>
                          </a:cubicBezTo>
                          <a:cubicBezTo>
                            <a:pt x="49847" y="15240"/>
                            <a:pt x="52705" y="8699"/>
                            <a:pt x="51371" y="2858"/>
                          </a:cubicBezTo>
                          <a:cubicBezTo>
                            <a:pt x="47053" y="6858"/>
                            <a:pt x="41910" y="9970"/>
                            <a:pt x="36385" y="11938"/>
                          </a:cubicBezTo>
                          <a:cubicBezTo>
                            <a:pt x="35115" y="12383"/>
                            <a:pt x="33846" y="12764"/>
                            <a:pt x="32512" y="12700"/>
                          </a:cubicBezTo>
                          <a:cubicBezTo>
                            <a:pt x="30099" y="12446"/>
                            <a:pt x="28194" y="10541"/>
                            <a:pt x="26352" y="8890"/>
                          </a:cubicBezTo>
                          <a:cubicBezTo>
                            <a:pt x="22924" y="5779"/>
                            <a:pt x="16383" y="953"/>
                            <a:pt x="10477" y="0"/>
                          </a:cubicBezTo>
                          <a:cubicBezTo>
                            <a:pt x="6794" y="5588"/>
                            <a:pt x="3238" y="11240"/>
                            <a:pt x="0" y="17018"/>
                          </a:cubicBezTo>
                          <a:cubicBezTo>
                            <a:pt x="762" y="20193"/>
                            <a:pt x="2222" y="23114"/>
                            <a:pt x="4064" y="25083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694" name="Google Shape;694;p25"/>
                    <p:cNvSpPr/>
                    <p:nvPr/>
                  </p:nvSpPr>
                  <p:spPr>
                    <a:xfrm>
                      <a:off x="1083183" y="3373628"/>
                      <a:ext cx="91027" cy="1016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1027" h="101624" extrusionOk="0">
                          <a:moveTo>
                            <a:pt x="65468" y="38290"/>
                          </a:moveTo>
                          <a:cubicBezTo>
                            <a:pt x="67119" y="31369"/>
                            <a:pt x="70676" y="25019"/>
                            <a:pt x="74866" y="19240"/>
                          </a:cubicBezTo>
                          <a:cubicBezTo>
                            <a:pt x="76390" y="17145"/>
                            <a:pt x="77978" y="15049"/>
                            <a:pt x="78740" y="12573"/>
                          </a:cubicBezTo>
                          <a:cubicBezTo>
                            <a:pt x="80010" y="8382"/>
                            <a:pt x="78549" y="3937"/>
                            <a:pt x="76454" y="0"/>
                          </a:cubicBezTo>
                          <a:cubicBezTo>
                            <a:pt x="57468" y="10985"/>
                            <a:pt x="39497" y="24320"/>
                            <a:pt x="22924" y="40132"/>
                          </a:cubicBezTo>
                          <a:cubicBezTo>
                            <a:pt x="14668" y="48006"/>
                            <a:pt x="7112" y="56324"/>
                            <a:pt x="0" y="64897"/>
                          </a:cubicBezTo>
                          <a:cubicBezTo>
                            <a:pt x="14351" y="69151"/>
                            <a:pt x="27622" y="76835"/>
                            <a:pt x="37973" y="87693"/>
                          </a:cubicBezTo>
                          <a:cubicBezTo>
                            <a:pt x="39815" y="89662"/>
                            <a:pt x="41656" y="91757"/>
                            <a:pt x="44005" y="93091"/>
                          </a:cubicBezTo>
                          <a:cubicBezTo>
                            <a:pt x="45974" y="94170"/>
                            <a:pt x="48133" y="94742"/>
                            <a:pt x="50292" y="95250"/>
                          </a:cubicBezTo>
                          <a:cubicBezTo>
                            <a:pt x="58039" y="97155"/>
                            <a:pt x="65786" y="99060"/>
                            <a:pt x="73533" y="100965"/>
                          </a:cubicBezTo>
                          <a:cubicBezTo>
                            <a:pt x="74993" y="101346"/>
                            <a:pt x="76518" y="101727"/>
                            <a:pt x="78041" y="101600"/>
                          </a:cubicBezTo>
                          <a:cubicBezTo>
                            <a:pt x="83820" y="101346"/>
                            <a:pt x="87376" y="95313"/>
                            <a:pt x="89852" y="90106"/>
                          </a:cubicBezTo>
                          <a:cubicBezTo>
                            <a:pt x="90488" y="88709"/>
                            <a:pt x="91186" y="87249"/>
                            <a:pt x="90996" y="85725"/>
                          </a:cubicBezTo>
                          <a:cubicBezTo>
                            <a:pt x="90868" y="84772"/>
                            <a:pt x="90488" y="83820"/>
                            <a:pt x="89979" y="82994"/>
                          </a:cubicBezTo>
                          <a:cubicBezTo>
                            <a:pt x="84582" y="73469"/>
                            <a:pt x="73088" y="68580"/>
                            <a:pt x="67754" y="58991"/>
                          </a:cubicBezTo>
                          <a:cubicBezTo>
                            <a:pt x="64262" y="52832"/>
                            <a:pt x="63818" y="45212"/>
                            <a:pt x="65468" y="3829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695" name="Google Shape;695;p25"/>
                    <p:cNvSpPr/>
                    <p:nvPr/>
                  </p:nvSpPr>
                  <p:spPr>
                    <a:xfrm>
                      <a:off x="1285162" y="3336163"/>
                      <a:ext cx="121997" cy="13519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997" h="135191" extrusionOk="0">
                          <a:moveTo>
                            <a:pt x="20080" y="93472"/>
                          </a:moveTo>
                          <a:cubicBezTo>
                            <a:pt x="19318" y="96076"/>
                            <a:pt x="17731" y="98361"/>
                            <a:pt x="16461" y="100711"/>
                          </a:cubicBezTo>
                          <a:cubicBezTo>
                            <a:pt x="12206" y="108839"/>
                            <a:pt x="11635" y="118301"/>
                            <a:pt x="11127" y="127445"/>
                          </a:cubicBezTo>
                          <a:cubicBezTo>
                            <a:pt x="11063" y="128270"/>
                            <a:pt x="11063" y="129159"/>
                            <a:pt x="11444" y="129858"/>
                          </a:cubicBezTo>
                          <a:cubicBezTo>
                            <a:pt x="11952" y="130746"/>
                            <a:pt x="12968" y="131191"/>
                            <a:pt x="13857" y="131572"/>
                          </a:cubicBezTo>
                          <a:cubicBezTo>
                            <a:pt x="16842" y="132778"/>
                            <a:pt x="19826" y="133985"/>
                            <a:pt x="22747" y="135191"/>
                          </a:cubicBezTo>
                          <a:cubicBezTo>
                            <a:pt x="24271" y="132969"/>
                            <a:pt x="25351" y="130429"/>
                            <a:pt x="26430" y="127953"/>
                          </a:cubicBezTo>
                          <a:cubicBezTo>
                            <a:pt x="29986" y="119952"/>
                            <a:pt x="33542" y="111823"/>
                            <a:pt x="34368" y="103124"/>
                          </a:cubicBezTo>
                          <a:cubicBezTo>
                            <a:pt x="35130" y="94552"/>
                            <a:pt x="33161" y="85915"/>
                            <a:pt x="34368" y="77407"/>
                          </a:cubicBezTo>
                          <a:cubicBezTo>
                            <a:pt x="34558" y="76136"/>
                            <a:pt x="34812" y="74803"/>
                            <a:pt x="35574" y="73723"/>
                          </a:cubicBezTo>
                          <a:cubicBezTo>
                            <a:pt x="36527" y="72327"/>
                            <a:pt x="38178" y="71501"/>
                            <a:pt x="39638" y="70676"/>
                          </a:cubicBezTo>
                          <a:cubicBezTo>
                            <a:pt x="45226" y="67691"/>
                            <a:pt x="50370" y="63817"/>
                            <a:pt x="54751" y="59309"/>
                          </a:cubicBezTo>
                          <a:cubicBezTo>
                            <a:pt x="59196" y="54737"/>
                            <a:pt x="63197" y="49276"/>
                            <a:pt x="69166" y="47053"/>
                          </a:cubicBezTo>
                          <a:cubicBezTo>
                            <a:pt x="74627" y="45021"/>
                            <a:pt x="80659" y="46038"/>
                            <a:pt x="86438" y="45276"/>
                          </a:cubicBezTo>
                          <a:cubicBezTo>
                            <a:pt x="96852" y="43942"/>
                            <a:pt x="105551" y="37021"/>
                            <a:pt x="113171" y="29845"/>
                          </a:cubicBezTo>
                          <a:cubicBezTo>
                            <a:pt x="116283" y="26924"/>
                            <a:pt x="119394" y="23685"/>
                            <a:pt x="121998" y="20193"/>
                          </a:cubicBezTo>
                          <a:cubicBezTo>
                            <a:pt x="93677" y="8699"/>
                            <a:pt x="63832" y="1968"/>
                            <a:pt x="33733" y="0"/>
                          </a:cubicBezTo>
                          <a:cubicBezTo>
                            <a:pt x="29669" y="6985"/>
                            <a:pt x="24081" y="13398"/>
                            <a:pt x="20969" y="20891"/>
                          </a:cubicBezTo>
                          <a:cubicBezTo>
                            <a:pt x="18493" y="26734"/>
                            <a:pt x="16715" y="27368"/>
                            <a:pt x="11508" y="30226"/>
                          </a:cubicBezTo>
                          <a:cubicBezTo>
                            <a:pt x="6491" y="32957"/>
                            <a:pt x="3824" y="37402"/>
                            <a:pt x="1348" y="42482"/>
                          </a:cubicBezTo>
                          <a:cubicBezTo>
                            <a:pt x="840" y="43561"/>
                            <a:pt x="268" y="44704"/>
                            <a:pt x="205" y="45910"/>
                          </a:cubicBezTo>
                          <a:cubicBezTo>
                            <a:pt x="-113" y="50165"/>
                            <a:pt x="5221" y="53213"/>
                            <a:pt x="5031" y="57404"/>
                          </a:cubicBezTo>
                          <a:cubicBezTo>
                            <a:pt x="4967" y="58738"/>
                            <a:pt x="4332" y="60008"/>
                            <a:pt x="3824" y="61214"/>
                          </a:cubicBezTo>
                          <a:cubicBezTo>
                            <a:pt x="2110" y="65215"/>
                            <a:pt x="1348" y="69596"/>
                            <a:pt x="649" y="73851"/>
                          </a:cubicBezTo>
                          <a:cubicBezTo>
                            <a:pt x="141" y="76708"/>
                            <a:pt x="-303" y="79692"/>
                            <a:pt x="268" y="82550"/>
                          </a:cubicBezTo>
                          <a:cubicBezTo>
                            <a:pt x="840" y="85408"/>
                            <a:pt x="2745" y="88202"/>
                            <a:pt x="5539" y="88964"/>
                          </a:cubicBezTo>
                          <a:cubicBezTo>
                            <a:pt x="9031" y="85217"/>
                            <a:pt x="15127" y="82169"/>
                            <a:pt x="18747" y="85725"/>
                          </a:cubicBezTo>
                          <a:cubicBezTo>
                            <a:pt x="20652" y="87757"/>
                            <a:pt x="20842" y="90868"/>
                            <a:pt x="20080" y="93472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sp>
              <p:nvSpPr>
                <p:cNvPr id="696" name="Google Shape;696;p25"/>
                <p:cNvSpPr/>
                <p:nvPr/>
              </p:nvSpPr>
              <p:spPr>
                <a:xfrm>
                  <a:off x="971119" y="3290570"/>
                  <a:ext cx="557833" cy="657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833" h="657478" extrusionOk="0">
                      <a:moveTo>
                        <a:pt x="330123" y="657479"/>
                      </a:moveTo>
                      <a:cubicBezTo>
                        <a:pt x="327519" y="657479"/>
                        <a:pt x="324916" y="657479"/>
                        <a:pt x="322249" y="657415"/>
                      </a:cubicBezTo>
                      <a:cubicBezTo>
                        <a:pt x="234111" y="655383"/>
                        <a:pt x="152005" y="619125"/>
                        <a:pt x="91172" y="555371"/>
                      </a:cubicBezTo>
                      <a:cubicBezTo>
                        <a:pt x="-34494" y="423735"/>
                        <a:pt x="-29668" y="214376"/>
                        <a:pt x="102031" y="88709"/>
                      </a:cubicBezTo>
                      <a:cubicBezTo>
                        <a:pt x="153466" y="39624"/>
                        <a:pt x="217791" y="8953"/>
                        <a:pt x="288149" y="0"/>
                      </a:cubicBezTo>
                      <a:lnTo>
                        <a:pt x="290880" y="21590"/>
                      </a:lnTo>
                      <a:cubicBezTo>
                        <a:pt x="225221" y="29908"/>
                        <a:pt x="165086" y="58547"/>
                        <a:pt x="117017" y="104394"/>
                      </a:cubicBezTo>
                      <a:cubicBezTo>
                        <a:pt x="-5919" y="221805"/>
                        <a:pt x="-10491" y="417322"/>
                        <a:pt x="106920" y="540258"/>
                      </a:cubicBezTo>
                      <a:cubicBezTo>
                        <a:pt x="163816" y="599821"/>
                        <a:pt x="240461" y="633666"/>
                        <a:pt x="322757" y="635571"/>
                      </a:cubicBezTo>
                      <a:cubicBezTo>
                        <a:pt x="405180" y="637540"/>
                        <a:pt x="483221" y="607251"/>
                        <a:pt x="542784" y="550354"/>
                      </a:cubicBezTo>
                      <a:lnTo>
                        <a:pt x="557834" y="566102"/>
                      </a:lnTo>
                      <a:cubicBezTo>
                        <a:pt x="495921" y="625221"/>
                        <a:pt x="415340" y="657479"/>
                        <a:pt x="330123" y="65747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697" name="Google Shape;697;p25"/>
            <p:cNvGrpSpPr/>
            <p:nvPr/>
          </p:nvGrpSpPr>
          <p:grpSpPr>
            <a:xfrm rot="-555583">
              <a:off x="-761322" y="2169650"/>
              <a:ext cx="1363567" cy="804185"/>
              <a:chOff x="6092852" y="3218751"/>
              <a:chExt cx="223206" cy="131635"/>
            </a:xfrm>
          </p:grpSpPr>
          <p:sp>
            <p:nvSpPr>
              <p:cNvPr id="698" name="Google Shape;698;p25"/>
              <p:cNvSpPr/>
              <p:nvPr/>
            </p:nvSpPr>
            <p:spPr>
              <a:xfrm>
                <a:off x="6092852" y="3221518"/>
                <a:ext cx="83538" cy="94388"/>
              </a:xfrm>
              <a:custGeom>
                <a:avLst/>
                <a:gdLst/>
                <a:ahLst/>
                <a:cxnLst/>
                <a:rect l="l" t="t" r="r" b="b"/>
                <a:pathLst>
                  <a:path w="83538" h="94388" extrusionOk="0">
                    <a:moveTo>
                      <a:pt x="55408" y="94388"/>
                    </a:moveTo>
                    <a:cubicBezTo>
                      <a:pt x="63917" y="94388"/>
                      <a:pt x="73315" y="93118"/>
                      <a:pt x="83539" y="90578"/>
                    </a:cubicBezTo>
                    <a:lnTo>
                      <a:pt x="81189" y="80990"/>
                    </a:lnTo>
                    <a:cubicBezTo>
                      <a:pt x="57377" y="86895"/>
                      <a:pt x="39279" y="85435"/>
                      <a:pt x="27405" y="76545"/>
                    </a:cubicBezTo>
                    <a:cubicBezTo>
                      <a:pt x="16673" y="68544"/>
                      <a:pt x="10768" y="54510"/>
                      <a:pt x="9879" y="34825"/>
                    </a:cubicBezTo>
                    <a:cubicBezTo>
                      <a:pt x="9498" y="27015"/>
                      <a:pt x="12864" y="19776"/>
                      <a:pt x="19086" y="14950"/>
                    </a:cubicBezTo>
                    <a:cubicBezTo>
                      <a:pt x="25119" y="10251"/>
                      <a:pt x="32739" y="8790"/>
                      <a:pt x="39978" y="10949"/>
                    </a:cubicBezTo>
                    <a:cubicBezTo>
                      <a:pt x="47979" y="13362"/>
                      <a:pt x="56742" y="17236"/>
                      <a:pt x="69378" y="23903"/>
                    </a:cubicBezTo>
                    <a:lnTo>
                      <a:pt x="74014" y="15140"/>
                    </a:lnTo>
                    <a:cubicBezTo>
                      <a:pt x="60742" y="8155"/>
                      <a:pt x="51408" y="4028"/>
                      <a:pt x="42835" y="1424"/>
                    </a:cubicBezTo>
                    <a:cubicBezTo>
                      <a:pt x="32485" y="-1687"/>
                      <a:pt x="21563" y="345"/>
                      <a:pt x="12990" y="7076"/>
                    </a:cubicBezTo>
                    <a:cubicBezTo>
                      <a:pt x="4354" y="13807"/>
                      <a:pt x="-472" y="24348"/>
                      <a:pt x="36" y="35270"/>
                    </a:cubicBezTo>
                    <a:cubicBezTo>
                      <a:pt x="1052" y="57749"/>
                      <a:pt x="8482" y="74767"/>
                      <a:pt x="21499" y="84482"/>
                    </a:cubicBezTo>
                    <a:cubicBezTo>
                      <a:pt x="30326" y="91086"/>
                      <a:pt x="41692" y="94388"/>
                      <a:pt x="55408" y="9438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99" name="Google Shape;699;p25"/>
              <p:cNvGrpSpPr/>
              <p:nvPr/>
            </p:nvGrpSpPr>
            <p:grpSpPr>
              <a:xfrm>
                <a:off x="6146305" y="3226942"/>
                <a:ext cx="30085" cy="88138"/>
                <a:chOff x="6146305" y="3226942"/>
                <a:chExt cx="30085" cy="88138"/>
              </a:xfrm>
            </p:grpSpPr>
            <p:sp>
              <p:nvSpPr>
                <p:cNvPr id="700" name="Google Shape;700;p25"/>
                <p:cNvSpPr/>
                <p:nvPr/>
              </p:nvSpPr>
              <p:spPr>
                <a:xfrm>
                  <a:off x="6155944" y="3302508"/>
                  <a:ext cx="20446" cy="12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46" h="12572" extrusionOk="0">
                      <a:moveTo>
                        <a:pt x="0" y="3111"/>
                      </a:moveTo>
                      <a:cubicBezTo>
                        <a:pt x="5652" y="2603"/>
                        <a:pt x="11621" y="1588"/>
                        <a:pt x="18097" y="0"/>
                      </a:cubicBezTo>
                      <a:lnTo>
                        <a:pt x="20447" y="9589"/>
                      </a:lnTo>
                      <a:cubicBezTo>
                        <a:pt x="14796" y="10985"/>
                        <a:pt x="9461" y="11938"/>
                        <a:pt x="4318" y="12573"/>
                      </a:cubicBezTo>
                      <a:cubicBezTo>
                        <a:pt x="2603" y="9652"/>
                        <a:pt x="1143" y="6477"/>
                        <a:pt x="0" y="311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01" name="Google Shape;701;p25"/>
                <p:cNvSpPr/>
                <p:nvPr/>
              </p:nvSpPr>
              <p:spPr>
                <a:xfrm>
                  <a:off x="6146305" y="3226942"/>
                  <a:ext cx="20560" cy="18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60" h="18478" extrusionOk="0">
                      <a:moveTo>
                        <a:pt x="15925" y="18479"/>
                      </a:moveTo>
                      <a:cubicBezTo>
                        <a:pt x="10210" y="15430"/>
                        <a:pt x="5320" y="13018"/>
                        <a:pt x="875" y="11049"/>
                      </a:cubicBezTo>
                      <a:lnTo>
                        <a:pt x="50" y="3493"/>
                      </a:lnTo>
                      <a:cubicBezTo>
                        <a:pt x="-77" y="2286"/>
                        <a:pt x="50" y="1143"/>
                        <a:pt x="304" y="0"/>
                      </a:cubicBezTo>
                      <a:cubicBezTo>
                        <a:pt x="6082" y="2413"/>
                        <a:pt x="12623" y="5524"/>
                        <a:pt x="20560" y="9715"/>
                      </a:cubicBezTo>
                      <a:lnTo>
                        <a:pt x="15925" y="1847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02" name="Google Shape;702;p25"/>
              <p:cNvSpPr/>
              <p:nvPr/>
            </p:nvSpPr>
            <p:spPr>
              <a:xfrm>
                <a:off x="6156322" y="3218751"/>
                <a:ext cx="158628" cy="121792"/>
              </a:xfrm>
              <a:custGeom>
                <a:avLst/>
                <a:gdLst/>
                <a:ahLst/>
                <a:cxnLst/>
                <a:rect l="l" t="t" r="r" b="b"/>
                <a:pathLst>
                  <a:path w="158628" h="121792" extrusionOk="0">
                    <a:moveTo>
                      <a:pt x="58423" y="121793"/>
                    </a:moveTo>
                    <a:lnTo>
                      <a:pt x="100143" y="121793"/>
                    </a:lnTo>
                    <a:cubicBezTo>
                      <a:pt x="126558" y="121793"/>
                      <a:pt x="148720" y="101917"/>
                      <a:pt x="151577" y="75692"/>
                    </a:cubicBezTo>
                    <a:lnTo>
                      <a:pt x="158562" y="11684"/>
                    </a:lnTo>
                    <a:cubicBezTo>
                      <a:pt x="159261" y="5461"/>
                      <a:pt x="154371" y="0"/>
                      <a:pt x="148085" y="0"/>
                    </a:cubicBezTo>
                    <a:lnTo>
                      <a:pt x="10544" y="0"/>
                    </a:lnTo>
                    <a:cubicBezTo>
                      <a:pt x="4257" y="0"/>
                      <a:pt x="-632" y="5461"/>
                      <a:pt x="67" y="11684"/>
                    </a:cubicBezTo>
                    <a:lnTo>
                      <a:pt x="7051" y="75692"/>
                    </a:lnTo>
                    <a:cubicBezTo>
                      <a:pt x="9845" y="101917"/>
                      <a:pt x="32007" y="121793"/>
                      <a:pt x="58423" y="12179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3" name="Google Shape;703;p25"/>
              <p:cNvSpPr/>
              <p:nvPr/>
            </p:nvSpPr>
            <p:spPr>
              <a:xfrm>
                <a:off x="6173215" y="3247898"/>
                <a:ext cx="139700" cy="92582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92582" extrusionOk="0">
                    <a:moveTo>
                      <a:pt x="139700" y="0"/>
                    </a:moveTo>
                    <a:lnTo>
                      <a:pt x="134620" y="46482"/>
                    </a:lnTo>
                    <a:cubicBezTo>
                      <a:pt x="131763" y="72707"/>
                      <a:pt x="109601" y="92583"/>
                      <a:pt x="83185" y="92583"/>
                    </a:cubicBezTo>
                    <a:lnTo>
                      <a:pt x="41466" y="92583"/>
                    </a:lnTo>
                    <a:cubicBezTo>
                      <a:pt x="24575" y="92583"/>
                      <a:pt x="9462" y="84455"/>
                      <a:pt x="0" y="71755"/>
                    </a:cubicBezTo>
                    <a:cubicBezTo>
                      <a:pt x="81852" y="79375"/>
                      <a:pt x="136462" y="29655"/>
                      <a:pt x="13970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4" name="Google Shape;704;p25"/>
              <p:cNvSpPr/>
              <p:nvPr/>
            </p:nvSpPr>
            <p:spPr>
              <a:xfrm>
                <a:off x="6155214" y="3327272"/>
                <a:ext cx="160844" cy="23114"/>
              </a:xfrm>
              <a:custGeom>
                <a:avLst/>
                <a:gdLst/>
                <a:ahLst/>
                <a:cxnLst/>
                <a:rect l="l" t="t" r="r" b="b"/>
                <a:pathLst>
                  <a:path w="160844" h="23114" extrusionOk="0">
                    <a:moveTo>
                      <a:pt x="47974" y="23114"/>
                    </a:moveTo>
                    <a:lnTo>
                      <a:pt x="112807" y="23114"/>
                    </a:lnTo>
                    <a:cubicBezTo>
                      <a:pt x="122840" y="23114"/>
                      <a:pt x="132683" y="20638"/>
                      <a:pt x="141509" y="15811"/>
                    </a:cubicBezTo>
                    <a:lnTo>
                      <a:pt x="159099" y="6223"/>
                    </a:lnTo>
                    <a:cubicBezTo>
                      <a:pt x="162147" y="4572"/>
                      <a:pt x="160940" y="0"/>
                      <a:pt x="157511" y="0"/>
                    </a:cubicBezTo>
                    <a:lnTo>
                      <a:pt x="3333" y="0"/>
                    </a:lnTo>
                    <a:cubicBezTo>
                      <a:pt x="-96" y="0"/>
                      <a:pt x="-1302" y="4572"/>
                      <a:pt x="1746" y="6223"/>
                    </a:cubicBezTo>
                    <a:lnTo>
                      <a:pt x="19335" y="15811"/>
                    </a:lnTo>
                    <a:cubicBezTo>
                      <a:pt x="28098" y="20574"/>
                      <a:pt x="37941" y="23114"/>
                      <a:pt x="47974" y="2311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5" name="Google Shape;705;p25"/>
              <p:cNvSpPr/>
              <p:nvPr/>
            </p:nvSpPr>
            <p:spPr>
              <a:xfrm>
                <a:off x="6204140" y="3346513"/>
                <a:ext cx="62864" cy="3809"/>
              </a:xfrm>
              <a:custGeom>
                <a:avLst/>
                <a:gdLst/>
                <a:ahLst/>
                <a:cxnLst/>
                <a:rect l="l" t="t" r="r" b="b"/>
                <a:pathLst>
                  <a:path w="62864" h="3809" extrusionOk="0">
                    <a:moveTo>
                      <a:pt x="31432" y="0"/>
                    </a:moveTo>
                    <a:cubicBezTo>
                      <a:pt x="42863" y="0"/>
                      <a:pt x="53594" y="1397"/>
                      <a:pt x="62865" y="3810"/>
                    </a:cubicBezTo>
                    <a:lnTo>
                      <a:pt x="0" y="3810"/>
                    </a:lnTo>
                    <a:cubicBezTo>
                      <a:pt x="9271" y="1397"/>
                      <a:pt x="20002" y="0"/>
                      <a:pt x="314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08" name="Google Shape;708;p26"/>
          <p:cNvSpPr txBox="1">
            <a:spLocks noGrp="1"/>
          </p:cNvSpPr>
          <p:nvPr>
            <p:ph type="subTitle" idx="1"/>
          </p:nvPr>
        </p:nvSpPr>
        <p:spPr>
          <a:xfrm>
            <a:off x="976750" y="1992147"/>
            <a:ext cx="20616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9" name="Google Shape;709;p26"/>
          <p:cNvSpPr txBox="1">
            <a:spLocks noGrp="1"/>
          </p:cNvSpPr>
          <p:nvPr>
            <p:ph type="subTitle" idx="2"/>
          </p:nvPr>
        </p:nvSpPr>
        <p:spPr>
          <a:xfrm>
            <a:off x="3541189" y="1992147"/>
            <a:ext cx="20616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0" name="Google Shape;710;p26"/>
          <p:cNvSpPr txBox="1">
            <a:spLocks noGrp="1"/>
          </p:cNvSpPr>
          <p:nvPr>
            <p:ph type="subTitle" idx="3"/>
          </p:nvPr>
        </p:nvSpPr>
        <p:spPr>
          <a:xfrm>
            <a:off x="976750" y="3626911"/>
            <a:ext cx="20616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1" name="Google Shape;711;p26"/>
          <p:cNvSpPr txBox="1">
            <a:spLocks noGrp="1"/>
          </p:cNvSpPr>
          <p:nvPr>
            <p:ph type="subTitle" idx="4"/>
          </p:nvPr>
        </p:nvSpPr>
        <p:spPr>
          <a:xfrm>
            <a:off x="3541189" y="3626911"/>
            <a:ext cx="20616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2" name="Google Shape;712;p26"/>
          <p:cNvSpPr txBox="1">
            <a:spLocks noGrp="1"/>
          </p:cNvSpPr>
          <p:nvPr>
            <p:ph type="subTitle" idx="5"/>
          </p:nvPr>
        </p:nvSpPr>
        <p:spPr>
          <a:xfrm>
            <a:off x="6105628" y="1992147"/>
            <a:ext cx="20616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3" name="Google Shape;713;p26"/>
          <p:cNvSpPr txBox="1">
            <a:spLocks noGrp="1"/>
          </p:cNvSpPr>
          <p:nvPr>
            <p:ph type="subTitle" idx="6"/>
          </p:nvPr>
        </p:nvSpPr>
        <p:spPr>
          <a:xfrm>
            <a:off x="6105628" y="3626911"/>
            <a:ext cx="20616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4" name="Google Shape;714;p26"/>
          <p:cNvSpPr txBox="1">
            <a:spLocks noGrp="1"/>
          </p:cNvSpPr>
          <p:nvPr>
            <p:ph type="subTitle" idx="7"/>
          </p:nvPr>
        </p:nvSpPr>
        <p:spPr>
          <a:xfrm>
            <a:off x="977684" y="1438046"/>
            <a:ext cx="20598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715" name="Google Shape;715;p26"/>
          <p:cNvSpPr txBox="1">
            <a:spLocks noGrp="1"/>
          </p:cNvSpPr>
          <p:nvPr>
            <p:ph type="subTitle" idx="8"/>
          </p:nvPr>
        </p:nvSpPr>
        <p:spPr>
          <a:xfrm>
            <a:off x="3542123" y="1438046"/>
            <a:ext cx="20598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716" name="Google Shape;716;p26"/>
          <p:cNvSpPr txBox="1">
            <a:spLocks noGrp="1"/>
          </p:cNvSpPr>
          <p:nvPr>
            <p:ph type="subTitle" idx="9"/>
          </p:nvPr>
        </p:nvSpPr>
        <p:spPr>
          <a:xfrm>
            <a:off x="6106562" y="1438046"/>
            <a:ext cx="20598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717" name="Google Shape;717;p26"/>
          <p:cNvSpPr txBox="1">
            <a:spLocks noGrp="1"/>
          </p:cNvSpPr>
          <p:nvPr>
            <p:ph type="subTitle" idx="13"/>
          </p:nvPr>
        </p:nvSpPr>
        <p:spPr>
          <a:xfrm>
            <a:off x="977684" y="3072786"/>
            <a:ext cx="20598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718" name="Google Shape;718;p26"/>
          <p:cNvSpPr txBox="1">
            <a:spLocks noGrp="1"/>
          </p:cNvSpPr>
          <p:nvPr>
            <p:ph type="subTitle" idx="14"/>
          </p:nvPr>
        </p:nvSpPr>
        <p:spPr>
          <a:xfrm>
            <a:off x="3542123" y="3072786"/>
            <a:ext cx="20598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719" name="Google Shape;719;p26"/>
          <p:cNvSpPr txBox="1">
            <a:spLocks noGrp="1"/>
          </p:cNvSpPr>
          <p:nvPr>
            <p:ph type="subTitle" idx="15"/>
          </p:nvPr>
        </p:nvSpPr>
        <p:spPr>
          <a:xfrm>
            <a:off x="6106562" y="3072786"/>
            <a:ext cx="20598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grpSp>
        <p:nvGrpSpPr>
          <p:cNvPr id="720" name="Google Shape;720;p26"/>
          <p:cNvGrpSpPr/>
          <p:nvPr/>
        </p:nvGrpSpPr>
        <p:grpSpPr>
          <a:xfrm>
            <a:off x="138090" y="2240445"/>
            <a:ext cx="8813425" cy="731065"/>
            <a:chOff x="138090" y="2240445"/>
            <a:chExt cx="8813425" cy="731065"/>
          </a:xfrm>
        </p:grpSpPr>
        <p:sp>
          <p:nvSpPr>
            <p:cNvPr id="721" name="Google Shape;721;p26"/>
            <p:cNvSpPr/>
            <p:nvPr/>
          </p:nvSpPr>
          <p:spPr>
            <a:xfrm>
              <a:off x="138090" y="2240445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26"/>
            <p:cNvSpPr/>
            <p:nvPr/>
          </p:nvSpPr>
          <p:spPr>
            <a:xfrm>
              <a:off x="403565" y="2714570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26"/>
            <p:cNvSpPr/>
            <p:nvPr/>
          </p:nvSpPr>
          <p:spPr>
            <a:xfrm>
              <a:off x="8734302" y="2697682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4" name="Google Shape;724;p26"/>
          <p:cNvGrpSpPr/>
          <p:nvPr/>
        </p:nvGrpSpPr>
        <p:grpSpPr>
          <a:xfrm>
            <a:off x="-492885" y="316199"/>
            <a:ext cx="10642333" cy="4698108"/>
            <a:chOff x="-492885" y="316199"/>
            <a:chExt cx="10642333" cy="4698108"/>
          </a:xfrm>
        </p:grpSpPr>
        <p:grpSp>
          <p:nvGrpSpPr>
            <p:cNvPr id="725" name="Google Shape;725;p26"/>
            <p:cNvGrpSpPr/>
            <p:nvPr/>
          </p:nvGrpSpPr>
          <p:grpSpPr>
            <a:xfrm rot="448694">
              <a:off x="8621557" y="400743"/>
              <a:ext cx="1416799" cy="1799726"/>
              <a:chOff x="2997187" y="-465334"/>
              <a:chExt cx="922902" cy="1172339"/>
            </a:xfrm>
          </p:grpSpPr>
          <p:sp>
            <p:nvSpPr>
              <p:cNvPr id="726" name="Google Shape;726;p26"/>
              <p:cNvSpPr/>
              <p:nvPr/>
            </p:nvSpPr>
            <p:spPr>
              <a:xfrm>
                <a:off x="2997187" y="-465334"/>
                <a:ext cx="922902" cy="1172339"/>
              </a:xfrm>
              <a:custGeom>
                <a:avLst/>
                <a:gdLst/>
                <a:ahLst/>
                <a:cxnLst/>
                <a:rect l="l" t="t" r="r" b="b"/>
                <a:pathLst>
                  <a:path w="687450" h="873251" extrusionOk="0">
                    <a:moveTo>
                      <a:pt x="687451" y="873252"/>
                    </a:moveTo>
                    <a:lnTo>
                      <a:pt x="0" y="873252"/>
                    </a:lnTo>
                    <a:lnTo>
                      <a:pt x="0" y="0"/>
                    </a:lnTo>
                    <a:lnTo>
                      <a:pt x="472631" y="0"/>
                    </a:lnTo>
                    <a:cubicBezTo>
                      <a:pt x="522669" y="0"/>
                      <a:pt x="568516" y="27877"/>
                      <a:pt x="591566" y="72199"/>
                    </a:cubicBezTo>
                    <a:lnTo>
                      <a:pt x="687451" y="256730"/>
                    </a:lnTo>
                    <a:lnTo>
                      <a:pt x="687451" y="873252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27" name="Google Shape;727;p26"/>
              <p:cNvGrpSpPr/>
              <p:nvPr/>
            </p:nvGrpSpPr>
            <p:grpSpPr>
              <a:xfrm>
                <a:off x="3094838" y="-164711"/>
                <a:ext cx="727103" cy="716195"/>
                <a:chOff x="2934017" y="2619755"/>
                <a:chExt cx="541846" cy="533717"/>
              </a:xfrm>
            </p:grpSpPr>
            <p:grpSp>
              <p:nvGrpSpPr>
                <p:cNvPr id="728" name="Google Shape;728;p26"/>
                <p:cNvGrpSpPr/>
                <p:nvPr/>
              </p:nvGrpSpPr>
              <p:grpSpPr>
                <a:xfrm>
                  <a:off x="2934017" y="2619755"/>
                  <a:ext cx="541846" cy="237490"/>
                  <a:chOff x="2934017" y="2619755"/>
                  <a:chExt cx="541846" cy="237490"/>
                </a:xfrm>
              </p:grpSpPr>
              <p:sp>
                <p:nvSpPr>
                  <p:cNvPr id="729" name="Google Shape;729;p26"/>
                  <p:cNvSpPr/>
                  <p:nvPr/>
                </p:nvSpPr>
                <p:spPr>
                  <a:xfrm>
                    <a:off x="2934080" y="2619755"/>
                    <a:ext cx="330961" cy="361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0961" h="36195" extrusionOk="0">
                        <a:moveTo>
                          <a:pt x="312864" y="36195"/>
                        </a:moveTo>
                        <a:lnTo>
                          <a:pt x="18098" y="36195"/>
                        </a:lnTo>
                        <a:cubicBezTo>
                          <a:pt x="8064" y="36195"/>
                          <a:pt x="0" y="28067"/>
                          <a:pt x="0" y="18098"/>
                        </a:cubicBezTo>
                        <a:lnTo>
                          <a:pt x="0" y="18098"/>
                        </a:lnTo>
                        <a:cubicBezTo>
                          <a:pt x="0" y="8064"/>
                          <a:pt x="8128" y="0"/>
                          <a:pt x="18098" y="0"/>
                        </a:cubicBezTo>
                        <a:lnTo>
                          <a:pt x="312864" y="0"/>
                        </a:lnTo>
                        <a:cubicBezTo>
                          <a:pt x="322897" y="0"/>
                          <a:pt x="330962" y="8128"/>
                          <a:pt x="330962" y="18098"/>
                        </a:cubicBezTo>
                        <a:lnTo>
                          <a:pt x="330962" y="18098"/>
                        </a:lnTo>
                        <a:cubicBezTo>
                          <a:pt x="330962" y="28067"/>
                          <a:pt x="322834" y="36195"/>
                          <a:pt x="312864" y="3619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0" name="Google Shape;730;p26"/>
                  <p:cNvSpPr/>
                  <p:nvPr/>
                </p:nvSpPr>
                <p:spPr>
                  <a:xfrm>
                    <a:off x="2934017" y="2695448"/>
                    <a:ext cx="541846" cy="125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1846" h="12572" extrusionOk="0">
                        <a:moveTo>
                          <a:pt x="535940" y="12573"/>
                        </a:moveTo>
                        <a:lnTo>
                          <a:pt x="5906" y="12573"/>
                        </a:lnTo>
                        <a:cubicBezTo>
                          <a:pt x="2604" y="12573"/>
                          <a:pt x="0" y="9906"/>
                          <a:pt x="0" y="6667"/>
                        </a:cubicBezTo>
                        <a:lnTo>
                          <a:pt x="0" y="5905"/>
                        </a:lnTo>
                        <a:cubicBezTo>
                          <a:pt x="0" y="2604"/>
                          <a:pt x="2667" y="0"/>
                          <a:pt x="5906" y="0"/>
                        </a:cubicBezTo>
                        <a:lnTo>
                          <a:pt x="535940" y="0"/>
                        </a:lnTo>
                        <a:cubicBezTo>
                          <a:pt x="539242" y="0"/>
                          <a:pt x="541846" y="2667"/>
                          <a:pt x="541846" y="5905"/>
                        </a:cubicBezTo>
                        <a:lnTo>
                          <a:pt x="541846" y="6667"/>
                        </a:lnTo>
                        <a:cubicBezTo>
                          <a:pt x="541909" y="9969"/>
                          <a:pt x="539242" y="12573"/>
                          <a:pt x="535940" y="125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1" name="Google Shape;731;p26"/>
                  <p:cNvSpPr/>
                  <p:nvPr/>
                </p:nvSpPr>
                <p:spPr>
                  <a:xfrm>
                    <a:off x="2934017" y="2745232"/>
                    <a:ext cx="541846" cy="125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1846" h="12572" extrusionOk="0">
                        <a:moveTo>
                          <a:pt x="535940" y="12573"/>
                        </a:moveTo>
                        <a:lnTo>
                          <a:pt x="5906" y="12573"/>
                        </a:lnTo>
                        <a:cubicBezTo>
                          <a:pt x="2604" y="12573"/>
                          <a:pt x="0" y="9906"/>
                          <a:pt x="0" y="6667"/>
                        </a:cubicBezTo>
                        <a:lnTo>
                          <a:pt x="0" y="5905"/>
                        </a:lnTo>
                        <a:cubicBezTo>
                          <a:pt x="0" y="2604"/>
                          <a:pt x="2667" y="0"/>
                          <a:pt x="5906" y="0"/>
                        </a:cubicBezTo>
                        <a:lnTo>
                          <a:pt x="535940" y="0"/>
                        </a:lnTo>
                        <a:cubicBezTo>
                          <a:pt x="539242" y="0"/>
                          <a:pt x="541846" y="2667"/>
                          <a:pt x="541846" y="5905"/>
                        </a:cubicBezTo>
                        <a:lnTo>
                          <a:pt x="541846" y="6667"/>
                        </a:lnTo>
                        <a:cubicBezTo>
                          <a:pt x="541909" y="9906"/>
                          <a:pt x="539242" y="12573"/>
                          <a:pt x="535940" y="125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2" name="Google Shape;732;p26"/>
                  <p:cNvSpPr/>
                  <p:nvPr/>
                </p:nvSpPr>
                <p:spPr>
                  <a:xfrm>
                    <a:off x="2934017" y="2794952"/>
                    <a:ext cx="541846" cy="12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1846" h="12573" extrusionOk="0">
                        <a:moveTo>
                          <a:pt x="535940" y="12573"/>
                        </a:moveTo>
                        <a:lnTo>
                          <a:pt x="5906" y="12573"/>
                        </a:lnTo>
                        <a:cubicBezTo>
                          <a:pt x="2604" y="12573"/>
                          <a:pt x="0" y="9906"/>
                          <a:pt x="0" y="6668"/>
                        </a:cubicBezTo>
                        <a:lnTo>
                          <a:pt x="0" y="5905"/>
                        </a:lnTo>
                        <a:cubicBezTo>
                          <a:pt x="0" y="2604"/>
                          <a:pt x="2667" y="0"/>
                          <a:pt x="5906" y="0"/>
                        </a:cubicBezTo>
                        <a:lnTo>
                          <a:pt x="535940" y="0"/>
                        </a:lnTo>
                        <a:cubicBezTo>
                          <a:pt x="539242" y="0"/>
                          <a:pt x="541846" y="2667"/>
                          <a:pt x="541846" y="5905"/>
                        </a:cubicBezTo>
                        <a:lnTo>
                          <a:pt x="541846" y="6668"/>
                        </a:lnTo>
                        <a:cubicBezTo>
                          <a:pt x="541909" y="9906"/>
                          <a:pt x="539242" y="12573"/>
                          <a:pt x="535940" y="125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3" name="Google Shape;733;p26"/>
                  <p:cNvSpPr/>
                  <p:nvPr/>
                </p:nvSpPr>
                <p:spPr>
                  <a:xfrm>
                    <a:off x="2934017" y="2844673"/>
                    <a:ext cx="225743" cy="125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5743" h="12572" extrusionOk="0">
                        <a:moveTo>
                          <a:pt x="219837" y="12573"/>
                        </a:moveTo>
                        <a:lnTo>
                          <a:pt x="5906" y="12573"/>
                        </a:lnTo>
                        <a:cubicBezTo>
                          <a:pt x="2604" y="12573"/>
                          <a:pt x="0" y="9906"/>
                          <a:pt x="0" y="6667"/>
                        </a:cubicBezTo>
                        <a:lnTo>
                          <a:pt x="0" y="5905"/>
                        </a:lnTo>
                        <a:cubicBezTo>
                          <a:pt x="0" y="2604"/>
                          <a:pt x="2667" y="0"/>
                          <a:pt x="5906" y="0"/>
                        </a:cubicBezTo>
                        <a:lnTo>
                          <a:pt x="219837" y="0"/>
                        </a:lnTo>
                        <a:cubicBezTo>
                          <a:pt x="223139" y="0"/>
                          <a:pt x="225743" y="2667"/>
                          <a:pt x="225743" y="5905"/>
                        </a:cubicBezTo>
                        <a:lnTo>
                          <a:pt x="225743" y="6667"/>
                        </a:lnTo>
                        <a:cubicBezTo>
                          <a:pt x="225806" y="9906"/>
                          <a:pt x="223139" y="12573"/>
                          <a:pt x="219837" y="125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734" name="Google Shape;734;p26"/>
                <p:cNvGrpSpPr/>
                <p:nvPr/>
              </p:nvGrpSpPr>
              <p:grpSpPr>
                <a:xfrm>
                  <a:off x="2934017" y="2915983"/>
                  <a:ext cx="541846" cy="237489"/>
                  <a:chOff x="2934017" y="2915983"/>
                  <a:chExt cx="541846" cy="237489"/>
                </a:xfrm>
              </p:grpSpPr>
              <p:sp>
                <p:nvSpPr>
                  <p:cNvPr id="735" name="Google Shape;735;p26"/>
                  <p:cNvSpPr/>
                  <p:nvPr/>
                </p:nvSpPr>
                <p:spPr>
                  <a:xfrm>
                    <a:off x="2934080" y="2915983"/>
                    <a:ext cx="330961" cy="361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0961" h="36195" extrusionOk="0">
                        <a:moveTo>
                          <a:pt x="312864" y="36195"/>
                        </a:moveTo>
                        <a:lnTo>
                          <a:pt x="18098" y="36195"/>
                        </a:lnTo>
                        <a:cubicBezTo>
                          <a:pt x="8064" y="36195"/>
                          <a:pt x="0" y="28067"/>
                          <a:pt x="0" y="18098"/>
                        </a:cubicBezTo>
                        <a:lnTo>
                          <a:pt x="0" y="18098"/>
                        </a:lnTo>
                        <a:cubicBezTo>
                          <a:pt x="0" y="8065"/>
                          <a:pt x="8128" y="0"/>
                          <a:pt x="18098" y="0"/>
                        </a:cubicBezTo>
                        <a:lnTo>
                          <a:pt x="312864" y="0"/>
                        </a:lnTo>
                        <a:cubicBezTo>
                          <a:pt x="322897" y="0"/>
                          <a:pt x="330962" y="8128"/>
                          <a:pt x="330962" y="18098"/>
                        </a:cubicBezTo>
                        <a:lnTo>
                          <a:pt x="330962" y="18098"/>
                        </a:lnTo>
                        <a:cubicBezTo>
                          <a:pt x="330962" y="28131"/>
                          <a:pt x="322834" y="36195"/>
                          <a:pt x="312864" y="3619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6" name="Google Shape;736;p26"/>
                  <p:cNvSpPr/>
                  <p:nvPr/>
                </p:nvSpPr>
                <p:spPr>
                  <a:xfrm>
                    <a:off x="2934017" y="2991739"/>
                    <a:ext cx="541846" cy="125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1846" h="12572" extrusionOk="0">
                        <a:moveTo>
                          <a:pt x="535940" y="12573"/>
                        </a:moveTo>
                        <a:lnTo>
                          <a:pt x="5906" y="12573"/>
                        </a:lnTo>
                        <a:cubicBezTo>
                          <a:pt x="2604" y="12573"/>
                          <a:pt x="0" y="9906"/>
                          <a:pt x="0" y="6667"/>
                        </a:cubicBezTo>
                        <a:lnTo>
                          <a:pt x="0" y="5905"/>
                        </a:lnTo>
                        <a:cubicBezTo>
                          <a:pt x="0" y="2603"/>
                          <a:pt x="2667" y="0"/>
                          <a:pt x="5906" y="0"/>
                        </a:cubicBezTo>
                        <a:lnTo>
                          <a:pt x="535940" y="0"/>
                        </a:lnTo>
                        <a:cubicBezTo>
                          <a:pt x="539242" y="0"/>
                          <a:pt x="541846" y="2667"/>
                          <a:pt x="541846" y="5905"/>
                        </a:cubicBezTo>
                        <a:lnTo>
                          <a:pt x="541846" y="6667"/>
                        </a:lnTo>
                        <a:cubicBezTo>
                          <a:pt x="541909" y="9906"/>
                          <a:pt x="539242" y="12573"/>
                          <a:pt x="535940" y="125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7" name="Google Shape;737;p26"/>
                  <p:cNvSpPr/>
                  <p:nvPr/>
                </p:nvSpPr>
                <p:spPr>
                  <a:xfrm>
                    <a:off x="2934017" y="3041459"/>
                    <a:ext cx="541846" cy="12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1846" h="12573" extrusionOk="0">
                        <a:moveTo>
                          <a:pt x="535940" y="12573"/>
                        </a:moveTo>
                        <a:lnTo>
                          <a:pt x="5906" y="12573"/>
                        </a:lnTo>
                        <a:cubicBezTo>
                          <a:pt x="2604" y="12573"/>
                          <a:pt x="0" y="9906"/>
                          <a:pt x="0" y="6667"/>
                        </a:cubicBezTo>
                        <a:lnTo>
                          <a:pt x="0" y="5905"/>
                        </a:lnTo>
                        <a:cubicBezTo>
                          <a:pt x="0" y="2604"/>
                          <a:pt x="2667" y="0"/>
                          <a:pt x="5906" y="0"/>
                        </a:cubicBezTo>
                        <a:lnTo>
                          <a:pt x="535940" y="0"/>
                        </a:lnTo>
                        <a:cubicBezTo>
                          <a:pt x="539242" y="0"/>
                          <a:pt x="541846" y="2667"/>
                          <a:pt x="541846" y="5905"/>
                        </a:cubicBezTo>
                        <a:lnTo>
                          <a:pt x="541846" y="6667"/>
                        </a:lnTo>
                        <a:cubicBezTo>
                          <a:pt x="541909" y="9906"/>
                          <a:pt x="539242" y="12573"/>
                          <a:pt x="535940" y="125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8" name="Google Shape;738;p26"/>
                  <p:cNvSpPr/>
                  <p:nvPr/>
                </p:nvSpPr>
                <p:spPr>
                  <a:xfrm>
                    <a:off x="2934017" y="3091179"/>
                    <a:ext cx="541846" cy="12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1846" h="12573" extrusionOk="0">
                        <a:moveTo>
                          <a:pt x="535940" y="12573"/>
                        </a:moveTo>
                        <a:lnTo>
                          <a:pt x="5906" y="12573"/>
                        </a:lnTo>
                        <a:cubicBezTo>
                          <a:pt x="2604" y="12573"/>
                          <a:pt x="0" y="9906"/>
                          <a:pt x="0" y="6668"/>
                        </a:cubicBezTo>
                        <a:lnTo>
                          <a:pt x="0" y="5906"/>
                        </a:lnTo>
                        <a:cubicBezTo>
                          <a:pt x="0" y="2604"/>
                          <a:pt x="2667" y="0"/>
                          <a:pt x="5906" y="0"/>
                        </a:cubicBezTo>
                        <a:lnTo>
                          <a:pt x="535940" y="0"/>
                        </a:lnTo>
                        <a:cubicBezTo>
                          <a:pt x="539242" y="0"/>
                          <a:pt x="541846" y="2667"/>
                          <a:pt x="541846" y="5906"/>
                        </a:cubicBezTo>
                        <a:lnTo>
                          <a:pt x="541846" y="6668"/>
                        </a:lnTo>
                        <a:cubicBezTo>
                          <a:pt x="541909" y="9906"/>
                          <a:pt x="539242" y="12573"/>
                          <a:pt x="535940" y="125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9" name="Google Shape;739;p26"/>
                  <p:cNvSpPr/>
                  <p:nvPr/>
                </p:nvSpPr>
                <p:spPr>
                  <a:xfrm>
                    <a:off x="2934017" y="3140900"/>
                    <a:ext cx="225743" cy="125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5743" h="12572" extrusionOk="0">
                        <a:moveTo>
                          <a:pt x="219837" y="12573"/>
                        </a:moveTo>
                        <a:lnTo>
                          <a:pt x="5906" y="12573"/>
                        </a:lnTo>
                        <a:cubicBezTo>
                          <a:pt x="2604" y="12573"/>
                          <a:pt x="0" y="9906"/>
                          <a:pt x="0" y="6667"/>
                        </a:cubicBezTo>
                        <a:lnTo>
                          <a:pt x="0" y="5905"/>
                        </a:lnTo>
                        <a:cubicBezTo>
                          <a:pt x="0" y="2604"/>
                          <a:pt x="2667" y="0"/>
                          <a:pt x="5906" y="0"/>
                        </a:cubicBezTo>
                        <a:lnTo>
                          <a:pt x="219837" y="0"/>
                        </a:lnTo>
                        <a:cubicBezTo>
                          <a:pt x="223139" y="0"/>
                          <a:pt x="225743" y="2667"/>
                          <a:pt x="225743" y="5905"/>
                        </a:cubicBezTo>
                        <a:lnTo>
                          <a:pt x="225743" y="6667"/>
                        </a:lnTo>
                        <a:cubicBezTo>
                          <a:pt x="225806" y="9906"/>
                          <a:pt x="223139" y="12573"/>
                          <a:pt x="219837" y="125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40" name="Google Shape;740;p26"/>
              <p:cNvSpPr/>
              <p:nvPr/>
            </p:nvSpPr>
            <p:spPr>
              <a:xfrm>
                <a:off x="3631410" y="-465334"/>
                <a:ext cx="288396" cy="344746"/>
              </a:xfrm>
              <a:custGeom>
                <a:avLst/>
                <a:gdLst/>
                <a:ahLst/>
                <a:cxnLst/>
                <a:rect l="l" t="t" r="r" b="b"/>
                <a:pathLst>
                  <a:path w="214820" h="256794" extrusionOk="0">
                    <a:moveTo>
                      <a:pt x="0" y="0"/>
                    </a:moveTo>
                    <a:cubicBezTo>
                      <a:pt x="62357" y="0"/>
                      <a:pt x="107442" y="53911"/>
                      <a:pt x="47371" y="135382"/>
                    </a:cubicBezTo>
                    <a:lnTo>
                      <a:pt x="214820" y="256794"/>
                    </a:lnTo>
                    <a:lnTo>
                      <a:pt x="118935" y="72263"/>
                    </a:lnTo>
                    <a:cubicBezTo>
                      <a:pt x="95885" y="27813"/>
                      <a:pt x="50038" y="0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41" name="Google Shape;741;p26"/>
            <p:cNvGrpSpPr/>
            <p:nvPr/>
          </p:nvGrpSpPr>
          <p:grpSpPr>
            <a:xfrm rot="-3785264">
              <a:off x="-365377" y="3605298"/>
              <a:ext cx="1347194" cy="1112968"/>
              <a:chOff x="6429121" y="2632871"/>
              <a:chExt cx="378742" cy="312893"/>
            </a:xfrm>
          </p:grpSpPr>
          <p:sp>
            <p:nvSpPr>
              <p:cNvPr id="742" name="Google Shape;742;p26"/>
              <p:cNvSpPr/>
              <p:nvPr/>
            </p:nvSpPr>
            <p:spPr>
              <a:xfrm>
                <a:off x="6754558" y="2632871"/>
                <a:ext cx="53305" cy="51908"/>
              </a:xfrm>
              <a:custGeom>
                <a:avLst/>
                <a:gdLst/>
                <a:ahLst/>
                <a:cxnLst/>
                <a:rect l="l" t="t" r="r" b="b"/>
                <a:pathLst>
                  <a:path w="53305" h="51908" extrusionOk="0">
                    <a:moveTo>
                      <a:pt x="24003" y="51908"/>
                    </a:moveTo>
                    <a:lnTo>
                      <a:pt x="0" y="22508"/>
                    </a:lnTo>
                    <a:lnTo>
                      <a:pt x="22289" y="4283"/>
                    </a:lnTo>
                    <a:cubicBezTo>
                      <a:pt x="30417" y="-2321"/>
                      <a:pt x="42355" y="-1178"/>
                      <a:pt x="49023" y="6950"/>
                    </a:cubicBezTo>
                    <a:lnTo>
                      <a:pt x="49023" y="6950"/>
                    </a:lnTo>
                    <a:cubicBezTo>
                      <a:pt x="55626" y="15078"/>
                      <a:pt x="54483" y="27016"/>
                      <a:pt x="46355" y="33684"/>
                    </a:cubicBezTo>
                    <a:lnTo>
                      <a:pt x="24003" y="5190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" name="Google Shape;743;p26"/>
              <p:cNvSpPr/>
              <p:nvPr/>
            </p:nvSpPr>
            <p:spPr>
              <a:xfrm rot="3046867">
                <a:off x="6606840" y="2609505"/>
                <a:ext cx="39510" cy="349750"/>
              </a:xfrm>
              <a:custGeom>
                <a:avLst/>
                <a:gdLst/>
                <a:ahLst/>
                <a:cxnLst/>
                <a:rect l="l" t="t" r="r" b="b"/>
                <a:pathLst>
                  <a:path w="39497" h="349631" extrusionOk="0">
                    <a:moveTo>
                      <a:pt x="0" y="0"/>
                    </a:moveTo>
                    <a:lnTo>
                      <a:pt x="39497" y="0"/>
                    </a:lnTo>
                    <a:lnTo>
                      <a:pt x="39497" y="349632"/>
                    </a:lnTo>
                    <a:lnTo>
                      <a:pt x="0" y="34963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" name="Google Shape;744;p26"/>
              <p:cNvSpPr/>
              <p:nvPr/>
            </p:nvSpPr>
            <p:spPr>
              <a:xfrm>
                <a:off x="6429121" y="2879725"/>
                <a:ext cx="74612" cy="66039"/>
              </a:xfrm>
              <a:custGeom>
                <a:avLst/>
                <a:gdLst/>
                <a:ahLst/>
                <a:cxnLst/>
                <a:rect l="l" t="t" r="r" b="b"/>
                <a:pathLst>
                  <a:path w="74612" h="66039" extrusionOk="0">
                    <a:moveTo>
                      <a:pt x="49593" y="0"/>
                    </a:moveTo>
                    <a:lnTo>
                      <a:pt x="74612" y="30543"/>
                    </a:lnTo>
                    <a:lnTo>
                      <a:pt x="0" y="6604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5" name="Google Shape;745;p26"/>
              <p:cNvGrpSpPr/>
              <p:nvPr/>
            </p:nvGrpSpPr>
            <p:grpSpPr>
              <a:xfrm>
                <a:off x="6492866" y="2670991"/>
                <a:ext cx="269638" cy="224989"/>
                <a:chOff x="6492866" y="2670991"/>
                <a:chExt cx="269638" cy="224989"/>
              </a:xfrm>
            </p:grpSpPr>
            <p:sp>
              <p:nvSpPr>
                <p:cNvPr id="746" name="Google Shape;746;p26"/>
                <p:cNvSpPr/>
                <p:nvPr/>
              </p:nvSpPr>
              <p:spPr>
                <a:xfrm>
                  <a:off x="6492866" y="2670991"/>
                  <a:ext cx="260113" cy="2133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113" h="213305" extrusionOk="0">
                      <a:moveTo>
                        <a:pt x="1977" y="213305"/>
                      </a:moveTo>
                      <a:cubicBezTo>
                        <a:pt x="1406" y="213305"/>
                        <a:pt x="834" y="213051"/>
                        <a:pt x="453" y="212543"/>
                      </a:cubicBezTo>
                      <a:cubicBezTo>
                        <a:pt x="-245" y="211718"/>
                        <a:pt x="-118" y="210448"/>
                        <a:pt x="707" y="209749"/>
                      </a:cubicBezTo>
                      <a:lnTo>
                        <a:pt x="256866" y="454"/>
                      </a:lnTo>
                      <a:cubicBezTo>
                        <a:pt x="257692" y="-245"/>
                        <a:pt x="258962" y="-118"/>
                        <a:pt x="259660" y="707"/>
                      </a:cubicBezTo>
                      <a:cubicBezTo>
                        <a:pt x="260359" y="1533"/>
                        <a:pt x="260232" y="2803"/>
                        <a:pt x="259406" y="3501"/>
                      </a:cubicBezTo>
                      <a:lnTo>
                        <a:pt x="3247" y="212798"/>
                      </a:lnTo>
                      <a:cubicBezTo>
                        <a:pt x="2866" y="213179"/>
                        <a:pt x="2422" y="213305"/>
                        <a:pt x="1977" y="21330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7" name="Google Shape;747;p26"/>
                <p:cNvSpPr/>
                <p:nvPr/>
              </p:nvSpPr>
              <p:spPr>
                <a:xfrm>
                  <a:off x="6502391" y="2682675"/>
                  <a:ext cx="260113" cy="2133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113" h="213305" extrusionOk="0">
                      <a:moveTo>
                        <a:pt x="1978" y="213305"/>
                      </a:moveTo>
                      <a:cubicBezTo>
                        <a:pt x="1406" y="213305"/>
                        <a:pt x="834" y="213051"/>
                        <a:pt x="453" y="212543"/>
                      </a:cubicBezTo>
                      <a:cubicBezTo>
                        <a:pt x="-245" y="211718"/>
                        <a:pt x="-118" y="210448"/>
                        <a:pt x="707" y="209749"/>
                      </a:cubicBezTo>
                      <a:lnTo>
                        <a:pt x="256866" y="453"/>
                      </a:lnTo>
                      <a:cubicBezTo>
                        <a:pt x="257692" y="-245"/>
                        <a:pt x="258962" y="-118"/>
                        <a:pt x="259661" y="707"/>
                      </a:cubicBezTo>
                      <a:cubicBezTo>
                        <a:pt x="260359" y="1533"/>
                        <a:pt x="260232" y="2803"/>
                        <a:pt x="259406" y="3501"/>
                      </a:cubicBezTo>
                      <a:lnTo>
                        <a:pt x="3248" y="212797"/>
                      </a:lnTo>
                      <a:cubicBezTo>
                        <a:pt x="2866" y="213178"/>
                        <a:pt x="2422" y="213305"/>
                        <a:pt x="1978" y="21330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8" name="Google Shape;748;p26"/>
              <p:cNvSpPr/>
              <p:nvPr/>
            </p:nvSpPr>
            <p:spPr>
              <a:xfrm rot="3046867">
                <a:off x="6743478" y="2653397"/>
                <a:ext cx="48912" cy="31189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31178" extrusionOk="0">
                    <a:moveTo>
                      <a:pt x="0" y="0"/>
                    </a:moveTo>
                    <a:lnTo>
                      <a:pt x="48895" y="0"/>
                    </a:lnTo>
                    <a:lnTo>
                      <a:pt x="48895" y="31179"/>
                    </a:lnTo>
                    <a:lnTo>
                      <a:pt x="0" y="3117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" name="Google Shape;749;p26"/>
              <p:cNvSpPr/>
              <p:nvPr/>
            </p:nvSpPr>
            <p:spPr>
              <a:xfrm>
                <a:off x="6636948" y="2678048"/>
                <a:ext cx="159577" cy="141737"/>
              </a:xfrm>
              <a:custGeom>
                <a:avLst/>
                <a:gdLst/>
                <a:ahLst/>
                <a:cxnLst/>
                <a:rect l="l" t="t" r="r" b="b"/>
                <a:pathLst>
                  <a:path w="159577" h="141737" extrusionOk="0">
                    <a:moveTo>
                      <a:pt x="96655" y="80074"/>
                    </a:moveTo>
                    <a:cubicBezTo>
                      <a:pt x="149043" y="57658"/>
                      <a:pt x="164156" y="19114"/>
                      <a:pt x="158441" y="0"/>
                    </a:cubicBezTo>
                    <a:lnTo>
                      <a:pt x="134310" y="19749"/>
                    </a:lnTo>
                    <a:cubicBezTo>
                      <a:pt x="140216" y="47181"/>
                      <a:pt x="83383" y="80772"/>
                      <a:pt x="50871" y="93536"/>
                    </a:cubicBezTo>
                    <a:cubicBezTo>
                      <a:pt x="18296" y="106299"/>
                      <a:pt x="1849" y="128016"/>
                      <a:pt x="1849" y="128016"/>
                    </a:cubicBezTo>
                    <a:lnTo>
                      <a:pt x="1849" y="128080"/>
                    </a:lnTo>
                    <a:cubicBezTo>
                      <a:pt x="-1008" y="131636"/>
                      <a:pt x="-627" y="137160"/>
                      <a:pt x="3500" y="140208"/>
                    </a:cubicBezTo>
                    <a:cubicBezTo>
                      <a:pt x="6041" y="142049"/>
                      <a:pt x="9596" y="142240"/>
                      <a:pt x="12327" y="140716"/>
                    </a:cubicBezTo>
                    <a:cubicBezTo>
                      <a:pt x="16455" y="138430"/>
                      <a:pt x="17597" y="133668"/>
                      <a:pt x="15946" y="129921"/>
                    </a:cubicBezTo>
                    <a:cubicBezTo>
                      <a:pt x="14740" y="127190"/>
                      <a:pt x="15248" y="123952"/>
                      <a:pt x="17280" y="121793"/>
                    </a:cubicBezTo>
                    <a:cubicBezTo>
                      <a:pt x="33028" y="104521"/>
                      <a:pt x="53666" y="98425"/>
                      <a:pt x="96655" y="800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27"/>
          <p:cNvSpPr txBox="1">
            <a:spLocks noGrp="1"/>
          </p:cNvSpPr>
          <p:nvPr>
            <p:ph type="title" hasCustomPrompt="1"/>
          </p:nvPr>
        </p:nvSpPr>
        <p:spPr>
          <a:xfrm>
            <a:off x="2223600" y="539507"/>
            <a:ext cx="4696800" cy="87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52" name="Google Shape;752;p27"/>
          <p:cNvSpPr txBox="1">
            <a:spLocks noGrp="1"/>
          </p:cNvSpPr>
          <p:nvPr>
            <p:ph type="subTitle" idx="1"/>
          </p:nvPr>
        </p:nvSpPr>
        <p:spPr>
          <a:xfrm>
            <a:off x="2223600" y="1340502"/>
            <a:ext cx="46968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53" name="Google Shape;753;p27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1917600"/>
            <a:ext cx="4696800" cy="87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54" name="Google Shape;754;p27"/>
          <p:cNvSpPr txBox="1">
            <a:spLocks noGrp="1"/>
          </p:cNvSpPr>
          <p:nvPr>
            <p:ph type="subTitle" idx="3"/>
          </p:nvPr>
        </p:nvSpPr>
        <p:spPr>
          <a:xfrm>
            <a:off x="2223600" y="2718595"/>
            <a:ext cx="46968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55" name="Google Shape;755;p27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295693"/>
            <a:ext cx="4696800" cy="87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56" name="Google Shape;756;p27"/>
          <p:cNvSpPr txBox="1">
            <a:spLocks noGrp="1"/>
          </p:cNvSpPr>
          <p:nvPr>
            <p:ph type="subTitle" idx="5"/>
          </p:nvPr>
        </p:nvSpPr>
        <p:spPr>
          <a:xfrm>
            <a:off x="2223600" y="4096689"/>
            <a:ext cx="46968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757" name="Google Shape;757;p27"/>
          <p:cNvGrpSpPr/>
          <p:nvPr/>
        </p:nvGrpSpPr>
        <p:grpSpPr>
          <a:xfrm>
            <a:off x="8134440" y="1335432"/>
            <a:ext cx="1850863" cy="2989877"/>
            <a:chOff x="7807290" y="1183032"/>
            <a:chExt cx="1850863" cy="2989877"/>
          </a:xfrm>
        </p:grpSpPr>
        <p:grpSp>
          <p:nvGrpSpPr>
            <p:cNvPr id="758" name="Google Shape;758;p27"/>
            <p:cNvGrpSpPr/>
            <p:nvPr/>
          </p:nvGrpSpPr>
          <p:grpSpPr>
            <a:xfrm rot="-551862" flipH="1">
              <a:off x="7971757" y="1885069"/>
              <a:ext cx="1521935" cy="2180221"/>
              <a:chOff x="6345935" y="3544644"/>
              <a:chExt cx="571590" cy="818821"/>
            </a:xfrm>
          </p:grpSpPr>
          <p:sp>
            <p:nvSpPr>
              <p:cNvPr id="759" name="Google Shape;759;p27"/>
              <p:cNvSpPr/>
              <p:nvPr/>
            </p:nvSpPr>
            <p:spPr>
              <a:xfrm>
                <a:off x="6361684" y="3760564"/>
                <a:ext cx="151271" cy="182848"/>
              </a:xfrm>
              <a:custGeom>
                <a:avLst/>
                <a:gdLst/>
                <a:ahLst/>
                <a:cxnLst/>
                <a:rect l="l" t="t" r="r" b="b"/>
                <a:pathLst>
                  <a:path w="151271" h="182848" extrusionOk="0">
                    <a:moveTo>
                      <a:pt x="28702" y="91853"/>
                    </a:moveTo>
                    <a:cubicBezTo>
                      <a:pt x="23813" y="99727"/>
                      <a:pt x="19431" y="107982"/>
                      <a:pt x="16256" y="116682"/>
                    </a:cubicBezTo>
                    <a:cubicBezTo>
                      <a:pt x="8445" y="138018"/>
                      <a:pt x="8001" y="161576"/>
                      <a:pt x="0" y="182849"/>
                    </a:cubicBezTo>
                    <a:cubicBezTo>
                      <a:pt x="17589" y="165958"/>
                      <a:pt x="31432" y="145701"/>
                      <a:pt x="46799" y="126778"/>
                    </a:cubicBezTo>
                    <a:cubicBezTo>
                      <a:pt x="62166" y="107855"/>
                      <a:pt x="79629" y="89821"/>
                      <a:pt x="101727" y="79534"/>
                    </a:cubicBezTo>
                    <a:cubicBezTo>
                      <a:pt x="117856" y="71978"/>
                      <a:pt x="137604" y="67533"/>
                      <a:pt x="146240" y="51975"/>
                    </a:cubicBezTo>
                    <a:cubicBezTo>
                      <a:pt x="150177" y="44927"/>
                      <a:pt x="151003" y="36608"/>
                      <a:pt x="151257" y="28480"/>
                    </a:cubicBezTo>
                    <a:cubicBezTo>
                      <a:pt x="151574" y="17304"/>
                      <a:pt x="146748" y="-5556"/>
                      <a:pt x="130492" y="1239"/>
                    </a:cubicBezTo>
                    <a:cubicBezTo>
                      <a:pt x="125476" y="3334"/>
                      <a:pt x="121285" y="9875"/>
                      <a:pt x="116522" y="12923"/>
                    </a:cubicBezTo>
                    <a:cubicBezTo>
                      <a:pt x="109791" y="17177"/>
                      <a:pt x="102298" y="20352"/>
                      <a:pt x="95567" y="24607"/>
                    </a:cubicBezTo>
                    <a:cubicBezTo>
                      <a:pt x="68580" y="41688"/>
                      <a:pt x="45466" y="64802"/>
                      <a:pt x="28702" y="918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" name="Google Shape;760;p27"/>
              <p:cNvSpPr/>
              <p:nvPr/>
            </p:nvSpPr>
            <p:spPr>
              <a:xfrm>
                <a:off x="6629410" y="3687368"/>
                <a:ext cx="143693" cy="97122"/>
              </a:xfrm>
              <a:custGeom>
                <a:avLst/>
                <a:gdLst/>
                <a:ahLst/>
                <a:cxnLst/>
                <a:rect l="l" t="t" r="r" b="b"/>
                <a:pathLst>
                  <a:path w="143693" h="97122" extrusionOk="0">
                    <a:moveTo>
                      <a:pt x="26786" y="83643"/>
                    </a:moveTo>
                    <a:cubicBezTo>
                      <a:pt x="36502" y="83071"/>
                      <a:pt x="46217" y="80150"/>
                      <a:pt x="55742" y="81929"/>
                    </a:cubicBezTo>
                    <a:cubicBezTo>
                      <a:pt x="70347" y="84595"/>
                      <a:pt x="82348" y="97676"/>
                      <a:pt x="97144" y="97105"/>
                    </a:cubicBezTo>
                    <a:cubicBezTo>
                      <a:pt x="100954" y="96978"/>
                      <a:pt x="104637" y="95898"/>
                      <a:pt x="108130" y="94438"/>
                    </a:cubicBezTo>
                    <a:cubicBezTo>
                      <a:pt x="133276" y="83960"/>
                      <a:pt x="145404" y="53798"/>
                      <a:pt x="143499" y="26620"/>
                    </a:cubicBezTo>
                    <a:cubicBezTo>
                      <a:pt x="143246" y="22683"/>
                      <a:pt x="142673" y="18555"/>
                      <a:pt x="140515" y="15254"/>
                    </a:cubicBezTo>
                    <a:cubicBezTo>
                      <a:pt x="136705" y="9284"/>
                      <a:pt x="129148" y="7189"/>
                      <a:pt x="122290" y="5601"/>
                    </a:cubicBezTo>
                    <a:cubicBezTo>
                      <a:pt x="73903" y="-5702"/>
                      <a:pt x="3418" y="-5194"/>
                      <a:pt x="53" y="58497"/>
                    </a:cubicBezTo>
                    <a:cubicBezTo>
                      <a:pt x="-836" y="75705"/>
                      <a:pt x="9578" y="84659"/>
                      <a:pt x="26786" y="8364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" name="Google Shape;761;p27"/>
              <p:cNvSpPr/>
              <p:nvPr/>
            </p:nvSpPr>
            <p:spPr>
              <a:xfrm>
                <a:off x="6501182" y="3878171"/>
                <a:ext cx="189855" cy="270727"/>
              </a:xfrm>
              <a:custGeom>
                <a:avLst/>
                <a:gdLst/>
                <a:ahLst/>
                <a:cxnLst/>
                <a:rect l="l" t="t" r="r" b="b"/>
                <a:pathLst>
                  <a:path w="189855" h="270727" extrusionOk="0">
                    <a:moveTo>
                      <a:pt x="32078" y="14442"/>
                    </a:moveTo>
                    <a:cubicBezTo>
                      <a:pt x="5789" y="50256"/>
                      <a:pt x="-2402" y="96801"/>
                      <a:pt x="582" y="141125"/>
                    </a:cubicBezTo>
                    <a:cubicBezTo>
                      <a:pt x="3630" y="185447"/>
                      <a:pt x="16901" y="228310"/>
                      <a:pt x="30110" y="270728"/>
                    </a:cubicBezTo>
                    <a:cubicBezTo>
                      <a:pt x="42619" y="262918"/>
                      <a:pt x="49922" y="249201"/>
                      <a:pt x="59066" y="237518"/>
                    </a:cubicBezTo>
                    <a:cubicBezTo>
                      <a:pt x="89037" y="199227"/>
                      <a:pt x="140219" y="182019"/>
                      <a:pt x="169556" y="143220"/>
                    </a:cubicBezTo>
                    <a:cubicBezTo>
                      <a:pt x="193559" y="111470"/>
                      <a:pt x="199020" y="65178"/>
                      <a:pt x="170889" y="34127"/>
                    </a:cubicBezTo>
                    <a:cubicBezTo>
                      <a:pt x="147966" y="8854"/>
                      <a:pt x="125233" y="13489"/>
                      <a:pt x="95134" y="7711"/>
                    </a:cubicBezTo>
                    <a:cubicBezTo>
                      <a:pt x="70876" y="3012"/>
                      <a:pt x="50112" y="-10069"/>
                      <a:pt x="32078" y="144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" name="Google Shape;762;p27"/>
              <p:cNvSpPr/>
              <p:nvPr/>
            </p:nvSpPr>
            <p:spPr>
              <a:xfrm>
                <a:off x="6457632" y="3805975"/>
                <a:ext cx="186874" cy="71715"/>
              </a:xfrm>
              <a:custGeom>
                <a:avLst/>
                <a:gdLst/>
                <a:ahLst/>
                <a:cxnLst/>
                <a:rect l="l" t="t" r="r" b="b"/>
                <a:pathLst>
                  <a:path w="186874" h="71715" extrusionOk="0">
                    <a:moveTo>
                      <a:pt x="47435" y="33806"/>
                    </a:moveTo>
                    <a:cubicBezTo>
                      <a:pt x="73470" y="21360"/>
                      <a:pt x="100521" y="11073"/>
                      <a:pt x="128270" y="3199"/>
                    </a:cubicBezTo>
                    <a:cubicBezTo>
                      <a:pt x="135763" y="1040"/>
                      <a:pt x="143637" y="-929"/>
                      <a:pt x="151257" y="469"/>
                    </a:cubicBezTo>
                    <a:cubicBezTo>
                      <a:pt x="154749" y="1103"/>
                      <a:pt x="158051" y="2437"/>
                      <a:pt x="161353" y="3707"/>
                    </a:cubicBezTo>
                    <a:cubicBezTo>
                      <a:pt x="169736" y="7009"/>
                      <a:pt x="178054" y="10311"/>
                      <a:pt x="186436" y="13613"/>
                    </a:cubicBezTo>
                    <a:cubicBezTo>
                      <a:pt x="187579" y="16407"/>
                      <a:pt x="186373" y="19772"/>
                      <a:pt x="184150" y="21868"/>
                    </a:cubicBezTo>
                    <a:cubicBezTo>
                      <a:pt x="181927" y="23964"/>
                      <a:pt x="179007" y="25043"/>
                      <a:pt x="176022" y="25805"/>
                    </a:cubicBezTo>
                    <a:cubicBezTo>
                      <a:pt x="152590" y="31838"/>
                      <a:pt x="126492" y="21995"/>
                      <a:pt x="104076" y="31139"/>
                    </a:cubicBezTo>
                    <a:cubicBezTo>
                      <a:pt x="102362" y="31838"/>
                      <a:pt x="100521" y="32727"/>
                      <a:pt x="99504" y="34314"/>
                    </a:cubicBezTo>
                    <a:cubicBezTo>
                      <a:pt x="105854" y="36981"/>
                      <a:pt x="112077" y="40029"/>
                      <a:pt x="118174" y="43331"/>
                    </a:cubicBezTo>
                    <a:cubicBezTo>
                      <a:pt x="120967" y="44855"/>
                      <a:pt x="124206" y="47459"/>
                      <a:pt x="123380" y="50570"/>
                    </a:cubicBezTo>
                    <a:cubicBezTo>
                      <a:pt x="116078" y="55587"/>
                      <a:pt x="106299" y="53935"/>
                      <a:pt x="97409" y="53618"/>
                    </a:cubicBezTo>
                    <a:cubicBezTo>
                      <a:pt x="80010" y="52983"/>
                      <a:pt x="62992" y="58444"/>
                      <a:pt x="45657" y="60730"/>
                    </a:cubicBezTo>
                    <a:cubicBezTo>
                      <a:pt x="29845" y="62826"/>
                      <a:pt x="13907" y="62953"/>
                      <a:pt x="0" y="71715"/>
                    </a:cubicBezTo>
                    <a:cubicBezTo>
                      <a:pt x="6414" y="52920"/>
                      <a:pt x="31178" y="41616"/>
                      <a:pt x="47435" y="3380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3" name="Google Shape;763;p27"/>
              <p:cNvSpPr/>
              <p:nvPr/>
            </p:nvSpPr>
            <p:spPr>
              <a:xfrm>
                <a:off x="6480111" y="3794188"/>
                <a:ext cx="139749" cy="335597"/>
              </a:xfrm>
              <a:custGeom>
                <a:avLst/>
                <a:gdLst/>
                <a:ahLst/>
                <a:cxnLst/>
                <a:rect l="l" t="t" r="r" b="b"/>
                <a:pathLst>
                  <a:path w="139749" h="335597" extrusionOk="0">
                    <a:moveTo>
                      <a:pt x="134557" y="335597"/>
                    </a:moveTo>
                    <a:lnTo>
                      <a:pt x="123063" y="332930"/>
                    </a:lnTo>
                    <a:cubicBezTo>
                      <a:pt x="156845" y="188722"/>
                      <a:pt x="1524" y="9525"/>
                      <a:pt x="0" y="7747"/>
                    </a:cubicBezTo>
                    <a:lnTo>
                      <a:pt x="8890" y="0"/>
                    </a:lnTo>
                    <a:cubicBezTo>
                      <a:pt x="15430" y="7493"/>
                      <a:pt x="169672" y="185483"/>
                      <a:pt x="134557" y="3355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" name="Google Shape;764;p27"/>
              <p:cNvSpPr/>
              <p:nvPr/>
            </p:nvSpPr>
            <p:spPr>
              <a:xfrm>
                <a:off x="6608191" y="3614229"/>
                <a:ext cx="31545" cy="450532"/>
              </a:xfrm>
              <a:custGeom>
                <a:avLst/>
                <a:gdLst/>
                <a:ahLst/>
                <a:cxnLst/>
                <a:rect l="l" t="t" r="r" b="b"/>
                <a:pathLst>
                  <a:path w="31545" h="450532" extrusionOk="0">
                    <a:moveTo>
                      <a:pt x="27115" y="450533"/>
                    </a:moveTo>
                    <a:lnTo>
                      <a:pt x="15367" y="449771"/>
                    </a:lnTo>
                    <a:cubicBezTo>
                      <a:pt x="23495" y="321056"/>
                      <a:pt x="21590" y="83058"/>
                      <a:pt x="0" y="3048"/>
                    </a:cubicBezTo>
                    <a:lnTo>
                      <a:pt x="11366" y="0"/>
                    </a:lnTo>
                    <a:cubicBezTo>
                      <a:pt x="33274" y="81153"/>
                      <a:pt x="35306" y="321056"/>
                      <a:pt x="27115" y="4505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" name="Google Shape;765;p27"/>
              <p:cNvSpPr/>
              <p:nvPr/>
            </p:nvSpPr>
            <p:spPr>
              <a:xfrm>
                <a:off x="6590538" y="3820921"/>
                <a:ext cx="29405" cy="96837"/>
              </a:xfrm>
              <a:custGeom>
                <a:avLst/>
                <a:gdLst/>
                <a:ahLst/>
                <a:cxnLst/>
                <a:rect l="l" t="t" r="r" b="b"/>
                <a:pathLst>
                  <a:path w="29405" h="96837" extrusionOk="0">
                    <a:moveTo>
                      <a:pt x="29210" y="96838"/>
                    </a:moveTo>
                    <a:lnTo>
                      <a:pt x="17463" y="96076"/>
                    </a:lnTo>
                    <a:cubicBezTo>
                      <a:pt x="19685" y="60706"/>
                      <a:pt x="191" y="4445"/>
                      <a:pt x="0" y="3874"/>
                    </a:cubicBezTo>
                    <a:lnTo>
                      <a:pt x="11113" y="0"/>
                    </a:lnTo>
                    <a:cubicBezTo>
                      <a:pt x="12002" y="2413"/>
                      <a:pt x="31559" y="59055"/>
                      <a:pt x="29210" y="968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6" name="Google Shape;766;p27"/>
              <p:cNvSpPr/>
              <p:nvPr/>
            </p:nvSpPr>
            <p:spPr>
              <a:xfrm>
                <a:off x="6644385" y="3867150"/>
                <a:ext cx="48006" cy="197230"/>
              </a:xfrm>
              <a:custGeom>
                <a:avLst/>
                <a:gdLst/>
                <a:ahLst/>
                <a:cxnLst/>
                <a:rect l="l" t="t" r="r" b="b"/>
                <a:pathLst>
                  <a:path w="48006" h="197230" extrusionOk="0">
                    <a:moveTo>
                      <a:pt x="11811" y="197231"/>
                    </a:moveTo>
                    <a:lnTo>
                      <a:pt x="0" y="197231"/>
                    </a:lnTo>
                    <a:cubicBezTo>
                      <a:pt x="0" y="125349"/>
                      <a:pt x="35179" y="5080"/>
                      <a:pt x="36703" y="0"/>
                    </a:cubicBezTo>
                    <a:lnTo>
                      <a:pt x="48006" y="3302"/>
                    </a:lnTo>
                    <a:cubicBezTo>
                      <a:pt x="47625" y="4509"/>
                      <a:pt x="11811" y="127064"/>
                      <a:pt x="11811" y="1972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" name="Google Shape;767;p27"/>
              <p:cNvSpPr/>
              <p:nvPr/>
            </p:nvSpPr>
            <p:spPr>
              <a:xfrm>
                <a:off x="6543484" y="3711511"/>
                <a:ext cx="58485" cy="368363"/>
              </a:xfrm>
              <a:custGeom>
                <a:avLst/>
                <a:gdLst/>
                <a:ahLst/>
                <a:cxnLst/>
                <a:rect l="l" t="t" r="r" b="b"/>
                <a:pathLst>
                  <a:path w="58485" h="368363" extrusionOk="0">
                    <a:moveTo>
                      <a:pt x="57404" y="368364"/>
                    </a:moveTo>
                    <a:lnTo>
                      <a:pt x="45657" y="367855"/>
                    </a:lnTo>
                    <a:cubicBezTo>
                      <a:pt x="52451" y="219392"/>
                      <a:pt x="25654" y="101664"/>
                      <a:pt x="0" y="2985"/>
                    </a:cubicBezTo>
                    <a:lnTo>
                      <a:pt x="11430" y="0"/>
                    </a:lnTo>
                    <a:cubicBezTo>
                      <a:pt x="37274" y="99504"/>
                      <a:pt x="64262" y="218249"/>
                      <a:pt x="57404" y="36836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" name="Google Shape;768;p27"/>
              <p:cNvSpPr/>
              <p:nvPr/>
            </p:nvSpPr>
            <p:spPr>
              <a:xfrm>
                <a:off x="6623494" y="3746182"/>
                <a:ext cx="76263" cy="322770"/>
              </a:xfrm>
              <a:custGeom>
                <a:avLst/>
                <a:gdLst/>
                <a:ahLst/>
                <a:cxnLst/>
                <a:rect l="l" t="t" r="r" b="b"/>
                <a:pathLst>
                  <a:path w="76263" h="322770" extrusionOk="0">
                    <a:moveTo>
                      <a:pt x="11812" y="322771"/>
                    </a:moveTo>
                    <a:lnTo>
                      <a:pt x="0" y="322516"/>
                    </a:lnTo>
                    <a:cubicBezTo>
                      <a:pt x="4573" y="131191"/>
                      <a:pt x="64961" y="1270"/>
                      <a:pt x="65596" y="0"/>
                    </a:cubicBezTo>
                    <a:lnTo>
                      <a:pt x="76264" y="5016"/>
                    </a:lnTo>
                    <a:cubicBezTo>
                      <a:pt x="75692" y="6223"/>
                      <a:pt x="16320" y="134112"/>
                      <a:pt x="11812" y="3227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9" name="Google Shape;769;p27"/>
              <p:cNvSpPr/>
              <p:nvPr/>
            </p:nvSpPr>
            <p:spPr>
              <a:xfrm>
                <a:off x="6769327" y="3951183"/>
                <a:ext cx="148198" cy="149646"/>
              </a:xfrm>
              <a:custGeom>
                <a:avLst/>
                <a:gdLst/>
                <a:ahLst/>
                <a:cxnLst/>
                <a:rect l="l" t="t" r="r" b="b"/>
                <a:pathLst>
                  <a:path w="148198" h="149646" extrusionOk="0">
                    <a:moveTo>
                      <a:pt x="116041" y="61889"/>
                    </a:moveTo>
                    <a:cubicBezTo>
                      <a:pt x="135217" y="87480"/>
                      <a:pt x="153378" y="118341"/>
                      <a:pt x="146838" y="149646"/>
                    </a:cubicBezTo>
                    <a:cubicBezTo>
                      <a:pt x="123216" y="120818"/>
                      <a:pt x="90704" y="99354"/>
                      <a:pt x="54891" y="89004"/>
                    </a:cubicBezTo>
                    <a:cubicBezTo>
                      <a:pt x="44349" y="85956"/>
                      <a:pt x="33428" y="83797"/>
                      <a:pt x="23521" y="79098"/>
                    </a:cubicBezTo>
                    <a:cubicBezTo>
                      <a:pt x="13616" y="74399"/>
                      <a:pt x="4471" y="66588"/>
                      <a:pt x="1360" y="56047"/>
                    </a:cubicBezTo>
                    <a:cubicBezTo>
                      <a:pt x="-482" y="49888"/>
                      <a:pt x="-101" y="43284"/>
                      <a:pt x="471" y="36807"/>
                    </a:cubicBezTo>
                    <a:cubicBezTo>
                      <a:pt x="8281" y="-44791"/>
                      <a:pt x="92355" y="30203"/>
                      <a:pt x="116041" y="618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p27"/>
              <p:cNvSpPr/>
              <p:nvPr/>
            </p:nvSpPr>
            <p:spPr>
              <a:xfrm>
                <a:off x="6345935" y="3942390"/>
                <a:ext cx="113443" cy="102051"/>
              </a:xfrm>
              <a:custGeom>
                <a:avLst/>
                <a:gdLst/>
                <a:ahLst/>
                <a:cxnLst/>
                <a:rect l="l" t="t" r="r" b="b"/>
                <a:pathLst>
                  <a:path w="113443" h="102051" extrusionOk="0">
                    <a:moveTo>
                      <a:pt x="0" y="102052"/>
                    </a:moveTo>
                    <a:cubicBezTo>
                      <a:pt x="64" y="77350"/>
                      <a:pt x="11811" y="54109"/>
                      <a:pt x="26098" y="33980"/>
                    </a:cubicBezTo>
                    <a:cubicBezTo>
                      <a:pt x="33465" y="23629"/>
                      <a:pt x="41847" y="13596"/>
                      <a:pt x="52705" y="6992"/>
                    </a:cubicBezTo>
                    <a:cubicBezTo>
                      <a:pt x="63564" y="388"/>
                      <a:pt x="77407" y="-2342"/>
                      <a:pt x="89217" y="2357"/>
                    </a:cubicBezTo>
                    <a:cubicBezTo>
                      <a:pt x="115189" y="12834"/>
                      <a:pt x="125286" y="50807"/>
                      <a:pt x="94043" y="58935"/>
                    </a:cubicBezTo>
                    <a:cubicBezTo>
                      <a:pt x="78359" y="62999"/>
                      <a:pt x="62865" y="64079"/>
                      <a:pt x="47816" y="70873"/>
                    </a:cubicBezTo>
                    <a:cubicBezTo>
                      <a:pt x="30417" y="78747"/>
                      <a:pt x="15113" y="90558"/>
                      <a:pt x="0" y="10205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1" name="Google Shape;771;p27"/>
              <p:cNvGrpSpPr/>
              <p:nvPr/>
            </p:nvGrpSpPr>
            <p:grpSpPr>
              <a:xfrm>
                <a:off x="6447726" y="4041140"/>
                <a:ext cx="322326" cy="322325"/>
                <a:chOff x="6447726" y="4041140"/>
                <a:chExt cx="322326" cy="322325"/>
              </a:xfrm>
            </p:grpSpPr>
            <p:sp>
              <p:nvSpPr>
                <p:cNvPr id="772" name="Google Shape;772;p27"/>
                <p:cNvSpPr/>
                <p:nvPr/>
              </p:nvSpPr>
              <p:spPr>
                <a:xfrm>
                  <a:off x="6447726" y="4041140"/>
                  <a:ext cx="322326" cy="32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326" h="322325" extrusionOk="0">
                      <a:moveTo>
                        <a:pt x="293180" y="322326"/>
                      </a:moveTo>
                      <a:lnTo>
                        <a:pt x="29210" y="322326"/>
                      </a:lnTo>
                      <a:lnTo>
                        <a:pt x="0" y="0"/>
                      </a:lnTo>
                      <a:lnTo>
                        <a:pt x="322326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73" name="Google Shape;773;p27"/>
                <p:cNvGrpSpPr/>
                <p:nvPr/>
              </p:nvGrpSpPr>
              <p:grpSpPr>
                <a:xfrm>
                  <a:off x="6447726" y="4041140"/>
                  <a:ext cx="318833" cy="322325"/>
                  <a:chOff x="6447726" y="4041140"/>
                  <a:chExt cx="318833" cy="322325"/>
                </a:xfrm>
              </p:grpSpPr>
              <p:sp>
                <p:nvSpPr>
                  <p:cNvPr id="774" name="Google Shape;774;p27"/>
                  <p:cNvSpPr/>
                  <p:nvPr/>
                </p:nvSpPr>
                <p:spPr>
                  <a:xfrm>
                    <a:off x="6447726" y="4041140"/>
                    <a:ext cx="161163" cy="322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1163" h="322325" extrusionOk="0">
                        <a:moveTo>
                          <a:pt x="0" y="0"/>
                        </a:moveTo>
                        <a:lnTo>
                          <a:pt x="29210" y="322326"/>
                        </a:lnTo>
                        <a:lnTo>
                          <a:pt x="132017" y="322326"/>
                        </a:lnTo>
                        <a:lnTo>
                          <a:pt x="161163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775" name="Google Shape;775;p27"/>
                  <p:cNvGrpSpPr/>
                  <p:nvPr/>
                </p:nvGrpSpPr>
                <p:grpSpPr>
                  <a:xfrm>
                    <a:off x="6518592" y="4079557"/>
                    <a:ext cx="247967" cy="261175"/>
                    <a:chOff x="6518592" y="4079557"/>
                    <a:chExt cx="247967" cy="261175"/>
                  </a:xfrm>
                </p:grpSpPr>
                <p:sp>
                  <p:nvSpPr>
                    <p:cNvPr id="776" name="Google Shape;776;p27"/>
                    <p:cNvSpPr/>
                    <p:nvPr/>
                  </p:nvSpPr>
                  <p:spPr>
                    <a:xfrm>
                      <a:off x="6518592" y="4269676"/>
                      <a:ext cx="230758" cy="76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0758" h="7683" extrusionOk="0">
                          <a:moveTo>
                            <a:pt x="0" y="0"/>
                          </a:moveTo>
                          <a:lnTo>
                            <a:pt x="0" y="7683"/>
                          </a:lnTo>
                          <a:lnTo>
                            <a:pt x="230060" y="7683"/>
                          </a:lnTo>
                          <a:lnTo>
                            <a:pt x="230759" y="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77" name="Google Shape;777;p27"/>
                    <p:cNvSpPr/>
                    <p:nvPr/>
                  </p:nvSpPr>
                  <p:spPr>
                    <a:xfrm>
                      <a:off x="6518592" y="4237990"/>
                      <a:ext cx="233615" cy="76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3615" h="7683" extrusionOk="0">
                          <a:moveTo>
                            <a:pt x="0" y="0"/>
                          </a:moveTo>
                          <a:lnTo>
                            <a:pt x="0" y="7683"/>
                          </a:lnTo>
                          <a:lnTo>
                            <a:pt x="232981" y="7683"/>
                          </a:lnTo>
                          <a:lnTo>
                            <a:pt x="233616" y="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78" name="Google Shape;778;p27"/>
                    <p:cNvSpPr/>
                    <p:nvPr/>
                  </p:nvSpPr>
                  <p:spPr>
                    <a:xfrm>
                      <a:off x="6518592" y="4333049"/>
                      <a:ext cx="225043" cy="76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5043" h="7683" extrusionOk="0">
                          <a:moveTo>
                            <a:pt x="225044" y="0"/>
                          </a:moveTo>
                          <a:lnTo>
                            <a:pt x="0" y="0"/>
                          </a:lnTo>
                          <a:lnTo>
                            <a:pt x="0" y="7684"/>
                          </a:lnTo>
                          <a:lnTo>
                            <a:pt x="224345" y="7684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79" name="Google Shape;779;p27"/>
                    <p:cNvSpPr/>
                    <p:nvPr/>
                  </p:nvSpPr>
                  <p:spPr>
                    <a:xfrm>
                      <a:off x="6518592" y="4206303"/>
                      <a:ext cx="236537" cy="76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6537" h="7683" extrusionOk="0">
                          <a:moveTo>
                            <a:pt x="0" y="0"/>
                          </a:moveTo>
                          <a:lnTo>
                            <a:pt x="0" y="7684"/>
                          </a:lnTo>
                          <a:lnTo>
                            <a:pt x="235838" y="7684"/>
                          </a:lnTo>
                          <a:lnTo>
                            <a:pt x="236538" y="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80" name="Google Shape;780;p27"/>
                    <p:cNvSpPr/>
                    <p:nvPr/>
                  </p:nvSpPr>
                  <p:spPr>
                    <a:xfrm>
                      <a:off x="6518592" y="4301363"/>
                      <a:ext cx="227900" cy="76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7900" h="7683" extrusionOk="0">
                          <a:moveTo>
                            <a:pt x="0" y="0"/>
                          </a:moveTo>
                          <a:lnTo>
                            <a:pt x="0" y="7684"/>
                          </a:lnTo>
                          <a:lnTo>
                            <a:pt x="227202" y="7684"/>
                          </a:lnTo>
                          <a:lnTo>
                            <a:pt x="227901" y="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81" name="Google Shape;781;p27"/>
                    <p:cNvSpPr/>
                    <p:nvPr/>
                  </p:nvSpPr>
                  <p:spPr>
                    <a:xfrm>
                      <a:off x="6518592" y="4174616"/>
                      <a:ext cx="239394" cy="76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9394" h="7683" extrusionOk="0">
                          <a:moveTo>
                            <a:pt x="0" y="0"/>
                          </a:moveTo>
                          <a:lnTo>
                            <a:pt x="0" y="7684"/>
                          </a:lnTo>
                          <a:lnTo>
                            <a:pt x="238696" y="7684"/>
                          </a:lnTo>
                          <a:lnTo>
                            <a:pt x="239395" y="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82" name="Google Shape;782;p27"/>
                    <p:cNvSpPr/>
                    <p:nvPr/>
                  </p:nvSpPr>
                  <p:spPr>
                    <a:xfrm>
                      <a:off x="6518592" y="4079557"/>
                      <a:ext cx="247967" cy="76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967" h="7683" extrusionOk="0">
                          <a:moveTo>
                            <a:pt x="0" y="0"/>
                          </a:moveTo>
                          <a:lnTo>
                            <a:pt x="0" y="7683"/>
                          </a:lnTo>
                          <a:lnTo>
                            <a:pt x="247269" y="7683"/>
                          </a:lnTo>
                          <a:lnTo>
                            <a:pt x="247967" y="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83" name="Google Shape;783;p27"/>
                    <p:cNvSpPr/>
                    <p:nvPr/>
                  </p:nvSpPr>
                  <p:spPr>
                    <a:xfrm>
                      <a:off x="6518592" y="4111244"/>
                      <a:ext cx="245109" cy="76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5109" h="7683" extrusionOk="0">
                          <a:moveTo>
                            <a:pt x="0" y="0"/>
                          </a:moveTo>
                          <a:lnTo>
                            <a:pt x="0" y="7684"/>
                          </a:lnTo>
                          <a:lnTo>
                            <a:pt x="244411" y="7684"/>
                          </a:lnTo>
                          <a:lnTo>
                            <a:pt x="245110" y="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84" name="Google Shape;784;p27"/>
                    <p:cNvSpPr/>
                    <p:nvPr/>
                  </p:nvSpPr>
                  <p:spPr>
                    <a:xfrm>
                      <a:off x="6518592" y="4142930"/>
                      <a:ext cx="242251" cy="76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2251" h="7683" extrusionOk="0">
                          <a:moveTo>
                            <a:pt x="0" y="0"/>
                          </a:moveTo>
                          <a:lnTo>
                            <a:pt x="0" y="7684"/>
                          </a:lnTo>
                          <a:lnTo>
                            <a:pt x="241553" y="7684"/>
                          </a:lnTo>
                          <a:lnTo>
                            <a:pt x="242252" y="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</p:grpSp>
          <p:sp>
            <p:nvSpPr>
              <p:cNvPr id="785" name="Google Shape;785;p27"/>
              <p:cNvSpPr/>
              <p:nvPr/>
            </p:nvSpPr>
            <p:spPr>
              <a:xfrm>
                <a:off x="6635766" y="3802608"/>
                <a:ext cx="196292" cy="349212"/>
              </a:xfrm>
              <a:custGeom>
                <a:avLst/>
                <a:gdLst/>
                <a:ahLst/>
                <a:cxnLst/>
                <a:rect l="l" t="t" r="r" b="b"/>
                <a:pathLst>
                  <a:path w="196292" h="349212" extrusionOk="0">
                    <a:moveTo>
                      <a:pt x="24748" y="25045"/>
                    </a:moveTo>
                    <a:cubicBezTo>
                      <a:pt x="15287" y="27394"/>
                      <a:pt x="6333" y="33427"/>
                      <a:pt x="2460" y="42380"/>
                    </a:cubicBezTo>
                    <a:cubicBezTo>
                      <a:pt x="-588" y="49492"/>
                      <a:pt x="-144" y="57557"/>
                      <a:pt x="364" y="65240"/>
                    </a:cubicBezTo>
                    <a:cubicBezTo>
                      <a:pt x="999" y="75337"/>
                      <a:pt x="1698" y="85560"/>
                      <a:pt x="4428" y="95339"/>
                    </a:cubicBezTo>
                    <a:cubicBezTo>
                      <a:pt x="6777" y="103721"/>
                      <a:pt x="10651" y="111532"/>
                      <a:pt x="13889" y="119596"/>
                    </a:cubicBezTo>
                    <a:cubicBezTo>
                      <a:pt x="23034" y="141948"/>
                      <a:pt x="28050" y="166015"/>
                      <a:pt x="28558" y="190145"/>
                    </a:cubicBezTo>
                    <a:cubicBezTo>
                      <a:pt x="28876" y="204623"/>
                      <a:pt x="27669" y="219545"/>
                      <a:pt x="32304" y="233261"/>
                    </a:cubicBezTo>
                    <a:cubicBezTo>
                      <a:pt x="38337" y="250978"/>
                      <a:pt x="53450" y="264186"/>
                      <a:pt x="69706" y="273584"/>
                    </a:cubicBezTo>
                    <a:cubicBezTo>
                      <a:pt x="85962" y="282918"/>
                      <a:pt x="103742" y="289268"/>
                      <a:pt x="120062" y="298539"/>
                    </a:cubicBezTo>
                    <a:cubicBezTo>
                      <a:pt x="128189" y="303175"/>
                      <a:pt x="136064" y="308636"/>
                      <a:pt x="141778" y="316002"/>
                    </a:cubicBezTo>
                    <a:cubicBezTo>
                      <a:pt x="149144" y="325527"/>
                      <a:pt x="152447" y="337528"/>
                      <a:pt x="155622" y="349212"/>
                    </a:cubicBezTo>
                    <a:cubicBezTo>
                      <a:pt x="157653" y="328258"/>
                      <a:pt x="162035" y="307556"/>
                      <a:pt x="168766" y="287617"/>
                    </a:cubicBezTo>
                    <a:cubicBezTo>
                      <a:pt x="177783" y="260693"/>
                      <a:pt x="190991" y="234849"/>
                      <a:pt x="194928" y="206718"/>
                    </a:cubicBezTo>
                    <a:cubicBezTo>
                      <a:pt x="198039" y="184620"/>
                      <a:pt x="195246" y="162141"/>
                      <a:pt x="192388" y="139980"/>
                    </a:cubicBezTo>
                    <a:cubicBezTo>
                      <a:pt x="189150" y="114453"/>
                      <a:pt x="185911" y="88926"/>
                      <a:pt x="182673" y="63399"/>
                    </a:cubicBezTo>
                    <a:cubicBezTo>
                      <a:pt x="180069" y="42761"/>
                      <a:pt x="176132" y="19774"/>
                      <a:pt x="159431" y="7392"/>
                    </a:cubicBezTo>
                    <a:cubicBezTo>
                      <a:pt x="146668" y="-2070"/>
                      <a:pt x="127872" y="-2514"/>
                      <a:pt x="114664" y="6439"/>
                    </a:cubicBezTo>
                    <a:cubicBezTo>
                      <a:pt x="110219" y="9424"/>
                      <a:pt x="106473" y="13361"/>
                      <a:pt x="102218" y="16663"/>
                    </a:cubicBezTo>
                    <a:cubicBezTo>
                      <a:pt x="91677" y="24918"/>
                      <a:pt x="77326" y="29807"/>
                      <a:pt x="63864" y="28855"/>
                    </a:cubicBezTo>
                    <a:cubicBezTo>
                      <a:pt x="49958" y="27902"/>
                      <a:pt x="39925" y="21235"/>
                      <a:pt x="24748" y="2504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27"/>
              <p:cNvSpPr/>
              <p:nvPr/>
            </p:nvSpPr>
            <p:spPr>
              <a:xfrm>
                <a:off x="6392001" y="3889706"/>
                <a:ext cx="215068" cy="291832"/>
              </a:xfrm>
              <a:custGeom>
                <a:avLst/>
                <a:gdLst/>
                <a:ahLst/>
                <a:cxnLst/>
                <a:rect l="l" t="t" r="r" b="b"/>
                <a:pathLst>
                  <a:path w="215068" h="291832" extrusionOk="0">
                    <a:moveTo>
                      <a:pt x="178217" y="13384"/>
                    </a:moveTo>
                    <a:cubicBezTo>
                      <a:pt x="185393" y="11226"/>
                      <a:pt x="193076" y="8432"/>
                      <a:pt x="200125" y="11035"/>
                    </a:cubicBezTo>
                    <a:cubicBezTo>
                      <a:pt x="210157" y="14718"/>
                      <a:pt x="213650" y="27037"/>
                      <a:pt x="214539" y="37705"/>
                    </a:cubicBezTo>
                    <a:cubicBezTo>
                      <a:pt x="218667" y="86600"/>
                      <a:pt x="198219" y="135051"/>
                      <a:pt x="168184" y="173913"/>
                    </a:cubicBezTo>
                    <a:cubicBezTo>
                      <a:pt x="161135" y="183057"/>
                      <a:pt x="153452" y="191820"/>
                      <a:pt x="144308" y="198804"/>
                    </a:cubicBezTo>
                    <a:cubicBezTo>
                      <a:pt x="137132" y="204329"/>
                      <a:pt x="129131" y="208647"/>
                      <a:pt x="121321" y="213283"/>
                    </a:cubicBezTo>
                    <a:cubicBezTo>
                      <a:pt x="86714" y="233857"/>
                      <a:pt x="55726" y="260590"/>
                      <a:pt x="30326" y="291832"/>
                    </a:cubicBezTo>
                    <a:cubicBezTo>
                      <a:pt x="26770" y="273925"/>
                      <a:pt x="12863" y="259891"/>
                      <a:pt x="6322" y="242810"/>
                    </a:cubicBezTo>
                    <a:cubicBezTo>
                      <a:pt x="1179" y="229348"/>
                      <a:pt x="734" y="214616"/>
                      <a:pt x="417" y="200265"/>
                    </a:cubicBezTo>
                    <a:cubicBezTo>
                      <a:pt x="-535" y="160197"/>
                      <a:pt x="-1234" y="118667"/>
                      <a:pt x="14768" y="81901"/>
                    </a:cubicBezTo>
                    <a:cubicBezTo>
                      <a:pt x="21563" y="66280"/>
                      <a:pt x="31151" y="52056"/>
                      <a:pt x="40676" y="37896"/>
                    </a:cubicBezTo>
                    <a:cubicBezTo>
                      <a:pt x="45184" y="31228"/>
                      <a:pt x="49693" y="24560"/>
                      <a:pt x="54202" y="17893"/>
                    </a:cubicBezTo>
                    <a:cubicBezTo>
                      <a:pt x="60297" y="8876"/>
                      <a:pt x="68045" y="-776"/>
                      <a:pt x="80300" y="49"/>
                    </a:cubicBezTo>
                    <a:cubicBezTo>
                      <a:pt x="89190" y="684"/>
                      <a:pt x="95667" y="8178"/>
                      <a:pt x="103541" y="11734"/>
                    </a:cubicBezTo>
                    <a:cubicBezTo>
                      <a:pt x="126528" y="22084"/>
                      <a:pt x="154531" y="20623"/>
                      <a:pt x="178217" y="1338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27"/>
              <p:cNvSpPr/>
              <p:nvPr/>
            </p:nvSpPr>
            <p:spPr>
              <a:xfrm>
                <a:off x="6637528" y="3668613"/>
                <a:ext cx="234124" cy="120367"/>
              </a:xfrm>
              <a:custGeom>
                <a:avLst/>
                <a:gdLst/>
                <a:ahLst/>
                <a:cxnLst/>
                <a:rect l="l" t="t" r="r" b="b"/>
                <a:pathLst>
                  <a:path w="234124" h="120367" extrusionOk="0">
                    <a:moveTo>
                      <a:pt x="18605" y="26388"/>
                    </a:moveTo>
                    <a:cubicBezTo>
                      <a:pt x="21145" y="23086"/>
                      <a:pt x="23813" y="19720"/>
                      <a:pt x="27495" y="17752"/>
                    </a:cubicBezTo>
                    <a:cubicBezTo>
                      <a:pt x="30226" y="16291"/>
                      <a:pt x="33338" y="15783"/>
                      <a:pt x="36449" y="15275"/>
                    </a:cubicBezTo>
                    <a:cubicBezTo>
                      <a:pt x="62547" y="10830"/>
                      <a:pt x="88582" y="6449"/>
                      <a:pt x="114681" y="2004"/>
                    </a:cubicBezTo>
                    <a:cubicBezTo>
                      <a:pt x="123571" y="480"/>
                      <a:pt x="132652" y="-981"/>
                      <a:pt x="141478" y="861"/>
                    </a:cubicBezTo>
                    <a:cubicBezTo>
                      <a:pt x="154877" y="3718"/>
                      <a:pt x="165291" y="13878"/>
                      <a:pt x="174942" y="23594"/>
                    </a:cubicBezTo>
                    <a:cubicBezTo>
                      <a:pt x="188595" y="37310"/>
                      <a:pt x="202247" y="51089"/>
                      <a:pt x="213296" y="66964"/>
                    </a:cubicBezTo>
                    <a:cubicBezTo>
                      <a:pt x="224345" y="82839"/>
                      <a:pt x="232601" y="101064"/>
                      <a:pt x="234124" y="120368"/>
                    </a:cubicBezTo>
                    <a:cubicBezTo>
                      <a:pt x="217233" y="105826"/>
                      <a:pt x="193611" y="102588"/>
                      <a:pt x="171386" y="101318"/>
                    </a:cubicBezTo>
                    <a:cubicBezTo>
                      <a:pt x="149161" y="100048"/>
                      <a:pt x="126047" y="100048"/>
                      <a:pt x="106045" y="90205"/>
                    </a:cubicBezTo>
                    <a:cubicBezTo>
                      <a:pt x="92837" y="83728"/>
                      <a:pt x="81915" y="73314"/>
                      <a:pt x="72199" y="62265"/>
                    </a:cubicBezTo>
                    <a:cubicBezTo>
                      <a:pt x="63753" y="52677"/>
                      <a:pt x="55054" y="41882"/>
                      <a:pt x="42672" y="38834"/>
                    </a:cubicBezTo>
                    <a:cubicBezTo>
                      <a:pt x="33147" y="36484"/>
                      <a:pt x="23114" y="39215"/>
                      <a:pt x="14097" y="42961"/>
                    </a:cubicBezTo>
                    <a:cubicBezTo>
                      <a:pt x="8953" y="45120"/>
                      <a:pt x="4128" y="47724"/>
                      <a:pt x="0" y="51534"/>
                    </a:cubicBezTo>
                    <a:cubicBezTo>
                      <a:pt x="5842" y="43088"/>
                      <a:pt x="12192" y="34706"/>
                      <a:pt x="18605" y="2638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8" name="Google Shape;788;p27"/>
              <p:cNvSpPr/>
              <p:nvPr/>
            </p:nvSpPr>
            <p:spPr>
              <a:xfrm>
                <a:off x="6352540" y="3650125"/>
                <a:ext cx="249755" cy="139617"/>
              </a:xfrm>
              <a:custGeom>
                <a:avLst/>
                <a:gdLst/>
                <a:ahLst/>
                <a:cxnLst/>
                <a:rect l="l" t="t" r="r" b="b"/>
                <a:pathLst>
                  <a:path w="249755" h="139617" extrusionOk="0">
                    <a:moveTo>
                      <a:pt x="130175" y="553"/>
                    </a:moveTo>
                    <a:cubicBezTo>
                      <a:pt x="154115" y="2839"/>
                      <a:pt x="176720" y="12364"/>
                      <a:pt x="198310" y="22968"/>
                    </a:cubicBezTo>
                    <a:cubicBezTo>
                      <a:pt x="207708" y="27604"/>
                      <a:pt x="217170" y="32557"/>
                      <a:pt x="224663" y="39796"/>
                    </a:cubicBezTo>
                    <a:cubicBezTo>
                      <a:pt x="233108" y="47987"/>
                      <a:pt x="238696" y="58719"/>
                      <a:pt x="242951" y="69704"/>
                    </a:cubicBezTo>
                    <a:cubicBezTo>
                      <a:pt x="247586" y="81769"/>
                      <a:pt x="250825" y="94723"/>
                      <a:pt x="249428" y="107550"/>
                    </a:cubicBezTo>
                    <a:cubicBezTo>
                      <a:pt x="248031" y="120378"/>
                      <a:pt x="241491" y="133141"/>
                      <a:pt x="230251" y="139618"/>
                    </a:cubicBezTo>
                    <a:cubicBezTo>
                      <a:pt x="218567" y="127045"/>
                      <a:pt x="206946" y="114409"/>
                      <a:pt x="195263" y="101835"/>
                    </a:cubicBezTo>
                    <a:cubicBezTo>
                      <a:pt x="190753" y="96946"/>
                      <a:pt x="186118" y="91993"/>
                      <a:pt x="180086" y="89135"/>
                    </a:cubicBezTo>
                    <a:cubicBezTo>
                      <a:pt x="174054" y="86341"/>
                      <a:pt x="167259" y="85960"/>
                      <a:pt x="160845" y="84309"/>
                    </a:cubicBezTo>
                    <a:cubicBezTo>
                      <a:pt x="139382" y="78975"/>
                      <a:pt x="123888" y="60687"/>
                      <a:pt x="104711" y="49765"/>
                    </a:cubicBezTo>
                    <a:cubicBezTo>
                      <a:pt x="73723" y="32049"/>
                      <a:pt x="35623" y="34525"/>
                      <a:pt x="0" y="37510"/>
                    </a:cubicBezTo>
                    <a:cubicBezTo>
                      <a:pt x="8763" y="36748"/>
                      <a:pt x="20510" y="27033"/>
                      <a:pt x="27813" y="22651"/>
                    </a:cubicBezTo>
                    <a:cubicBezTo>
                      <a:pt x="37084" y="17127"/>
                      <a:pt x="45529" y="14333"/>
                      <a:pt x="56007" y="11158"/>
                    </a:cubicBezTo>
                    <a:cubicBezTo>
                      <a:pt x="80010" y="3982"/>
                      <a:pt x="104965" y="-1860"/>
                      <a:pt x="130175" y="55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p27"/>
              <p:cNvSpPr/>
              <p:nvPr/>
            </p:nvSpPr>
            <p:spPr>
              <a:xfrm>
                <a:off x="6497954" y="3544644"/>
                <a:ext cx="175008" cy="124504"/>
              </a:xfrm>
              <a:custGeom>
                <a:avLst/>
                <a:gdLst/>
                <a:ahLst/>
                <a:cxnLst/>
                <a:rect l="l" t="t" r="r" b="b"/>
                <a:pathLst>
                  <a:path w="175008" h="124504" extrusionOk="0">
                    <a:moveTo>
                      <a:pt x="52514" y="98351"/>
                    </a:moveTo>
                    <a:cubicBezTo>
                      <a:pt x="40132" y="87175"/>
                      <a:pt x="32639" y="71744"/>
                      <a:pt x="25464" y="56695"/>
                    </a:cubicBezTo>
                    <a:cubicBezTo>
                      <a:pt x="16954" y="38851"/>
                      <a:pt x="8509" y="21008"/>
                      <a:pt x="0" y="3164"/>
                    </a:cubicBezTo>
                    <a:cubicBezTo>
                      <a:pt x="23368" y="-392"/>
                      <a:pt x="47180" y="-963"/>
                      <a:pt x="70676" y="1513"/>
                    </a:cubicBezTo>
                    <a:cubicBezTo>
                      <a:pt x="94234" y="3990"/>
                      <a:pt x="117983" y="9768"/>
                      <a:pt x="137795" y="22722"/>
                    </a:cubicBezTo>
                    <a:cubicBezTo>
                      <a:pt x="157607" y="35740"/>
                      <a:pt x="173038" y="56822"/>
                      <a:pt x="174879" y="80444"/>
                    </a:cubicBezTo>
                    <a:cubicBezTo>
                      <a:pt x="175197" y="84254"/>
                      <a:pt x="175070" y="88381"/>
                      <a:pt x="172847" y="91493"/>
                    </a:cubicBezTo>
                    <a:cubicBezTo>
                      <a:pt x="164783" y="102859"/>
                      <a:pt x="141668" y="89016"/>
                      <a:pt x="134557" y="100954"/>
                    </a:cubicBezTo>
                    <a:cubicBezTo>
                      <a:pt x="129794" y="108955"/>
                      <a:pt x="132207" y="115813"/>
                      <a:pt x="123063" y="121465"/>
                    </a:cubicBezTo>
                    <a:cubicBezTo>
                      <a:pt x="115761" y="125910"/>
                      <a:pt x="110998" y="124767"/>
                      <a:pt x="103441" y="122544"/>
                    </a:cubicBezTo>
                    <a:cubicBezTo>
                      <a:pt x="86106" y="117528"/>
                      <a:pt x="66167" y="110543"/>
                      <a:pt x="52514" y="9835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90" name="Google Shape;790;p27"/>
            <p:cNvSpPr/>
            <p:nvPr/>
          </p:nvSpPr>
          <p:spPr>
            <a:xfrm>
              <a:off x="7807290" y="1655707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27"/>
            <p:cNvSpPr/>
            <p:nvPr/>
          </p:nvSpPr>
          <p:spPr>
            <a:xfrm>
              <a:off x="8209140" y="1183032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7" name="Google Shape;797;p29"/>
          <p:cNvGrpSpPr/>
          <p:nvPr/>
        </p:nvGrpSpPr>
        <p:grpSpPr>
          <a:xfrm>
            <a:off x="-774362" y="-408165"/>
            <a:ext cx="10249268" cy="5647538"/>
            <a:chOff x="-774362" y="-408165"/>
            <a:chExt cx="10249268" cy="5647538"/>
          </a:xfrm>
        </p:grpSpPr>
        <p:grpSp>
          <p:nvGrpSpPr>
            <p:cNvPr id="798" name="Google Shape;798;p29"/>
            <p:cNvGrpSpPr/>
            <p:nvPr/>
          </p:nvGrpSpPr>
          <p:grpSpPr>
            <a:xfrm>
              <a:off x="-774362" y="-408165"/>
              <a:ext cx="10249268" cy="5647538"/>
              <a:chOff x="-774362" y="-408165"/>
              <a:chExt cx="10249268" cy="5647538"/>
            </a:xfrm>
          </p:grpSpPr>
          <p:grpSp>
            <p:nvGrpSpPr>
              <p:cNvPr id="799" name="Google Shape;799;p29"/>
              <p:cNvGrpSpPr/>
              <p:nvPr/>
            </p:nvGrpSpPr>
            <p:grpSpPr>
              <a:xfrm rot="552246">
                <a:off x="-659699" y="-293502"/>
                <a:ext cx="1559233" cy="1559233"/>
                <a:chOff x="1018666" y="3335654"/>
                <a:chExt cx="564642" cy="564642"/>
              </a:xfrm>
            </p:grpSpPr>
            <p:sp>
              <p:nvSpPr>
                <p:cNvPr id="800" name="Google Shape;800;p29"/>
                <p:cNvSpPr/>
                <p:nvPr/>
              </p:nvSpPr>
              <p:spPr>
                <a:xfrm>
                  <a:off x="1018666" y="3335654"/>
                  <a:ext cx="564642" cy="5646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4642" h="564642" extrusionOk="0">
                      <a:moveTo>
                        <a:pt x="564642" y="282321"/>
                      </a:moveTo>
                      <a:cubicBezTo>
                        <a:pt x="564642" y="438243"/>
                        <a:pt x="438243" y="564642"/>
                        <a:pt x="282321" y="564642"/>
                      </a:cubicBezTo>
                      <a:cubicBezTo>
                        <a:pt x="126399" y="564642"/>
                        <a:pt x="0" y="438243"/>
                        <a:pt x="0" y="282321"/>
                      </a:cubicBezTo>
                      <a:cubicBezTo>
                        <a:pt x="0" y="126400"/>
                        <a:pt x="126399" y="0"/>
                        <a:pt x="282321" y="0"/>
                      </a:cubicBezTo>
                      <a:cubicBezTo>
                        <a:pt x="438243" y="0"/>
                        <a:pt x="564642" y="126399"/>
                        <a:pt x="564642" y="28232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01" name="Google Shape;801;p29"/>
                <p:cNvGrpSpPr/>
                <p:nvPr/>
              </p:nvGrpSpPr>
              <p:grpSpPr>
                <a:xfrm>
                  <a:off x="1018954" y="3336099"/>
                  <a:ext cx="555718" cy="499427"/>
                  <a:chOff x="1018954" y="3336099"/>
                  <a:chExt cx="555718" cy="499427"/>
                </a:xfrm>
              </p:grpSpPr>
              <p:sp>
                <p:nvSpPr>
                  <p:cNvPr id="802" name="Google Shape;802;p29"/>
                  <p:cNvSpPr/>
                  <p:nvPr/>
                </p:nvSpPr>
                <p:spPr>
                  <a:xfrm>
                    <a:off x="1238377" y="3336099"/>
                    <a:ext cx="51815" cy="328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815" h="32847" extrusionOk="0">
                        <a:moveTo>
                          <a:pt x="8128" y="17653"/>
                        </a:moveTo>
                        <a:cubicBezTo>
                          <a:pt x="10541" y="22035"/>
                          <a:pt x="12446" y="26734"/>
                          <a:pt x="15430" y="30734"/>
                        </a:cubicBezTo>
                        <a:cubicBezTo>
                          <a:pt x="16002" y="31433"/>
                          <a:pt x="16574" y="32131"/>
                          <a:pt x="17399" y="32512"/>
                        </a:cubicBezTo>
                        <a:cubicBezTo>
                          <a:pt x="18351" y="32957"/>
                          <a:pt x="19494" y="32893"/>
                          <a:pt x="20510" y="32703"/>
                        </a:cubicBezTo>
                        <a:cubicBezTo>
                          <a:pt x="28194" y="31560"/>
                          <a:pt x="34925" y="26734"/>
                          <a:pt x="39878" y="20765"/>
                        </a:cubicBezTo>
                        <a:cubicBezTo>
                          <a:pt x="44894" y="14859"/>
                          <a:pt x="48387" y="7810"/>
                          <a:pt x="51816" y="889"/>
                        </a:cubicBezTo>
                        <a:cubicBezTo>
                          <a:pt x="49784" y="572"/>
                          <a:pt x="47815" y="317"/>
                          <a:pt x="45783" y="0"/>
                        </a:cubicBezTo>
                        <a:cubicBezTo>
                          <a:pt x="30416" y="889"/>
                          <a:pt x="15113" y="3048"/>
                          <a:pt x="0" y="6477"/>
                        </a:cubicBezTo>
                        <a:cubicBezTo>
                          <a:pt x="3175" y="9970"/>
                          <a:pt x="5905" y="13653"/>
                          <a:pt x="8128" y="17653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3" name="Google Shape;803;p29"/>
                  <p:cNvSpPr/>
                  <p:nvPr/>
                </p:nvSpPr>
                <p:spPr>
                  <a:xfrm>
                    <a:off x="1325635" y="3360737"/>
                    <a:ext cx="249037" cy="1934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037" h="193496" extrusionOk="0">
                        <a:moveTo>
                          <a:pt x="135754" y="24828"/>
                        </a:moveTo>
                        <a:cubicBezTo>
                          <a:pt x="130166" y="26734"/>
                          <a:pt x="124832" y="29528"/>
                          <a:pt x="120133" y="33084"/>
                        </a:cubicBezTo>
                        <a:cubicBezTo>
                          <a:pt x="118482" y="34353"/>
                          <a:pt x="116640" y="35751"/>
                          <a:pt x="114545" y="35560"/>
                        </a:cubicBezTo>
                        <a:cubicBezTo>
                          <a:pt x="112005" y="35242"/>
                          <a:pt x="110481" y="32639"/>
                          <a:pt x="108322" y="31178"/>
                        </a:cubicBezTo>
                        <a:cubicBezTo>
                          <a:pt x="103686" y="28067"/>
                          <a:pt x="95812" y="30226"/>
                          <a:pt x="93272" y="25273"/>
                        </a:cubicBezTo>
                        <a:cubicBezTo>
                          <a:pt x="91939" y="22670"/>
                          <a:pt x="93082" y="19495"/>
                          <a:pt x="94288" y="16828"/>
                        </a:cubicBezTo>
                        <a:cubicBezTo>
                          <a:pt x="96257" y="12573"/>
                          <a:pt x="98479" y="8382"/>
                          <a:pt x="100892" y="4382"/>
                        </a:cubicBezTo>
                        <a:cubicBezTo>
                          <a:pt x="97781" y="2858"/>
                          <a:pt x="94669" y="1460"/>
                          <a:pt x="91558" y="0"/>
                        </a:cubicBezTo>
                        <a:cubicBezTo>
                          <a:pt x="89589" y="3683"/>
                          <a:pt x="87684" y="7429"/>
                          <a:pt x="85970" y="11240"/>
                        </a:cubicBezTo>
                        <a:cubicBezTo>
                          <a:pt x="83176" y="17463"/>
                          <a:pt x="80636" y="24003"/>
                          <a:pt x="75746" y="28766"/>
                        </a:cubicBezTo>
                        <a:cubicBezTo>
                          <a:pt x="72317" y="32131"/>
                          <a:pt x="67872" y="34353"/>
                          <a:pt x="64380" y="37655"/>
                        </a:cubicBezTo>
                        <a:cubicBezTo>
                          <a:pt x="60887" y="40958"/>
                          <a:pt x="58284" y="46038"/>
                          <a:pt x="60062" y="50546"/>
                        </a:cubicBezTo>
                        <a:cubicBezTo>
                          <a:pt x="60760" y="52388"/>
                          <a:pt x="62094" y="53911"/>
                          <a:pt x="63173" y="55563"/>
                        </a:cubicBezTo>
                        <a:cubicBezTo>
                          <a:pt x="64189" y="57277"/>
                          <a:pt x="64888" y="59372"/>
                          <a:pt x="64126" y="61151"/>
                        </a:cubicBezTo>
                        <a:cubicBezTo>
                          <a:pt x="63364" y="62992"/>
                          <a:pt x="58220" y="65341"/>
                          <a:pt x="57585" y="63500"/>
                        </a:cubicBezTo>
                        <a:cubicBezTo>
                          <a:pt x="56188" y="59436"/>
                          <a:pt x="51045" y="57912"/>
                          <a:pt x="46790" y="58547"/>
                        </a:cubicBezTo>
                        <a:cubicBezTo>
                          <a:pt x="42536" y="59182"/>
                          <a:pt x="38599" y="61278"/>
                          <a:pt x="34344" y="61976"/>
                        </a:cubicBezTo>
                        <a:cubicBezTo>
                          <a:pt x="30090" y="62674"/>
                          <a:pt x="24882" y="61278"/>
                          <a:pt x="23422" y="57214"/>
                        </a:cubicBezTo>
                        <a:cubicBezTo>
                          <a:pt x="20565" y="68072"/>
                          <a:pt x="15866" y="78422"/>
                          <a:pt x="9452" y="87566"/>
                        </a:cubicBezTo>
                        <a:cubicBezTo>
                          <a:pt x="4880" y="94171"/>
                          <a:pt x="-898" y="101219"/>
                          <a:pt x="118" y="109220"/>
                        </a:cubicBezTo>
                        <a:cubicBezTo>
                          <a:pt x="943" y="115634"/>
                          <a:pt x="6087" y="121031"/>
                          <a:pt x="6277" y="127508"/>
                        </a:cubicBezTo>
                        <a:cubicBezTo>
                          <a:pt x="6468" y="133541"/>
                          <a:pt x="2340" y="139383"/>
                          <a:pt x="3610" y="145288"/>
                        </a:cubicBezTo>
                        <a:cubicBezTo>
                          <a:pt x="4372" y="148844"/>
                          <a:pt x="7039" y="151828"/>
                          <a:pt x="7293" y="155448"/>
                        </a:cubicBezTo>
                        <a:cubicBezTo>
                          <a:pt x="7357" y="156845"/>
                          <a:pt x="7103" y="158242"/>
                          <a:pt x="7547" y="159512"/>
                        </a:cubicBezTo>
                        <a:cubicBezTo>
                          <a:pt x="7865" y="160401"/>
                          <a:pt x="8436" y="161099"/>
                          <a:pt x="9071" y="161798"/>
                        </a:cubicBezTo>
                        <a:cubicBezTo>
                          <a:pt x="20057" y="173672"/>
                          <a:pt x="42091" y="171767"/>
                          <a:pt x="50791" y="185484"/>
                        </a:cubicBezTo>
                        <a:cubicBezTo>
                          <a:pt x="58284" y="182943"/>
                          <a:pt x="66602" y="179641"/>
                          <a:pt x="69587" y="172339"/>
                        </a:cubicBezTo>
                        <a:cubicBezTo>
                          <a:pt x="70158" y="170878"/>
                          <a:pt x="70539" y="169228"/>
                          <a:pt x="71746" y="168148"/>
                        </a:cubicBezTo>
                        <a:cubicBezTo>
                          <a:pt x="74032" y="166116"/>
                          <a:pt x="77715" y="167322"/>
                          <a:pt x="80509" y="166116"/>
                        </a:cubicBezTo>
                        <a:cubicBezTo>
                          <a:pt x="86668" y="163449"/>
                          <a:pt x="83874" y="151955"/>
                          <a:pt x="90097" y="149416"/>
                        </a:cubicBezTo>
                        <a:cubicBezTo>
                          <a:pt x="91177" y="148971"/>
                          <a:pt x="92383" y="148908"/>
                          <a:pt x="93463" y="148463"/>
                        </a:cubicBezTo>
                        <a:cubicBezTo>
                          <a:pt x="96066" y="147447"/>
                          <a:pt x="97527" y="144653"/>
                          <a:pt x="99114" y="142367"/>
                        </a:cubicBezTo>
                        <a:cubicBezTo>
                          <a:pt x="101337" y="139128"/>
                          <a:pt x="104194" y="136144"/>
                          <a:pt x="107623" y="134239"/>
                        </a:cubicBezTo>
                        <a:cubicBezTo>
                          <a:pt x="107941" y="132969"/>
                          <a:pt x="108195" y="131635"/>
                          <a:pt x="108512" y="130366"/>
                        </a:cubicBezTo>
                        <a:cubicBezTo>
                          <a:pt x="111306" y="128334"/>
                          <a:pt x="115624" y="128905"/>
                          <a:pt x="117720" y="131572"/>
                        </a:cubicBezTo>
                        <a:cubicBezTo>
                          <a:pt x="119434" y="133667"/>
                          <a:pt x="120069" y="137033"/>
                          <a:pt x="122609" y="137922"/>
                        </a:cubicBezTo>
                        <a:cubicBezTo>
                          <a:pt x="123943" y="138366"/>
                          <a:pt x="125403" y="138049"/>
                          <a:pt x="126864" y="137795"/>
                        </a:cubicBezTo>
                        <a:cubicBezTo>
                          <a:pt x="135500" y="136271"/>
                          <a:pt x="144834" y="140462"/>
                          <a:pt x="149470" y="147828"/>
                        </a:cubicBezTo>
                        <a:cubicBezTo>
                          <a:pt x="150359" y="149225"/>
                          <a:pt x="151121" y="150813"/>
                          <a:pt x="152518" y="151828"/>
                        </a:cubicBezTo>
                        <a:cubicBezTo>
                          <a:pt x="153915" y="152908"/>
                          <a:pt x="155756" y="153162"/>
                          <a:pt x="157471" y="153607"/>
                        </a:cubicBezTo>
                        <a:cubicBezTo>
                          <a:pt x="162995" y="155003"/>
                          <a:pt x="168012" y="158242"/>
                          <a:pt x="171568" y="162687"/>
                        </a:cubicBezTo>
                        <a:cubicBezTo>
                          <a:pt x="174743" y="166624"/>
                          <a:pt x="176775" y="171514"/>
                          <a:pt x="180648" y="174816"/>
                        </a:cubicBezTo>
                        <a:cubicBezTo>
                          <a:pt x="187316" y="180530"/>
                          <a:pt x="197285" y="179832"/>
                          <a:pt x="205477" y="183007"/>
                        </a:cubicBezTo>
                        <a:cubicBezTo>
                          <a:pt x="210430" y="184912"/>
                          <a:pt x="214684" y="188151"/>
                          <a:pt x="219383" y="190564"/>
                        </a:cubicBezTo>
                        <a:cubicBezTo>
                          <a:pt x="224082" y="192977"/>
                          <a:pt x="229670" y="194501"/>
                          <a:pt x="234623" y="192722"/>
                        </a:cubicBezTo>
                        <a:cubicBezTo>
                          <a:pt x="237100" y="191834"/>
                          <a:pt x="239259" y="190119"/>
                          <a:pt x="241735" y="189230"/>
                        </a:cubicBezTo>
                        <a:cubicBezTo>
                          <a:pt x="244085" y="188404"/>
                          <a:pt x="246625" y="188341"/>
                          <a:pt x="249038" y="187833"/>
                        </a:cubicBezTo>
                        <a:cubicBezTo>
                          <a:pt x="237481" y="142240"/>
                          <a:pt x="214430" y="98933"/>
                          <a:pt x="179632" y="62484"/>
                        </a:cubicBezTo>
                        <a:cubicBezTo>
                          <a:pt x="166043" y="48070"/>
                          <a:pt x="151311" y="35560"/>
                          <a:pt x="135754" y="24828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4" name="Google Shape;804;p29"/>
                  <p:cNvSpPr/>
                  <p:nvPr/>
                </p:nvSpPr>
                <p:spPr>
                  <a:xfrm>
                    <a:off x="1018954" y="3497897"/>
                    <a:ext cx="441863" cy="3376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1863" h="337629" extrusionOk="0">
                        <a:moveTo>
                          <a:pt x="395254" y="220790"/>
                        </a:moveTo>
                        <a:cubicBezTo>
                          <a:pt x="394238" y="219202"/>
                          <a:pt x="392587" y="218123"/>
                          <a:pt x="391127" y="216980"/>
                        </a:cubicBezTo>
                        <a:cubicBezTo>
                          <a:pt x="385221" y="212217"/>
                          <a:pt x="381792" y="204534"/>
                          <a:pt x="382237" y="196977"/>
                        </a:cubicBezTo>
                        <a:cubicBezTo>
                          <a:pt x="382745" y="188214"/>
                          <a:pt x="388079" y="179388"/>
                          <a:pt x="385285" y="171069"/>
                        </a:cubicBezTo>
                        <a:cubicBezTo>
                          <a:pt x="381284" y="159068"/>
                          <a:pt x="362488" y="154178"/>
                          <a:pt x="363314" y="141542"/>
                        </a:cubicBezTo>
                        <a:cubicBezTo>
                          <a:pt x="363441" y="139573"/>
                          <a:pt x="364076" y="137668"/>
                          <a:pt x="363822" y="135763"/>
                        </a:cubicBezTo>
                        <a:cubicBezTo>
                          <a:pt x="363187" y="130810"/>
                          <a:pt x="356837" y="128524"/>
                          <a:pt x="351947" y="129731"/>
                        </a:cubicBezTo>
                        <a:cubicBezTo>
                          <a:pt x="347058" y="130937"/>
                          <a:pt x="343121" y="134366"/>
                          <a:pt x="338612" y="136652"/>
                        </a:cubicBezTo>
                        <a:cubicBezTo>
                          <a:pt x="335437" y="138240"/>
                          <a:pt x="331818" y="139446"/>
                          <a:pt x="329786" y="142367"/>
                        </a:cubicBezTo>
                        <a:cubicBezTo>
                          <a:pt x="328579" y="144018"/>
                          <a:pt x="328071" y="146177"/>
                          <a:pt x="326738" y="147701"/>
                        </a:cubicBezTo>
                        <a:cubicBezTo>
                          <a:pt x="322737" y="152527"/>
                          <a:pt x="314482" y="149797"/>
                          <a:pt x="309148" y="153035"/>
                        </a:cubicBezTo>
                        <a:cubicBezTo>
                          <a:pt x="306799" y="154432"/>
                          <a:pt x="304957" y="156972"/>
                          <a:pt x="302227" y="157163"/>
                        </a:cubicBezTo>
                        <a:cubicBezTo>
                          <a:pt x="299115" y="157353"/>
                          <a:pt x="296766" y="154432"/>
                          <a:pt x="293845" y="153480"/>
                        </a:cubicBezTo>
                        <a:cubicBezTo>
                          <a:pt x="284066" y="150432"/>
                          <a:pt x="278668" y="167831"/>
                          <a:pt x="268508" y="166370"/>
                        </a:cubicBezTo>
                        <a:cubicBezTo>
                          <a:pt x="264127" y="165735"/>
                          <a:pt x="259682" y="165100"/>
                          <a:pt x="255300" y="165672"/>
                        </a:cubicBezTo>
                        <a:cubicBezTo>
                          <a:pt x="250919" y="166243"/>
                          <a:pt x="246537" y="168148"/>
                          <a:pt x="243934" y="171768"/>
                        </a:cubicBezTo>
                        <a:cubicBezTo>
                          <a:pt x="242854" y="173228"/>
                          <a:pt x="242092" y="174943"/>
                          <a:pt x="241203" y="176593"/>
                        </a:cubicBezTo>
                        <a:cubicBezTo>
                          <a:pt x="238219" y="181737"/>
                          <a:pt x="233012" y="185484"/>
                          <a:pt x="227233" y="186754"/>
                        </a:cubicBezTo>
                        <a:cubicBezTo>
                          <a:pt x="226027" y="187008"/>
                          <a:pt x="224757" y="187198"/>
                          <a:pt x="223741" y="187897"/>
                        </a:cubicBezTo>
                        <a:cubicBezTo>
                          <a:pt x="222534" y="188722"/>
                          <a:pt x="221836" y="190056"/>
                          <a:pt x="221391" y="191453"/>
                        </a:cubicBezTo>
                        <a:cubicBezTo>
                          <a:pt x="219169" y="197612"/>
                          <a:pt x="220502" y="205423"/>
                          <a:pt x="223741" y="211074"/>
                        </a:cubicBezTo>
                        <a:cubicBezTo>
                          <a:pt x="218915" y="210630"/>
                          <a:pt x="213962" y="212344"/>
                          <a:pt x="210469" y="215710"/>
                        </a:cubicBezTo>
                        <a:cubicBezTo>
                          <a:pt x="208501" y="217551"/>
                          <a:pt x="206977" y="219964"/>
                          <a:pt x="204564" y="221171"/>
                        </a:cubicBezTo>
                        <a:cubicBezTo>
                          <a:pt x="200055" y="223393"/>
                          <a:pt x="194785" y="220599"/>
                          <a:pt x="190530" y="217868"/>
                        </a:cubicBezTo>
                        <a:cubicBezTo>
                          <a:pt x="189197" y="217043"/>
                          <a:pt x="187609" y="216154"/>
                          <a:pt x="186149" y="216662"/>
                        </a:cubicBezTo>
                        <a:cubicBezTo>
                          <a:pt x="185006" y="217043"/>
                          <a:pt x="184307" y="218123"/>
                          <a:pt x="183609" y="219075"/>
                        </a:cubicBezTo>
                        <a:cubicBezTo>
                          <a:pt x="181640" y="221806"/>
                          <a:pt x="178338" y="224409"/>
                          <a:pt x="175227" y="223139"/>
                        </a:cubicBezTo>
                        <a:cubicBezTo>
                          <a:pt x="170655" y="221298"/>
                          <a:pt x="172179" y="214186"/>
                          <a:pt x="169448" y="210058"/>
                        </a:cubicBezTo>
                        <a:cubicBezTo>
                          <a:pt x="167035" y="212408"/>
                          <a:pt x="164559" y="215011"/>
                          <a:pt x="163860" y="218249"/>
                        </a:cubicBezTo>
                        <a:cubicBezTo>
                          <a:pt x="163416" y="220218"/>
                          <a:pt x="163670" y="222187"/>
                          <a:pt x="163606" y="224155"/>
                        </a:cubicBezTo>
                        <a:cubicBezTo>
                          <a:pt x="163352" y="232728"/>
                          <a:pt x="154907" y="240983"/>
                          <a:pt x="146588" y="238697"/>
                        </a:cubicBezTo>
                        <a:cubicBezTo>
                          <a:pt x="141127" y="237173"/>
                          <a:pt x="137571" y="232029"/>
                          <a:pt x="134206" y="227521"/>
                        </a:cubicBezTo>
                        <a:cubicBezTo>
                          <a:pt x="131094" y="223330"/>
                          <a:pt x="127665" y="219139"/>
                          <a:pt x="126586" y="213995"/>
                        </a:cubicBezTo>
                        <a:cubicBezTo>
                          <a:pt x="125570" y="208915"/>
                          <a:pt x="127602" y="202311"/>
                          <a:pt x="132682" y="201168"/>
                        </a:cubicBezTo>
                        <a:cubicBezTo>
                          <a:pt x="134650" y="198057"/>
                          <a:pt x="137635" y="195580"/>
                          <a:pt x="141064" y="194247"/>
                        </a:cubicBezTo>
                        <a:cubicBezTo>
                          <a:pt x="137889" y="191326"/>
                          <a:pt x="138905" y="185674"/>
                          <a:pt x="142143" y="182880"/>
                        </a:cubicBezTo>
                        <a:cubicBezTo>
                          <a:pt x="145445" y="180086"/>
                          <a:pt x="150144" y="179642"/>
                          <a:pt x="154399" y="180213"/>
                        </a:cubicBezTo>
                        <a:cubicBezTo>
                          <a:pt x="159225" y="180848"/>
                          <a:pt x="163924" y="182626"/>
                          <a:pt x="167988" y="185420"/>
                        </a:cubicBezTo>
                        <a:cubicBezTo>
                          <a:pt x="169766" y="186627"/>
                          <a:pt x="172369" y="187897"/>
                          <a:pt x="173703" y="186246"/>
                        </a:cubicBezTo>
                        <a:cubicBezTo>
                          <a:pt x="174655" y="184976"/>
                          <a:pt x="173830" y="183134"/>
                          <a:pt x="172941" y="181864"/>
                        </a:cubicBezTo>
                        <a:cubicBezTo>
                          <a:pt x="170147" y="177927"/>
                          <a:pt x="166337" y="174752"/>
                          <a:pt x="162019" y="172593"/>
                        </a:cubicBezTo>
                        <a:cubicBezTo>
                          <a:pt x="159225" y="171196"/>
                          <a:pt x="156177" y="170180"/>
                          <a:pt x="154018" y="167894"/>
                        </a:cubicBezTo>
                        <a:cubicBezTo>
                          <a:pt x="148176" y="161608"/>
                          <a:pt x="153256" y="151257"/>
                          <a:pt x="151224" y="142939"/>
                        </a:cubicBezTo>
                        <a:cubicBezTo>
                          <a:pt x="150208" y="138938"/>
                          <a:pt x="147604" y="135509"/>
                          <a:pt x="145572" y="131953"/>
                        </a:cubicBezTo>
                        <a:cubicBezTo>
                          <a:pt x="143540" y="128334"/>
                          <a:pt x="142016" y="123952"/>
                          <a:pt x="143540" y="120142"/>
                        </a:cubicBezTo>
                        <a:cubicBezTo>
                          <a:pt x="144493" y="117793"/>
                          <a:pt x="146398" y="115951"/>
                          <a:pt x="147795" y="113856"/>
                        </a:cubicBezTo>
                        <a:cubicBezTo>
                          <a:pt x="149192" y="111760"/>
                          <a:pt x="150017" y="108839"/>
                          <a:pt x="148557" y="106743"/>
                        </a:cubicBezTo>
                        <a:cubicBezTo>
                          <a:pt x="147668" y="105474"/>
                          <a:pt x="146144" y="104775"/>
                          <a:pt x="144937" y="103759"/>
                        </a:cubicBezTo>
                        <a:cubicBezTo>
                          <a:pt x="142334" y="101473"/>
                          <a:pt x="141889" y="97409"/>
                          <a:pt x="143223" y="94234"/>
                        </a:cubicBezTo>
                        <a:cubicBezTo>
                          <a:pt x="144556" y="91059"/>
                          <a:pt x="147350" y="88710"/>
                          <a:pt x="150462" y="87186"/>
                        </a:cubicBezTo>
                        <a:cubicBezTo>
                          <a:pt x="152176" y="86297"/>
                          <a:pt x="154272" y="85408"/>
                          <a:pt x="154716" y="83503"/>
                        </a:cubicBezTo>
                        <a:cubicBezTo>
                          <a:pt x="154907" y="82550"/>
                          <a:pt x="154653" y="81534"/>
                          <a:pt x="154462" y="80582"/>
                        </a:cubicBezTo>
                        <a:cubicBezTo>
                          <a:pt x="153510" y="75946"/>
                          <a:pt x="154526" y="71311"/>
                          <a:pt x="157066" y="67374"/>
                        </a:cubicBezTo>
                        <a:cubicBezTo>
                          <a:pt x="152430" y="66802"/>
                          <a:pt x="148938" y="72517"/>
                          <a:pt x="144302" y="72327"/>
                        </a:cubicBezTo>
                        <a:cubicBezTo>
                          <a:pt x="141572" y="72199"/>
                          <a:pt x="139413" y="70041"/>
                          <a:pt x="137508" y="68072"/>
                        </a:cubicBezTo>
                        <a:cubicBezTo>
                          <a:pt x="136555" y="72390"/>
                          <a:pt x="133761" y="76264"/>
                          <a:pt x="130015" y="78613"/>
                        </a:cubicBezTo>
                        <a:cubicBezTo>
                          <a:pt x="125443" y="71818"/>
                          <a:pt x="127729" y="61405"/>
                          <a:pt x="134714" y="57150"/>
                        </a:cubicBezTo>
                        <a:cubicBezTo>
                          <a:pt x="135857" y="56452"/>
                          <a:pt x="137127" y="55880"/>
                          <a:pt x="137889" y="54801"/>
                        </a:cubicBezTo>
                        <a:cubicBezTo>
                          <a:pt x="139984" y="51880"/>
                          <a:pt x="137190" y="47562"/>
                          <a:pt x="138524" y="44260"/>
                        </a:cubicBezTo>
                        <a:cubicBezTo>
                          <a:pt x="139984" y="40449"/>
                          <a:pt x="145953" y="40577"/>
                          <a:pt x="148747" y="43498"/>
                        </a:cubicBezTo>
                        <a:cubicBezTo>
                          <a:pt x="151541" y="46482"/>
                          <a:pt x="152049" y="50864"/>
                          <a:pt x="152367" y="54928"/>
                        </a:cubicBezTo>
                        <a:cubicBezTo>
                          <a:pt x="156431" y="51499"/>
                          <a:pt x="161638" y="49467"/>
                          <a:pt x="166908" y="49213"/>
                        </a:cubicBezTo>
                        <a:cubicBezTo>
                          <a:pt x="164051" y="44641"/>
                          <a:pt x="159161" y="41783"/>
                          <a:pt x="154462" y="39116"/>
                        </a:cubicBezTo>
                        <a:cubicBezTo>
                          <a:pt x="153192" y="38418"/>
                          <a:pt x="151986" y="37719"/>
                          <a:pt x="150716" y="37021"/>
                        </a:cubicBezTo>
                        <a:cubicBezTo>
                          <a:pt x="148303" y="35687"/>
                          <a:pt x="145953" y="34290"/>
                          <a:pt x="143477" y="33084"/>
                        </a:cubicBezTo>
                        <a:cubicBezTo>
                          <a:pt x="138143" y="30417"/>
                          <a:pt x="132301" y="28194"/>
                          <a:pt x="126332" y="28893"/>
                        </a:cubicBezTo>
                        <a:cubicBezTo>
                          <a:pt x="123855" y="29147"/>
                          <a:pt x="121442" y="29909"/>
                          <a:pt x="118966" y="29845"/>
                        </a:cubicBezTo>
                        <a:cubicBezTo>
                          <a:pt x="116489" y="29782"/>
                          <a:pt x="113822" y="28639"/>
                          <a:pt x="112933" y="26353"/>
                        </a:cubicBezTo>
                        <a:cubicBezTo>
                          <a:pt x="112425" y="25083"/>
                          <a:pt x="112489" y="23559"/>
                          <a:pt x="111473" y="22670"/>
                        </a:cubicBezTo>
                        <a:cubicBezTo>
                          <a:pt x="110838" y="22162"/>
                          <a:pt x="110012" y="22035"/>
                          <a:pt x="109187" y="21971"/>
                        </a:cubicBezTo>
                        <a:cubicBezTo>
                          <a:pt x="104805" y="21717"/>
                          <a:pt x="100360" y="22543"/>
                          <a:pt x="96360" y="24384"/>
                        </a:cubicBezTo>
                        <a:cubicBezTo>
                          <a:pt x="99471" y="25464"/>
                          <a:pt x="102202" y="28321"/>
                          <a:pt x="102265" y="31623"/>
                        </a:cubicBezTo>
                        <a:cubicBezTo>
                          <a:pt x="102329" y="34925"/>
                          <a:pt x="99090" y="38164"/>
                          <a:pt x="95915" y="37402"/>
                        </a:cubicBezTo>
                        <a:cubicBezTo>
                          <a:pt x="90645" y="36132"/>
                          <a:pt x="90454" y="27178"/>
                          <a:pt x="85184" y="26035"/>
                        </a:cubicBezTo>
                        <a:cubicBezTo>
                          <a:pt x="82771" y="25527"/>
                          <a:pt x="80485" y="26924"/>
                          <a:pt x="78389" y="28258"/>
                        </a:cubicBezTo>
                        <a:cubicBezTo>
                          <a:pt x="75532" y="30163"/>
                          <a:pt x="72738" y="32004"/>
                          <a:pt x="69880" y="33909"/>
                        </a:cubicBezTo>
                        <a:cubicBezTo>
                          <a:pt x="66896" y="35878"/>
                          <a:pt x="63594" y="38608"/>
                          <a:pt x="64038" y="42164"/>
                        </a:cubicBezTo>
                        <a:cubicBezTo>
                          <a:pt x="64546" y="45847"/>
                          <a:pt x="68864" y="47625"/>
                          <a:pt x="72547" y="48133"/>
                        </a:cubicBezTo>
                        <a:cubicBezTo>
                          <a:pt x="76230" y="48705"/>
                          <a:pt x="80485" y="49022"/>
                          <a:pt x="82707" y="52007"/>
                        </a:cubicBezTo>
                        <a:cubicBezTo>
                          <a:pt x="85501" y="55880"/>
                          <a:pt x="83088" y="61151"/>
                          <a:pt x="82453" y="65849"/>
                        </a:cubicBezTo>
                        <a:cubicBezTo>
                          <a:pt x="81882" y="69850"/>
                          <a:pt x="82707" y="73978"/>
                          <a:pt x="84739" y="77470"/>
                        </a:cubicBezTo>
                        <a:cubicBezTo>
                          <a:pt x="85247" y="78296"/>
                          <a:pt x="85819" y="79185"/>
                          <a:pt x="85819" y="80137"/>
                        </a:cubicBezTo>
                        <a:cubicBezTo>
                          <a:pt x="85819" y="81661"/>
                          <a:pt x="84485" y="82741"/>
                          <a:pt x="83279" y="83630"/>
                        </a:cubicBezTo>
                        <a:cubicBezTo>
                          <a:pt x="79723" y="86233"/>
                          <a:pt x="76230" y="88900"/>
                          <a:pt x="72674" y="91504"/>
                        </a:cubicBezTo>
                        <a:cubicBezTo>
                          <a:pt x="69626" y="93790"/>
                          <a:pt x="66261" y="96139"/>
                          <a:pt x="62451" y="96330"/>
                        </a:cubicBezTo>
                        <a:cubicBezTo>
                          <a:pt x="58323" y="96520"/>
                          <a:pt x="54386" y="94107"/>
                          <a:pt x="50259" y="94488"/>
                        </a:cubicBezTo>
                        <a:cubicBezTo>
                          <a:pt x="48290" y="94615"/>
                          <a:pt x="46322" y="95441"/>
                          <a:pt x="44417" y="95123"/>
                        </a:cubicBezTo>
                        <a:cubicBezTo>
                          <a:pt x="40416" y="94552"/>
                          <a:pt x="38511" y="90043"/>
                          <a:pt x="37432" y="86170"/>
                        </a:cubicBezTo>
                        <a:cubicBezTo>
                          <a:pt x="34574" y="75946"/>
                          <a:pt x="32987" y="65342"/>
                          <a:pt x="32606" y="54737"/>
                        </a:cubicBezTo>
                        <a:cubicBezTo>
                          <a:pt x="32415" y="50038"/>
                          <a:pt x="35273" y="44768"/>
                          <a:pt x="38448" y="41339"/>
                        </a:cubicBezTo>
                        <a:cubicBezTo>
                          <a:pt x="40924" y="41021"/>
                          <a:pt x="47528" y="40196"/>
                          <a:pt x="47528" y="40196"/>
                        </a:cubicBezTo>
                        <a:cubicBezTo>
                          <a:pt x="47528" y="40196"/>
                          <a:pt x="51592" y="35624"/>
                          <a:pt x="48798" y="33465"/>
                        </a:cubicBezTo>
                        <a:cubicBezTo>
                          <a:pt x="46068" y="31306"/>
                          <a:pt x="41369" y="35052"/>
                          <a:pt x="34257" y="26099"/>
                        </a:cubicBezTo>
                        <a:cubicBezTo>
                          <a:pt x="27081" y="17145"/>
                          <a:pt x="34447" y="19114"/>
                          <a:pt x="35654" y="12446"/>
                        </a:cubicBezTo>
                        <a:cubicBezTo>
                          <a:pt x="36860" y="5842"/>
                          <a:pt x="33050" y="2540"/>
                          <a:pt x="29304" y="0"/>
                        </a:cubicBezTo>
                        <a:cubicBezTo>
                          <a:pt x="28288" y="445"/>
                          <a:pt x="27272" y="762"/>
                          <a:pt x="26256" y="1080"/>
                        </a:cubicBezTo>
                        <a:cubicBezTo>
                          <a:pt x="-9241" y="77470"/>
                          <a:pt x="-8860" y="166688"/>
                          <a:pt x="28097" y="243015"/>
                        </a:cubicBezTo>
                        <a:cubicBezTo>
                          <a:pt x="33876" y="244666"/>
                          <a:pt x="39146" y="247206"/>
                          <a:pt x="43083" y="251651"/>
                        </a:cubicBezTo>
                        <a:cubicBezTo>
                          <a:pt x="43972" y="252667"/>
                          <a:pt x="44861" y="253873"/>
                          <a:pt x="46131" y="254381"/>
                        </a:cubicBezTo>
                        <a:cubicBezTo>
                          <a:pt x="47020" y="254762"/>
                          <a:pt x="48036" y="254699"/>
                          <a:pt x="48989" y="254635"/>
                        </a:cubicBezTo>
                        <a:cubicBezTo>
                          <a:pt x="57053" y="254127"/>
                          <a:pt x="65245" y="252032"/>
                          <a:pt x="72992" y="254127"/>
                        </a:cubicBezTo>
                        <a:cubicBezTo>
                          <a:pt x="79342" y="255842"/>
                          <a:pt x="84612" y="260223"/>
                          <a:pt x="90518" y="263081"/>
                        </a:cubicBezTo>
                        <a:cubicBezTo>
                          <a:pt x="96423" y="265938"/>
                          <a:pt x="104170" y="267018"/>
                          <a:pt x="109060" y="262636"/>
                        </a:cubicBezTo>
                        <a:cubicBezTo>
                          <a:pt x="104170" y="260287"/>
                          <a:pt x="98646" y="259715"/>
                          <a:pt x="93375" y="258318"/>
                        </a:cubicBezTo>
                        <a:cubicBezTo>
                          <a:pt x="88105" y="256921"/>
                          <a:pt x="82707" y="254381"/>
                          <a:pt x="80104" y="249618"/>
                        </a:cubicBezTo>
                        <a:cubicBezTo>
                          <a:pt x="79596" y="248730"/>
                          <a:pt x="79215" y="247650"/>
                          <a:pt x="79532" y="246698"/>
                        </a:cubicBezTo>
                        <a:cubicBezTo>
                          <a:pt x="79786" y="245936"/>
                          <a:pt x="80421" y="245364"/>
                          <a:pt x="81056" y="244920"/>
                        </a:cubicBezTo>
                        <a:cubicBezTo>
                          <a:pt x="84231" y="242951"/>
                          <a:pt x="88359" y="243713"/>
                          <a:pt x="91851" y="245110"/>
                        </a:cubicBezTo>
                        <a:cubicBezTo>
                          <a:pt x="95344" y="246507"/>
                          <a:pt x="98646" y="248476"/>
                          <a:pt x="102392" y="248857"/>
                        </a:cubicBezTo>
                        <a:cubicBezTo>
                          <a:pt x="105123" y="249111"/>
                          <a:pt x="107980" y="248476"/>
                          <a:pt x="110647" y="249174"/>
                        </a:cubicBezTo>
                        <a:cubicBezTo>
                          <a:pt x="115791" y="250508"/>
                          <a:pt x="118839" y="256286"/>
                          <a:pt x="123982" y="257810"/>
                        </a:cubicBezTo>
                        <a:cubicBezTo>
                          <a:pt x="126776" y="258636"/>
                          <a:pt x="129697" y="258064"/>
                          <a:pt x="132555" y="257429"/>
                        </a:cubicBezTo>
                        <a:cubicBezTo>
                          <a:pt x="139032" y="255968"/>
                          <a:pt x="145699" y="254127"/>
                          <a:pt x="151986" y="252095"/>
                        </a:cubicBezTo>
                        <a:cubicBezTo>
                          <a:pt x="164559" y="239395"/>
                          <a:pt x="182212" y="231839"/>
                          <a:pt x="200055" y="231585"/>
                        </a:cubicBezTo>
                        <a:cubicBezTo>
                          <a:pt x="201516" y="231585"/>
                          <a:pt x="203040" y="231585"/>
                          <a:pt x="204310" y="230949"/>
                        </a:cubicBezTo>
                        <a:cubicBezTo>
                          <a:pt x="205453" y="230378"/>
                          <a:pt x="206278" y="229426"/>
                          <a:pt x="207104" y="228473"/>
                        </a:cubicBezTo>
                        <a:cubicBezTo>
                          <a:pt x="212184" y="222250"/>
                          <a:pt x="218407" y="214440"/>
                          <a:pt x="226281" y="216091"/>
                        </a:cubicBezTo>
                        <a:cubicBezTo>
                          <a:pt x="233583" y="217615"/>
                          <a:pt x="236504" y="226441"/>
                          <a:pt x="237457" y="233871"/>
                        </a:cubicBezTo>
                        <a:cubicBezTo>
                          <a:pt x="238409" y="241300"/>
                          <a:pt x="239425" y="249936"/>
                          <a:pt x="245775" y="253810"/>
                        </a:cubicBezTo>
                        <a:cubicBezTo>
                          <a:pt x="255046" y="259398"/>
                          <a:pt x="268381" y="250317"/>
                          <a:pt x="277462" y="256286"/>
                        </a:cubicBezTo>
                        <a:cubicBezTo>
                          <a:pt x="279938" y="257937"/>
                          <a:pt x="281843" y="260541"/>
                          <a:pt x="284637" y="261493"/>
                        </a:cubicBezTo>
                        <a:cubicBezTo>
                          <a:pt x="290860" y="263652"/>
                          <a:pt x="296194" y="256731"/>
                          <a:pt x="302354" y="254508"/>
                        </a:cubicBezTo>
                        <a:cubicBezTo>
                          <a:pt x="310291" y="251651"/>
                          <a:pt x="318673" y="256731"/>
                          <a:pt x="325595" y="261557"/>
                        </a:cubicBezTo>
                        <a:cubicBezTo>
                          <a:pt x="336072" y="268923"/>
                          <a:pt x="346550" y="276289"/>
                          <a:pt x="357027" y="283655"/>
                        </a:cubicBezTo>
                        <a:cubicBezTo>
                          <a:pt x="363758" y="288417"/>
                          <a:pt x="370616" y="293243"/>
                          <a:pt x="375633" y="299720"/>
                        </a:cubicBezTo>
                        <a:cubicBezTo>
                          <a:pt x="378935" y="303974"/>
                          <a:pt x="382046" y="309309"/>
                          <a:pt x="387317" y="310007"/>
                        </a:cubicBezTo>
                        <a:cubicBezTo>
                          <a:pt x="390746" y="310515"/>
                          <a:pt x="395000" y="309118"/>
                          <a:pt x="397096" y="311849"/>
                        </a:cubicBezTo>
                        <a:cubicBezTo>
                          <a:pt x="398048" y="313119"/>
                          <a:pt x="398112" y="314833"/>
                          <a:pt x="398747" y="316294"/>
                        </a:cubicBezTo>
                        <a:cubicBezTo>
                          <a:pt x="399636" y="318326"/>
                          <a:pt x="401541" y="319659"/>
                          <a:pt x="403319" y="320929"/>
                        </a:cubicBezTo>
                        <a:cubicBezTo>
                          <a:pt x="414558" y="328676"/>
                          <a:pt x="426496" y="336614"/>
                          <a:pt x="440085" y="337630"/>
                        </a:cubicBezTo>
                        <a:cubicBezTo>
                          <a:pt x="440657" y="335979"/>
                          <a:pt x="441292" y="334264"/>
                          <a:pt x="441863" y="332613"/>
                        </a:cubicBezTo>
                        <a:cubicBezTo>
                          <a:pt x="440149" y="333312"/>
                          <a:pt x="438434" y="333947"/>
                          <a:pt x="436720" y="334645"/>
                        </a:cubicBezTo>
                        <a:cubicBezTo>
                          <a:pt x="431195" y="327597"/>
                          <a:pt x="426560" y="319786"/>
                          <a:pt x="422940" y="311531"/>
                        </a:cubicBezTo>
                        <a:cubicBezTo>
                          <a:pt x="418876" y="314579"/>
                          <a:pt x="411891" y="310324"/>
                          <a:pt x="412780" y="305308"/>
                        </a:cubicBezTo>
                        <a:cubicBezTo>
                          <a:pt x="412971" y="304292"/>
                          <a:pt x="413352" y="303276"/>
                          <a:pt x="413098" y="302324"/>
                        </a:cubicBezTo>
                        <a:cubicBezTo>
                          <a:pt x="412717" y="301117"/>
                          <a:pt x="411447" y="300482"/>
                          <a:pt x="410431" y="299720"/>
                        </a:cubicBezTo>
                        <a:cubicBezTo>
                          <a:pt x="407256" y="297434"/>
                          <a:pt x="406049" y="292735"/>
                          <a:pt x="407764" y="289179"/>
                        </a:cubicBezTo>
                        <a:cubicBezTo>
                          <a:pt x="404144" y="289878"/>
                          <a:pt x="400334" y="289497"/>
                          <a:pt x="396905" y="288036"/>
                        </a:cubicBezTo>
                        <a:cubicBezTo>
                          <a:pt x="399445" y="286131"/>
                          <a:pt x="401414" y="283401"/>
                          <a:pt x="402430" y="280416"/>
                        </a:cubicBezTo>
                        <a:cubicBezTo>
                          <a:pt x="399445" y="280226"/>
                          <a:pt x="396778" y="277876"/>
                          <a:pt x="396270" y="274955"/>
                        </a:cubicBezTo>
                        <a:cubicBezTo>
                          <a:pt x="395762" y="272034"/>
                          <a:pt x="397477" y="268859"/>
                          <a:pt x="400207" y="267716"/>
                        </a:cubicBezTo>
                        <a:cubicBezTo>
                          <a:pt x="397350" y="264922"/>
                          <a:pt x="394429" y="262001"/>
                          <a:pt x="393286" y="258191"/>
                        </a:cubicBezTo>
                        <a:cubicBezTo>
                          <a:pt x="392143" y="254381"/>
                          <a:pt x="393476" y="249492"/>
                          <a:pt x="397223" y="248095"/>
                        </a:cubicBezTo>
                        <a:cubicBezTo>
                          <a:pt x="398048" y="247777"/>
                          <a:pt x="398937" y="247587"/>
                          <a:pt x="399445" y="246952"/>
                        </a:cubicBezTo>
                        <a:cubicBezTo>
                          <a:pt x="399953" y="246253"/>
                          <a:pt x="399826" y="245364"/>
                          <a:pt x="399699" y="244539"/>
                        </a:cubicBezTo>
                        <a:cubicBezTo>
                          <a:pt x="398747" y="238316"/>
                          <a:pt x="397794" y="232029"/>
                          <a:pt x="396842" y="225806"/>
                        </a:cubicBezTo>
                        <a:cubicBezTo>
                          <a:pt x="396461" y="224092"/>
                          <a:pt x="396207" y="222250"/>
                          <a:pt x="395254" y="22079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5" name="Google Shape;805;p29"/>
                  <p:cNvSpPr/>
                  <p:nvPr/>
                </p:nvSpPr>
                <p:spPr>
                  <a:xfrm>
                    <a:off x="1054925" y="3462591"/>
                    <a:ext cx="58243" cy="575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243" h="57530" extrusionOk="0">
                        <a:moveTo>
                          <a:pt x="4064" y="25083"/>
                        </a:moveTo>
                        <a:cubicBezTo>
                          <a:pt x="6096" y="27242"/>
                          <a:pt x="8572" y="28893"/>
                          <a:pt x="10858" y="30861"/>
                        </a:cubicBezTo>
                        <a:cubicBezTo>
                          <a:pt x="14541" y="28639"/>
                          <a:pt x="19749" y="29147"/>
                          <a:pt x="22860" y="32131"/>
                        </a:cubicBezTo>
                        <a:cubicBezTo>
                          <a:pt x="19812" y="40196"/>
                          <a:pt x="18478" y="48895"/>
                          <a:pt x="18923" y="57531"/>
                        </a:cubicBezTo>
                        <a:cubicBezTo>
                          <a:pt x="20828" y="54991"/>
                          <a:pt x="24321" y="54229"/>
                          <a:pt x="27496" y="54420"/>
                        </a:cubicBezTo>
                        <a:cubicBezTo>
                          <a:pt x="30671" y="54610"/>
                          <a:pt x="33782" y="55436"/>
                          <a:pt x="36957" y="55245"/>
                        </a:cubicBezTo>
                        <a:cubicBezTo>
                          <a:pt x="44323" y="54801"/>
                          <a:pt x="50101" y="48959"/>
                          <a:pt x="55118" y="43498"/>
                        </a:cubicBezTo>
                        <a:cubicBezTo>
                          <a:pt x="57150" y="41275"/>
                          <a:pt x="59309" y="38037"/>
                          <a:pt x="57658" y="35560"/>
                        </a:cubicBezTo>
                        <a:cubicBezTo>
                          <a:pt x="56769" y="34290"/>
                          <a:pt x="55182" y="33718"/>
                          <a:pt x="53721" y="33274"/>
                        </a:cubicBezTo>
                        <a:cubicBezTo>
                          <a:pt x="50038" y="32131"/>
                          <a:pt x="46355" y="30988"/>
                          <a:pt x="42608" y="29845"/>
                        </a:cubicBezTo>
                        <a:cubicBezTo>
                          <a:pt x="40449" y="29210"/>
                          <a:pt x="38036" y="28258"/>
                          <a:pt x="37401" y="26099"/>
                        </a:cubicBezTo>
                        <a:cubicBezTo>
                          <a:pt x="36893" y="24257"/>
                          <a:pt x="38036" y="22289"/>
                          <a:pt x="39560" y="21082"/>
                        </a:cubicBezTo>
                        <a:cubicBezTo>
                          <a:pt x="41085" y="19876"/>
                          <a:pt x="42989" y="19241"/>
                          <a:pt x="44640" y="18288"/>
                        </a:cubicBezTo>
                        <a:cubicBezTo>
                          <a:pt x="49847" y="15240"/>
                          <a:pt x="52705" y="8699"/>
                          <a:pt x="51371" y="2858"/>
                        </a:cubicBezTo>
                        <a:cubicBezTo>
                          <a:pt x="47053" y="6858"/>
                          <a:pt x="41910" y="9970"/>
                          <a:pt x="36385" y="11938"/>
                        </a:cubicBezTo>
                        <a:cubicBezTo>
                          <a:pt x="35115" y="12383"/>
                          <a:pt x="33846" y="12764"/>
                          <a:pt x="32512" y="12700"/>
                        </a:cubicBezTo>
                        <a:cubicBezTo>
                          <a:pt x="30099" y="12446"/>
                          <a:pt x="28194" y="10541"/>
                          <a:pt x="26352" y="8890"/>
                        </a:cubicBezTo>
                        <a:cubicBezTo>
                          <a:pt x="22924" y="5779"/>
                          <a:pt x="16383" y="953"/>
                          <a:pt x="10477" y="0"/>
                        </a:cubicBezTo>
                        <a:cubicBezTo>
                          <a:pt x="6794" y="5588"/>
                          <a:pt x="3238" y="11240"/>
                          <a:pt x="0" y="17018"/>
                        </a:cubicBezTo>
                        <a:cubicBezTo>
                          <a:pt x="762" y="20193"/>
                          <a:pt x="2222" y="23114"/>
                          <a:pt x="4064" y="25083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6" name="Google Shape;806;p29"/>
                  <p:cNvSpPr/>
                  <p:nvPr/>
                </p:nvSpPr>
                <p:spPr>
                  <a:xfrm>
                    <a:off x="1083183" y="3373628"/>
                    <a:ext cx="91027" cy="1016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1027" h="101624" extrusionOk="0">
                        <a:moveTo>
                          <a:pt x="65468" y="38290"/>
                        </a:moveTo>
                        <a:cubicBezTo>
                          <a:pt x="67119" y="31369"/>
                          <a:pt x="70676" y="25019"/>
                          <a:pt x="74866" y="19240"/>
                        </a:cubicBezTo>
                        <a:cubicBezTo>
                          <a:pt x="76390" y="17145"/>
                          <a:pt x="77978" y="15049"/>
                          <a:pt x="78740" y="12573"/>
                        </a:cubicBezTo>
                        <a:cubicBezTo>
                          <a:pt x="80010" y="8382"/>
                          <a:pt x="78549" y="3937"/>
                          <a:pt x="76454" y="0"/>
                        </a:cubicBezTo>
                        <a:cubicBezTo>
                          <a:pt x="57468" y="10985"/>
                          <a:pt x="39497" y="24320"/>
                          <a:pt x="22924" y="40132"/>
                        </a:cubicBezTo>
                        <a:cubicBezTo>
                          <a:pt x="14668" y="48006"/>
                          <a:pt x="7112" y="56324"/>
                          <a:pt x="0" y="64897"/>
                        </a:cubicBezTo>
                        <a:cubicBezTo>
                          <a:pt x="14351" y="69151"/>
                          <a:pt x="27622" y="76835"/>
                          <a:pt x="37973" y="87693"/>
                        </a:cubicBezTo>
                        <a:cubicBezTo>
                          <a:pt x="39815" y="89662"/>
                          <a:pt x="41656" y="91757"/>
                          <a:pt x="44005" y="93091"/>
                        </a:cubicBezTo>
                        <a:cubicBezTo>
                          <a:pt x="45974" y="94170"/>
                          <a:pt x="48133" y="94742"/>
                          <a:pt x="50292" y="95250"/>
                        </a:cubicBezTo>
                        <a:cubicBezTo>
                          <a:pt x="58039" y="97155"/>
                          <a:pt x="65786" y="99060"/>
                          <a:pt x="73533" y="100965"/>
                        </a:cubicBezTo>
                        <a:cubicBezTo>
                          <a:pt x="74993" y="101346"/>
                          <a:pt x="76518" y="101727"/>
                          <a:pt x="78041" y="101600"/>
                        </a:cubicBezTo>
                        <a:cubicBezTo>
                          <a:pt x="83820" y="101346"/>
                          <a:pt x="87376" y="95313"/>
                          <a:pt x="89852" y="90106"/>
                        </a:cubicBezTo>
                        <a:cubicBezTo>
                          <a:pt x="90488" y="88709"/>
                          <a:pt x="91186" y="87249"/>
                          <a:pt x="90996" y="85725"/>
                        </a:cubicBezTo>
                        <a:cubicBezTo>
                          <a:pt x="90868" y="84772"/>
                          <a:pt x="90488" y="83820"/>
                          <a:pt x="89979" y="82994"/>
                        </a:cubicBezTo>
                        <a:cubicBezTo>
                          <a:pt x="84582" y="73469"/>
                          <a:pt x="73088" y="68580"/>
                          <a:pt x="67754" y="58991"/>
                        </a:cubicBezTo>
                        <a:cubicBezTo>
                          <a:pt x="64262" y="52832"/>
                          <a:pt x="63818" y="45212"/>
                          <a:pt x="65468" y="3829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7" name="Google Shape;807;p29"/>
                  <p:cNvSpPr/>
                  <p:nvPr/>
                </p:nvSpPr>
                <p:spPr>
                  <a:xfrm>
                    <a:off x="1285162" y="3336163"/>
                    <a:ext cx="121997" cy="1351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997" h="135191" extrusionOk="0">
                        <a:moveTo>
                          <a:pt x="20080" y="93472"/>
                        </a:moveTo>
                        <a:cubicBezTo>
                          <a:pt x="19318" y="96076"/>
                          <a:pt x="17731" y="98361"/>
                          <a:pt x="16461" y="100711"/>
                        </a:cubicBezTo>
                        <a:cubicBezTo>
                          <a:pt x="12206" y="108839"/>
                          <a:pt x="11635" y="118301"/>
                          <a:pt x="11127" y="127445"/>
                        </a:cubicBezTo>
                        <a:cubicBezTo>
                          <a:pt x="11063" y="128270"/>
                          <a:pt x="11063" y="129159"/>
                          <a:pt x="11444" y="129858"/>
                        </a:cubicBezTo>
                        <a:cubicBezTo>
                          <a:pt x="11952" y="130746"/>
                          <a:pt x="12968" y="131191"/>
                          <a:pt x="13857" y="131572"/>
                        </a:cubicBezTo>
                        <a:cubicBezTo>
                          <a:pt x="16842" y="132778"/>
                          <a:pt x="19826" y="133985"/>
                          <a:pt x="22747" y="135191"/>
                        </a:cubicBezTo>
                        <a:cubicBezTo>
                          <a:pt x="24271" y="132969"/>
                          <a:pt x="25351" y="130429"/>
                          <a:pt x="26430" y="127953"/>
                        </a:cubicBezTo>
                        <a:cubicBezTo>
                          <a:pt x="29986" y="119952"/>
                          <a:pt x="33542" y="111823"/>
                          <a:pt x="34368" y="103124"/>
                        </a:cubicBezTo>
                        <a:cubicBezTo>
                          <a:pt x="35130" y="94552"/>
                          <a:pt x="33161" y="85915"/>
                          <a:pt x="34368" y="77407"/>
                        </a:cubicBezTo>
                        <a:cubicBezTo>
                          <a:pt x="34558" y="76136"/>
                          <a:pt x="34812" y="74803"/>
                          <a:pt x="35574" y="73723"/>
                        </a:cubicBezTo>
                        <a:cubicBezTo>
                          <a:pt x="36527" y="72327"/>
                          <a:pt x="38178" y="71501"/>
                          <a:pt x="39638" y="70676"/>
                        </a:cubicBezTo>
                        <a:cubicBezTo>
                          <a:pt x="45226" y="67691"/>
                          <a:pt x="50370" y="63817"/>
                          <a:pt x="54751" y="59309"/>
                        </a:cubicBezTo>
                        <a:cubicBezTo>
                          <a:pt x="59196" y="54737"/>
                          <a:pt x="63197" y="49276"/>
                          <a:pt x="69166" y="47053"/>
                        </a:cubicBezTo>
                        <a:cubicBezTo>
                          <a:pt x="74627" y="45021"/>
                          <a:pt x="80659" y="46038"/>
                          <a:pt x="86438" y="45276"/>
                        </a:cubicBezTo>
                        <a:cubicBezTo>
                          <a:pt x="96852" y="43942"/>
                          <a:pt x="105551" y="37021"/>
                          <a:pt x="113171" y="29845"/>
                        </a:cubicBezTo>
                        <a:cubicBezTo>
                          <a:pt x="116283" y="26924"/>
                          <a:pt x="119394" y="23685"/>
                          <a:pt x="121998" y="20193"/>
                        </a:cubicBezTo>
                        <a:cubicBezTo>
                          <a:pt x="93677" y="8699"/>
                          <a:pt x="63832" y="1968"/>
                          <a:pt x="33733" y="0"/>
                        </a:cubicBezTo>
                        <a:cubicBezTo>
                          <a:pt x="29669" y="6985"/>
                          <a:pt x="24081" y="13398"/>
                          <a:pt x="20969" y="20891"/>
                        </a:cubicBezTo>
                        <a:cubicBezTo>
                          <a:pt x="18493" y="26734"/>
                          <a:pt x="16715" y="27368"/>
                          <a:pt x="11508" y="30226"/>
                        </a:cubicBezTo>
                        <a:cubicBezTo>
                          <a:pt x="6491" y="32957"/>
                          <a:pt x="3824" y="37402"/>
                          <a:pt x="1348" y="42482"/>
                        </a:cubicBezTo>
                        <a:cubicBezTo>
                          <a:pt x="840" y="43561"/>
                          <a:pt x="268" y="44704"/>
                          <a:pt x="205" y="45910"/>
                        </a:cubicBezTo>
                        <a:cubicBezTo>
                          <a:pt x="-113" y="50165"/>
                          <a:pt x="5221" y="53213"/>
                          <a:pt x="5031" y="57404"/>
                        </a:cubicBezTo>
                        <a:cubicBezTo>
                          <a:pt x="4967" y="58738"/>
                          <a:pt x="4332" y="60008"/>
                          <a:pt x="3824" y="61214"/>
                        </a:cubicBezTo>
                        <a:cubicBezTo>
                          <a:pt x="2110" y="65215"/>
                          <a:pt x="1348" y="69596"/>
                          <a:pt x="649" y="73851"/>
                        </a:cubicBezTo>
                        <a:cubicBezTo>
                          <a:pt x="141" y="76708"/>
                          <a:pt x="-303" y="79692"/>
                          <a:pt x="268" y="82550"/>
                        </a:cubicBezTo>
                        <a:cubicBezTo>
                          <a:pt x="840" y="85408"/>
                          <a:pt x="2745" y="88202"/>
                          <a:pt x="5539" y="88964"/>
                        </a:cubicBezTo>
                        <a:cubicBezTo>
                          <a:pt x="9031" y="85217"/>
                          <a:pt x="15127" y="82169"/>
                          <a:pt x="18747" y="85725"/>
                        </a:cubicBezTo>
                        <a:cubicBezTo>
                          <a:pt x="20652" y="87757"/>
                          <a:pt x="20842" y="90868"/>
                          <a:pt x="20080" y="93472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808" name="Google Shape;808;p29"/>
              <p:cNvGrpSpPr/>
              <p:nvPr/>
            </p:nvGrpSpPr>
            <p:grpSpPr>
              <a:xfrm rot="564173">
                <a:off x="8164899" y="3610902"/>
                <a:ext cx="1192098" cy="1541446"/>
                <a:chOff x="-77414" y="210905"/>
                <a:chExt cx="508246" cy="657189"/>
              </a:xfrm>
            </p:grpSpPr>
            <p:grpSp>
              <p:nvGrpSpPr>
                <p:cNvPr id="809" name="Google Shape;809;p29"/>
                <p:cNvGrpSpPr/>
                <p:nvPr/>
              </p:nvGrpSpPr>
              <p:grpSpPr>
                <a:xfrm>
                  <a:off x="-77414" y="423214"/>
                  <a:ext cx="389218" cy="444880"/>
                  <a:chOff x="6299617" y="2845180"/>
                  <a:chExt cx="389218" cy="444880"/>
                </a:xfrm>
              </p:grpSpPr>
              <p:sp>
                <p:nvSpPr>
                  <p:cNvPr id="810" name="Google Shape;810;p29"/>
                  <p:cNvSpPr/>
                  <p:nvPr/>
                </p:nvSpPr>
                <p:spPr>
                  <a:xfrm>
                    <a:off x="6299617" y="2845180"/>
                    <a:ext cx="389218" cy="4448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218" h="444880" extrusionOk="0">
                        <a:moveTo>
                          <a:pt x="389218" y="322453"/>
                        </a:moveTo>
                        <a:cubicBezTo>
                          <a:pt x="311113" y="362014"/>
                          <a:pt x="227928" y="402654"/>
                          <a:pt x="137377" y="444881"/>
                        </a:cubicBezTo>
                        <a:cubicBezTo>
                          <a:pt x="184558" y="282194"/>
                          <a:pt x="-93128" y="181166"/>
                          <a:pt x="33301" y="0"/>
                        </a:cubicBezTo>
                        <a:cubicBezTo>
                          <a:pt x="102897" y="8318"/>
                          <a:pt x="180430" y="14923"/>
                          <a:pt x="263488" y="20320"/>
                        </a:cubicBezTo>
                        <a:cubicBezTo>
                          <a:pt x="234850" y="133858"/>
                          <a:pt x="362929" y="219774"/>
                          <a:pt x="389218" y="322453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11" name="Google Shape;811;p29"/>
                  <p:cNvGrpSpPr/>
                  <p:nvPr/>
                </p:nvGrpSpPr>
                <p:grpSpPr>
                  <a:xfrm>
                    <a:off x="6337672" y="2908109"/>
                    <a:ext cx="290457" cy="307720"/>
                    <a:chOff x="6337672" y="2908109"/>
                    <a:chExt cx="290457" cy="307720"/>
                  </a:xfrm>
                </p:grpSpPr>
                <p:sp>
                  <p:nvSpPr>
                    <p:cNvPr id="812" name="Google Shape;812;p29"/>
                    <p:cNvSpPr/>
                    <p:nvPr/>
                  </p:nvSpPr>
                  <p:spPr>
                    <a:xfrm>
                      <a:off x="6338442" y="2908109"/>
                      <a:ext cx="115061" cy="73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5061" h="7366" extrusionOk="0">
                          <a:moveTo>
                            <a:pt x="2921" y="7366"/>
                          </a:moveTo>
                          <a:cubicBezTo>
                            <a:pt x="1334" y="7366"/>
                            <a:pt x="0" y="6096"/>
                            <a:pt x="0" y="4445"/>
                          </a:cubicBezTo>
                          <a:cubicBezTo>
                            <a:pt x="0" y="2794"/>
                            <a:pt x="1270" y="1461"/>
                            <a:pt x="2921" y="1461"/>
                          </a:cubicBezTo>
                          <a:cubicBezTo>
                            <a:pt x="38798" y="1080"/>
                            <a:pt x="75184" y="571"/>
                            <a:pt x="112078" y="0"/>
                          </a:cubicBezTo>
                          <a:cubicBezTo>
                            <a:pt x="113792" y="0"/>
                            <a:pt x="115062" y="1270"/>
                            <a:pt x="115062" y="2921"/>
                          </a:cubicBezTo>
                          <a:cubicBezTo>
                            <a:pt x="115062" y="4572"/>
                            <a:pt x="113792" y="5905"/>
                            <a:pt x="112141" y="5905"/>
                          </a:cubicBezTo>
                          <a:cubicBezTo>
                            <a:pt x="75184" y="6477"/>
                            <a:pt x="38798" y="6985"/>
                            <a:pt x="2921" y="7366"/>
                          </a:cubicBezTo>
                          <a:cubicBezTo>
                            <a:pt x="2921" y="7366"/>
                            <a:pt x="2921" y="7366"/>
                            <a:pt x="2921" y="7366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13" name="Google Shape;813;p29"/>
                    <p:cNvSpPr/>
                    <p:nvPr/>
                  </p:nvSpPr>
                  <p:spPr>
                    <a:xfrm>
                      <a:off x="6337672" y="2934634"/>
                      <a:ext cx="187532" cy="1748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7532" h="17480" extrusionOk="0">
                          <a:moveTo>
                            <a:pt x="2930" y="17481"/>
                          </a:moveTo>
                          <a:cubicBezTo>
                            <a:pt x="1406" y="17481"/>
                            <a:pt x="72" y="16274"/>
                            <a:pt x="9" y="14687"/>
                          </a:cubicBezTo>
                          <a:cubicBezTo>
                            <a:pt x="-118" y="13036"/>
                            <a:pt x="1152" y="11639"/>
                            <a:pt x="2739" y="11575"/>
                          </a:cubicBezTo>
                          <a:cubicBezTo>
                            <a:pt x="62683" y="7829"/>
                            <a:pt x="123326" y="3955"/>
                            <a:pt x="184413" y="18"/>
                          </a:cubicBezTo>
                          <a:cubicBezTo>
                            <a:pt x="186000" y="-172"/>
                            <a:pt x="187461" y="1161"/>
                            <a:pt x="187524" y="2749"/>
                          </a:cubicBezTo>
                          <a:cubicBezTo>
                            <a:pt x="187651" y="4400"/>
                            <a:pt x="186382" y="5797"/>
                            <a:pt x="184794" y="5860"/>
                          </a:cubicBezTo>
                          <a:cubicBezTo>
                            <a:pt x="123707" y="9861"/>
                            <a:pt x="63064" y="13734"/>
                            <a:pt x="3120" y="17417"/>
                          </a:cubicBezTo>
                          <a:cubicBezTo>
                            <a:pt x="3057" y="17481"/>
                            <a:pt x="2993" y="17481"/>
                            <a:pt x="2930" y="17481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14" name="Google Shape;814;p29"/>
                    <p:cNvSpPr/>
                    <p:nvPr/>
                  </p:nvSpPr>
                  <p:spPr>
                    <a:xfrm>
                      <a:off x="6345725" y="2961556"/>
                      <a:ext cx="187999" cy="254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7999" h="25419" extrusionOk="0">
                          <a:moveTo>
                            <a:pt x="2941" y="25420"/>
                          </a:moveTo>
                          <a:cubicBezTo>
                            <a:pt x="1480" y="25420"/>
                            <a:pt x="147" y="24277"/>
                            <a:pt x="20" y="22816"/>
                          </a:cubicBezTo>
                          <a:cubicBezTo>
                            <a:pt x="-171" y="21229"/>
                            <a:pt x="1036" y="19768"/>
                            <a:pt x="2623" y="19578"/>
                          </a:cubicBezTo>
                          <a:cubicBezTo>
                            <a:pt x="63139" y="13101"/>
                            <a:pt x="123845" y="6560"/>
                            <a:pt x="184742" y="20"/>
                          </a:cubicBezTo>
                          <a:cubicBezTo>
                            <a:pt x="186393" y="-171"/>
                            <a:pt x="187789" y="1036"/>
                            <a:pt x="187980" y="2623"/>
                          </a:cubicBezTo>
                          <a:cubicBezTo>
                            <a:pt x="188170" y="4211"/>
                            <a:pt x="186964" y="5671"/>
                            <a:pt x="185376" y="5862"/>
                          </a:cubicBezTo>
                          <a:cubicBezTo>
                            <a:pt x="124480" y="12402"/>
                            <a:pt x="63774" y="18943"/>
                            <a:pt x="3258" y="25420"/>
                          </a:cubicBezTo>
                          <a:cubicBezTo>
                            <a:pt x="3195" y="25420"/>
                            <a:pt x="3068" y="25420"/>
                            <a:pt x="2941" y="25420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15" name="Google Shape;815;p29"/>
                    <p:cNvSpPr/>
                    <p:nvPr/>
                  </p:nvSpPr>
                  <p:spPr>
                    <a:xfrm>
                      <a:off x="6360632" y="2987639"/>
                      <a:ext cx="185427" cy="32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5427" h="32864" extrusionOk="0">
                          <a:moveTo>
                            <a:pt x="2956" y="32865"/>
                          </a:moveTo>
                          <a:cubicBezTo>
                            <a:pt x="1496" y="32865"/>
                            <a:pt x="289" y="31785"/>
                            <a:pt x="35" y="30325"/>
                          </a:cubicBezTo>
                          <a:cubicBezTo>
                            <a:pt x="-219" y="28737"/>
                            <a:pt x="924" y="27213"/>
                            <a:pt x="2512" y="26959"/>
                          </a:cubicBezTo>
                          <a:lnTo>
                            <a:pt x="182026" y="35"/>
                          </a:lnTo>
                          <a:cubicBezTo>
                            <a:pt x="183677" y="-219"/>
                            <a:pt x="185138" y="924"/>
                            <a:pt x="185392" y="2512"/>
                          </a:cubicBezTo>
                          <a:cubicBezTo>
                            <a:pt x="185646" y="4099"/>
                            <a:pt x="184503" y="5623"/>
                            <a:pt x="182915" y="5877"/>
                          </a:cubicBezTo>
                          <a:lnTo>
                            <a:pt x="3401" y="32801"/>
                          </a:lnTo>
                          <a:cubicBezTo>
                            <a:pt x="3274" y="32865"/>
                            <a:pt x="3147" y="32865"/>
                            <a:pt x="2956" y="32865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16" name="Google Shape;816;p29"/>
                    <p:cNvSpPr/>
                    <p:nvPr/>
                  </p:nvSpPr>
                  <p:spPr>
                    <a:xfrm>
                      <a:off x="6380297" y="3024703"/>
                      <a:ext cx="122284" cy="283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2284" h="28376" extrusionOk="0">
                          <a:moveTo>
                            <a:pt x="2976" y="28376"/>
                          </a:moveTo>
                          <a:cubicBezTo>
                            <a:pt x="1580" y="28376"/>
                            <a:pt x="373" y="27424"/>
                            <a:pt x="56" y="25964"/>
                          </a:cubicBezTo>
                          <a:cubicBezTo>
                            <a:pt x="-262" y="24376"/>
                            <a:pt x="818" y="22789"/>
                            <a:pt x="2405" y="22535"/>
                          </a:cubicBezTo>
                          <a:lnTo>
                            <a:pt x="118800" y="55"/>
                          </a:lnTo>
                          <a:cubicBezTo>
                            <a:pt x="120388" y="-262"/>
                            <a:pt x="121975" y="817"/>
                            <a:pt x="122230" y="2405"/>
                          </a:cubicBezTo>
                          <a:cubicBezTo>
                            <a:pt x="122547" y="3992"/>
                            <a:pt x="121468" y="5580"/>
                            <a:pt x="119880" y="5834"/>
                          </a:cubicBezTo>
                          <a:lnTo>
                            <a:pt x="3484" y="28313"/>
                          </a:lnTo>
                          <a:cubicBezTo>
                            <a:pt x="3294" y="28376"/>
                            <a:pt x="3167" y="28376"/>
                            <a:pt x="2976" y="28376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17" name="Google Shape;817;p29"/>
                    <p:cNvSpPr/>
                    <p:nvPr/>
                  </p:nvSpPr>
                  <p:spPr>
                    <a:xfrm>
                      <a:off x="6425133" y="3063887"/>
                      <a:ext cx="170217" cy="5307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0217" h="53073" extrusionOk="0">
                          <a:moveTo>
                            <a:pt x="2972" y="53073"/>
                          </a:moveTo>
                          <a:cubicBezTo>
                            <a:pt x="1702" y="53073"/>
                            <a:pt x="495" y="52248"/>
                            <a:pt x="114" y="50914"/>
                          </a:cubicBezTo>
                          <a:cubicBezTo>
                            <a:pt x="-330" y="49327"/>
                            <a:pt x="559" y="47739"/>
                            <a:pt x="2146" y="47295"/>
                          </a:cubicBezTo>
                          <a:lnTo>
                            <a:pt x="166485" y="114"/>
                          </a:lnTo>
                          <a:cubicBezTo>
                            <a:pt x="168072" y="-330"/>
                            <a:pt x="169660" y="559"/>
                            <a:pt x="170104" y="2146"/>
                          </a:cubicBezTo>
                          <a:cubicBezTo>
                            <a:pt x="170548" y="3734"/>
                            <a:pt x="169660" y="5321"/>
                            <a:pt x="168072" y="5766"/>
                          </a:cubicBezTo>
                          <a:lnTo>
                            <a:pt x="3734" y="52946"/>
                          </a:lnTo>
                          <a:cubicBezTo>
                            <a:pt x="3480" y="53010"/>
                            <a:pt x="3226" y="53073"/>
                            <a:pt x="2972" y="53073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18" name="Google Shape;818;p29"/>
                    <p:cNvSpPr/>
                    <p:nvPr/>
                  </p:nvSpPr>
                  <p:spPr>
                    <a:xfrm>
                      <a:off x="6446052" y="3089061"/>
                      <a:ext cx="166352" cy="600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6352" h="60030" extrusionOk="0">
                          <a:moveTo>
                            <a:pt x="2944" y="60030"/>
                          </a:moveTo>
                          <a:cubicBezTo>
                            <a:pt x="1737" y="60030"/>
                            <a:pt x="594" y="59268"/>
                            <a:pt x="150" y="57998"/>
                          </a:cubicBezTo>
                          <a:cubicBezTo>
                            <a:pt x="-358" y="56474"/>
                            <a:pt x="467" y="54760"/>
                            <a:pt x="1991" y="54252"/>
                          </a:cubicBezTo>
                          <a:cubicBezTo>
                            <a:pt x="55649" y="36154"/>
                            <a:pt x="109179" y="18120"/>
                            <a:pt x="162456" y="150"/>
                          </a:cubicBezTo>
                          <a:cubicBezTo>
                            <a:pt x="163979" y="-358"/>
                            <a:pt x="165694" y="467"/>
                            <a:pt x="166203" y="1991"/>
                          </a:cubicBezTo>
                          <a:cubicBezTo>
                            <a:pt x="166710" y="3515"/>
                            <a:pt x="165885" y="5230"/>
                            <a:pt x="164361" y="5738"/>
                          </a:cubicBezTo>
                          <a:cubicBezTo>
                            <a:pt x="111021" y="23708"/>
                            <a:pt x="57553" y="41742"/>
                            <a:pt x="3833" y="59840"/>
                          </a:cubicBezTo>
                          <a:cubicBezTo>
                            <a:pt x="3579" y="60030"/>
                            <a:pt x="3261" y="60030"/>
                            <a:pt x="2944" y="60030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19" name="Google Shape;819;p29"/>
                    <p:cNvSpPr/>
                    <p:nvPr/>
                  </p:nvSpPr>
                  <p:spPr>
                    <a:xfrm>
                      <a:off x="6463221" y="3114548"/>
                      <a:ext cx="164908" cy="6737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4908" h="67373" extrusionOk="0">
                          <a:moveTo>
                            <a:pt x="2920" y="67373"/>
                          </a:moveTo>
                          <a:cubicBezTo>
                            <a:pt x="1714" y="67373"/>
                            <a:pt x="634" y="66675"/>
                            <a:pt x="190" y="65468"/>
                          </a:cubicBezTo>
                          <a:cubicBezTo>
                            <a:pt x="-382" y="63944"/>
                            <a:pt x="380" y="62230"/>
                            <a:pt x="1904" y="61658"/>
                          </a:cubicBezTo>
                          <a:cubicBezTo>
                            <a:pt x="55435" y="41021"/>
                            <a:pt x="108394" y="20574"/>
                            <a:pt x="160909" y="190"/>
                          </a:cubicBezTo>
                          <a:cubicBezTo>
                            <a:pt x="162432" y="-381"/>
                            <a:pt x="164147" y="381"/>
                            <a:pt x="164718" y="1841"/>
                          </a:cubicBezTo>
                          <a:cubicBezTo>
                            <a:pt x="165290" y="3302"/>
                            <a:pt x="164528" y="5080"/>
                            <a:pt x="163067" y="5651"/>
                          </a:cubicBezTo>
                          <a:cubicBezTo>
                            <a:pt x="110553" y="26035"/>
                            <a:pt x="57594" y="46545"/>
                            <a:pt x="4063" y="67119"/>
                          </a:cubicBezTo>
                          <a:cubicBezTo>
                            <a:pt x="3619" y="67310"/>
                            <a:pt x="3238" y="67373"/>
                            <a:pt x="2920" y="67373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20" name="Google Shape;820;p29"/>
                    <p:cNvSpPr/>
                    <p:nvPr/>
                  </p:nvSpPr>
                  <p:spPr>
                    <a:xfrm>
                      <a:off x="6474478" y="3184543"/>
                      <a:ext cx="65050" cy="3128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050" h="31286" extrusionOk="0">
                          <a:moveTo>
                            <a:pt x="2966" y="31287"/>
                          </a:moveTo>
                          <a:cubicBezTo>
                            <a:pt x="1823" y="31287"/>
                            <a:pt x="743" y="30588"/>
                            <a:pt x="235" y="29509"/>
                          </a:cubicBezTo>
                          <a:cubicBezTo>
                            <a:pt x="-400" y="27985"/>
                            <a:pt x="299" y="26270"/>
                            <a:pt x="1759" y="25635"/>
                          </a:cubicBezTo>
                          <a:cubicBezTo>
                            <a:pt x="21635" y="17126"/>
                            <a:pt x="41383" y="8681"/>
                            <a:pt x="60941" y="235"/>
                          </a:cubicBezTo>
                          <a:cubicBezTo>
                            <a:pt x="62402" y="-400"/>
                            <a:pt x="64179" y="299"/>
                            <a:pt x="64815" y="1759"/>
                          </a:cubicBezTo>
                          <a:cubicBezTo>
                            <a:pt x="65450" y="3283"/>
                            <a:pt x="64751" y="4998"/>
                            <a:pt x="63290" y="5633"/>
                          </a:cubicBezTo>
                          <a:cubicBezTo>
                            <a:pt x="43733" y="14078"/>
                            <a:pt x="23984" y="22524"/>
                            <a:pt x="4109" y="31033"/>
                          </a:cubicBezTo>
                          <a:cubicBezTo>
                            <a:pt x="3728" y="31223"/>
                            <a:pt x="3347" y="31287"/>
                            <a:pt x="2966" y="31287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821" name="Google Shape;821;p29"/>
                <p:cNvGrpSpPr/>
                <p:nvPr/>
              </p:nvGrpSpPr>
              <p:grpSpPr>
                <a:xfrm>
                  <a:off x="52090" y="210905"/>
                  <a:ext cx="378742" cy="312893"/>
                  <a:chOff x="6429121" y="2632871"/>
                  <a:chExt cx="378742" cy="312893"/>
                </a:xfrm>
              </p:grpSpPr>
              <p:sp>
                <p:nvSpPr>
                  <p:cNvPr id="822" name="Google Shape;822;p29"/>
                  <p:cNvSpPr/>
                  <p:nvPr/>
                </p:nvSpPr>
                <p:spPr>
                  <a:xfrm>
                    <a:off x="6754558" y="2632871"/>
                    <a:ext cx="53305" cy="519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305" h="51908" extrusionOk="0">
                        <a:moveTo>
                          <a:pt x="24003" y="51908"/>
                        </a:moveTo>
                        <a:lnTo>
                          <a:pt x="0" y="22508"/>
                        </a:lnTo>
                        <a:lnTo>
                          <a:pt x="22289" y="4283"/>
                        </a:lnTo>
                        <a:cubicBezTo>
                          <a:pt x="30417" y="-2321"/>
                          <a:pt x="42355" y="-1178"/>
                          <a:pt x="49023" y="6950"/>
                        </a:cubicBezTo>
                        <a:lnTo>
                          <a:pt x="49023" y="6950"/>
                        </a:lnTo>
                        <a:cubicBezTo>
                          <a:pt x="55626" y="15078"/>
                          <a:pt x="54483" y="27016"/>
                          <a:pt x="46355" y="33684"/>
                        </a:cubicBezTo>
                        <a:lnTo>
                          <a:pt x="24003" y="51908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3" name="Google Shape;823;p29"/>
                  <p:cNvSpPr/>
                  <p:nvPr/>
                </p:nvSpPr>
                <p:spPr>
                  <a:xfrm rot="3046867">
                    <a:off x="6606840" y="2609505"/>
                    <a:ext cx="39510" cy="349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497" h="349631" extrusionOk="0">
                        <a:moveTo>
                          <a:pt x="0" y="0"/>
                        </a:moveTo>
                        <a:lnTo>
                          <a:pt x="39497" y="0"/>
                        </a:lnTo>
                        <a:lnTo>
                          <a:pt x="39497" y="349632"/>
                        </a:lnTo>
                        <a:lnTo>
                          <a:pt x="0" y="349632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4" name="Google Shape;824;p29"/>
                  <p:cNvSpPr/>
                  <p:nvPr/>
                </p:nvSpPr>
                <p:spPr>
                  <a:xfrm>
                    <a:off x="6429121" y="2879725"/>
                    <a:ext cx="74612" cy="660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612" h="66039" extrusionOk="0">
                        <a:moveTo>
                          <a:pt x="49593" y="0"/>
                        </a:moveTo>
                        <a:lnTo>
                          <a:pt x="74612" y="30543"/>
                        </a:lnTo>
                        <a:lnTo>
                          <a:pt x="0" y="6604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25" name="Google Shape;825;p29"/>
                  <p:cNvGrpSpPr/>
                  <p:nvPr/>
                </p:nvGrpSpPr>
                <p:grpSpPr>
                  <a:xfrm>
                    <a:off x="6492866" y="2670991"/>
                    <a:ext cx="269638" cy="224989"/>
                    <a:chOff x="6492866" y="2670991"/>
                    <a:chExt cx="269638" cy="224989"/>
                  </a:xfrm>
                </p:grpSpPr>
                <p:sp>
                  <p:nvSpPr>
                    <p:cNvPr id="826" name="Google Shape;826;p29"/>
                    <p:cNvSpPr/>
                    <p:nvPr/>
                  </p:nvSpPr>
                  <p:spPr>
                    <a:xfrm>
                      <a:off x="6492866" y="2670991"/>
                      <a:ext cx="260113" cy="2133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60113" h="213305" extrusionOk="0">
                          <a:moveTo>
                            <a:pt x="1977" y="213305"/>
                          </a:moveTo>
                          <a:cubicBezTo>
                            <a:pt x="1406" y="213305"/>
                            <a:pt x="834" y="213051"/>
                            <a:pt x="453" y="212543"/>
                          </a:cubicBezTo>
                          <a:cubicBezTo>
                            <a:pt x="-245" y="211718"/>
                            <a:pt x="-118" y="210448"/>
                            <a:pt x="707" y="209749"/>
                          </a:cubicBezTo>
                          <a:lnTo>
                            <a:pt x="256866" y="454"/>
                          </a:lnTo>
                          <a:cubicBezTo>
                            <a:pt x="257692" y="-245"/>
                            <a:pt x="258962" y="-118"/>
                            <a:pt x="259660" y="707"/>
                          </a:cubicBezTo>
                          <a:cubicBezTo>
                            <a:pt x="260359" y="1533"/>
                            <a:pt x="260232" y="2803"/>
                            <a:pt x="259406" y="3501"/>
                          </a:cubicBezTo>
                          <a:lnTo>
                            <a:pt x="3247" y="212798"/>
                          </a:lnTo>
                          <a:cubicBezTo>
                            <a:pt x="2866" y="213179"/>
                            <a:pt x="2422" y="213305"/>
                            <a:pt x="1977" y="213305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27" name="Google Shape;827;p29"/>
                    <p:cNvSpPr/>
                    <p:nvPr/>
                  </p:nvSpPr>
                  <p:spPr>
                    <a:xfrm>
                      <a:off x="6502391" y="2682675"/>
                      <a:ext cx="260113" cy="2133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60113" h="213305" extrusionOk="0">
                          <a:moveTo>
                            <a:pt x="1978" y="213305"/>
                          </a:moveTo>
                          <a:cubicBezTo>
                            <a:pt x="1406" y="213305"/>
                            <a:pt x="834" y="213051"/>
                            <a:pt x="453" y="212543"/>
                          </a:cubicBezTo>
                          <a:cubicBezTo>
                            <a:pt x="-245" y="211718"/>
                            <a:pt x="-118" y="210448"/>
                            <a:pt x="707" y="209749"/>
                          </a:cubicBezTo>
                          <a:lnTo>
                            <a:pt x="256866" y="453"/>
                          </a:lnTo>
                          <a:cubicBezTo>
                            <a:pt x="257692" y="-245"/>
                            <a:pt x="258962" y="-118"/>
                            <a:pt x="259661" y="707"/>
                          </a:cubicBezTo>
                          <a:cubicBezTo>
                            <a:pt x="260359" y="1533"/>
                            <a:pt x="260232" y="2803"/>
                            <a:pt x="259406" y="3501"/>
                          </a:cubicBezTo>
                          <a:lnTo>
                            <a:pt x="3248" y="212797"/>
                          </a:lnTo>
                          <a:cubicBezTo>
                            <a:pt x="2866" y="213178"/>
                            <a:pt x="2422" y="213305"/>
                            <a:pt x="1978" y="213305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28" name="Google Shape;828;p29"/>
                  <p:cNvSpPr/>
                  <p:nvPr/>
                </p:nvSpPr>
                <p:spPr>
                  <a:xfrm rot="3046867">
                    <a:off x="6743478" y="2653397"/>
                    <a:ext cx="48912" cy="311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895" h="31178" extrusionOk="0">
                        <a:moveTo>
                          <a:pt x="0" y="0"/>
                        </a:moveTo>
                        <a:lnTo>
                          <a:pt x="48895" y="0"/>
                        </a:lnTo>
                        <a:lnTo>
                          <a:pt x="48895" y="31179"/>
                        </a:lnTo>
                        <a:lnTo>
                          <a:pt x="0" y="31179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9" name="Google Shape;829;p29"/>
                  <p:cNvSpPr/>
                  <p:nvPr/>
                </p:nvSpPr>
                <p:spPr>
                  <a:xfrm>
                    <a:off x="6636948" y="2678048"/>
                    <a:ext cx="159577" cy="1417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9577" h="141737" extrusionOk="0">
                        <a:moveTo>
                          <a:pt x="96655" y="80074"/>
                        </a:moveTo>
                        <a:cubicBezTo>
                          <a:pt x="149043" y="57658"/>
                          <a:pt x="164156" y="19114"/>
                          <a:pt x="158441" y="0"/>
                        </a:cubicBezTo>
                        <a:lnTo>
                          <a:pt x="134310" y="19749"/>
                        </a:lnTo>
                        <a:cubicBezTo>
                          <a:pt x="140216" y="47181"/>
                          <a:pt x="83383" y="80772"/>
                          <a:pt x="50871" y="93536"/>
                        </a:cubicBezTo>
                        <a:cubicBezTo>
                          <a:pt x="18296" y="106299"/>
                          <a:pt x="1849" y="128016"/>
                          <a:pt x="1849" y="128016"/>
                        </a:cubicBezTo>
                        <a:lnTo>
                          <a:pt x="1849" y="128080"/>
                        </a:lnTo>
                        <a:cubicBezTo>
                          <a:pt x="-1008" y="131636"/>
                          <a:pt x="-627" y="137160"/>
                          <a:pt x="3500" y="140208"/>
                        </a:cubicBezTo>
                        <a:cubicBezTo>
                          <a:pt x="6041" y="142049"/>
                          <a:pt x="9596" y="142240"/>
                          <a:pt x="12327" y="140716"/>
                        </a:cubicBezTo>
                        <a:cubicBezTo>
                          <a:pt x="16455" y="138430"/>
                          <a:pt x="17597" y="133668"/>
                          <a:pt x="15946" y="129921"/>
                        </a:cubicBezTo>
                        <a:cubicBezTo>
                          <a:pt x="14740" y="127190"/>
                          <a:pt x="15248" y="123952"/>
                          <a:pt x="17280" y="121793"/>
                        </a:cubicBezTo>
                        <a:cubicBezTo>
                          <a:pt x="33028" y="104521"/>
                          <a:pt x="53666" y="98425"/>
                          <a:pt x="96655" y="8007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830" name="Google Shape;830;p29"/>
              <p:cNvGrpSpPr/>
              <p:nvPr/>
            </p:nvGrpSpPr>
            <p:grpSpPr>
              <a:xfrm rot="-1255387" flipH="1">
                <a:off x="-137835" y="872584"/>
                <a:ext cx="1313149" cy="1573830"/>
                <a:chOff x="9910110" y="2533016"/>
                <a:chExt cx="550793" cy="660134"/>
              </a:xfrm>
            </p:grpSpPr>
            <p:grpSp>
              <p:nvGrpSpPr>
                <p:cNvPr id="831" name="Google Shape;831;p29"/>
                <p:cNvGrpSpPr/>
                <p:nvPr/>
              </p:nvGrpSpPr>
              <p:grpSpPr>
                <a:xfrm>
                  <a:off x="10138105" y="2603020"/>
                  <a:ext cx="90225" cy="215023"/>
                  <a:chOff x="10138105" y="2603020"/>
                  <a:chExt cx="90225" cy="215023"/>
                </a:xfrm>
              </p:grpSpPr>
              <p:sp>
                <p:nvSpPr>
                  <p:cNvPr id="832" name="Google Shape;832;p29"/>
                  <p:cNvSpPr/>
                  <p:nvPr/>
                </p:nvSpPr>
                <p:spPr>
                  <a:xfrm>
                    <a:off x="10167149" y="2631553"/>
                    <a:ext cx="61181" cy="186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181" h="186490" extrusionOk="0">
                        <a:moveTo>
                          <a:pt x="3581" y="182639"/>
                        </a:moveTo>
                        <a:cubicBezTo>
                          <a:pt x="8471" y="187656"/>
                          <a:pt x="16472" y="187783"/>
                          <a:pt x="21552" y="182957"/>
                        </a:cubicBezTo>
                        <a:cubicBezTo>
                          <a:pt x="71019" y="135014"/>
                          <a:pt x="74638" y="56591"/>
                          <a:pt x="29807" y="4394"/>
                        </a:cubicBezTo>
                        <a:cubicBezTo>
                          <a:pt x="25299" y="-876"/>
                          <a:pt x="17234" y="-1511"/>
                          <a:pt x="11900" y="3061"/>
                        </a:cubicBezTo>
                        <a:cubicBezTo>
                          <a:pt x="6566" y="7633"/>
                          <a:pt x="5994" y="15634"/>
                          <a:pt x="10567" y="20968"/>
                        </a:cubicBezTo>
                        <a:cubicBezTo>
                          <a:pt x="46698" y="63005"/>
                          <a:pt x="43777" y="126124"/>
                          <a:pt x="3899" y="164669"/>
                        </a:cubicBezTo>
                        <a:cubicBezTo>
                          <a:pt x="-1181" y="169558"/>
                          <a:pt x="-1307" y="177623"/>
                          <a:pt x="3581" y="182639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3" name="Google Shape;833;p29"/>
                  <p:cNvSpPr/>
                  <p:nvPr/>
                </p:nvSpPr>
                <p:spPr>
                  <a:xfrm>
                    <a:off x="10138105" y="2603020"/>
                    <a:ext cx="33568" cy="298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568" h="29871" extrusionOk="0">
                        <a:moveTo>
                          <a:pt x="3607" y="21498"/>
                        </a:moveTo>
                        <a:cubicBezTo>
                          <a:pt x="4559" y="22514"/>
                          <a:pt x="5702" y="23339"/>
                          <a:pt x="7036" y="24038"/>
                        </a:cubicBezTo>
                        <a:cubicBezTo>
                          <a:pt x="9513" y="25244"/>
                          <a:pt x="11926" y="26641"/>
                          <a:pt x="14275" y="28038"/>
                        </a:cubicBezTo>
                        <a:cubicBezTo>
                          <a:pt x="20244" y="31658"/>
                          <a:pt x="28054" y="29753"/>
                          <a:pt x="31738" y="23784"/>
                        </a:cubicBezTo>
                        <a:cubicBezTo>
                          <a:pt x="35357" y="17751"/>
                          <a:pt x="33451" y="10004"/>
                          <a:pt x="27419" y="6321"/>
                        </a:cubicBezTo>
                        <a:cubicBezTo>
                          <a:pt x="24498" y="4543"/>
                          <a:pt x="21451" y="2892"/>
                          <a:pt x="18402" y="1368"/>
                        </a:cubicBezTo>
                        <a:cubicBezTo>
                          <a:pt x="12116" y="-1807"/>
                          <a:pt x="4496" y="733"/>
                          <a:pt x="1384" y="7020"/>
                        </a:cubicBezTo>
                        <a:cubicBezTo>
                          <a:pt x="-1156" y="11909"/>
                          <a:pt x="-76" y="17751"/>
                          <a:pt x="3607" y="21498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34" name="Google Shape;834;p29"/>
                <p:cNvSpPr/>
                <p:nvPr/>
              </p:nvSpPr>
              <p:spPr>
                <a:xfrm>
                  <a:off x="10254022" y="2946249"/>
                  <a:ext cx="206881" cy="2469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881" h="246901" extrusionOk="0">
                      <a:moveTo>
                        <a:pt x="136673" y="241641"/>
                      </a:moveTo>
                      <a:cubicBezTo>
                        <a:pt x="152548" y="263167"/>
                        <a:pt x="220366" y="213066"/>
                        <a:pt x="204491" y="191539"/>
                      </a:cubicBezTo>
                      <a:lnTo>
                        <a:pt x="53044" y="3833"/>
                      </a:lnTo>
                      <a:cubicBezTo>
                        <a:pt x="41297" y="-12105"/>
                        <a:pt x="-10012" y="25804"/>
                        <a:pt x="1736" y="41743"/>
                      </a:cubicBezTo>
                      <a:lnTo>
                        <a:pt x="136673" y="24164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5" name="Google Shape;835;p29"/>
                <p:cNvSpPr/>
                <p:nvPr/>
              </p:nvSpPr>
              <p:spPr>
                <a:xfrm>
                  <a:off x="9910110" y="2533016"/>
                  <a:ext cx="375808" cy="3757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808" h="375790" extrusionOk="0">
                      <a:moveTo>
                        <a:pt x="36783" y="299528"/>
                      </a:moveTo>
                      <a:cubicBezTo>
                        <a:pt x="98442" y="382967"/>
                        <a:pt x="216108" y="400684"/>
                        <a:pt x="299546" y="339025"/>
                      </a:cubicBezTo>
                      <a:cubicBezTo>
                        <a:pt x="382985" y="277367"/>
                        <a:pt x="400702" y="159701"/>
                        <a:pt x="339044" y="76262"/>
                      </a:cubicBezTo>
                      <a:cubicBezTo>
                        <a:pt x="277385" y="-7177"/>
                        <a:pt x="159720" y="-24893"/>
                        <a:pt x="76281" y="36765"/>
                      </a:cubicBezTo>
                      <a:cubicBezTo>
                        <a:pt x="-7222" y="98360"/>
                        <a:pt x="-24875" y="216026"/>
                        <a:pt x="36783" y="299528"/>
                      </a:cubicBezTo>
                      <a:close/>
                      <a:moveTo>
                        <a:pt x="64343" y="279145"/>
                      </a:moveTo>
                      <a:cubicBezTo>
                        <a:pt x="13923" y="210882"/>
                        <a:pt x="28402" y="114680"/>
                        <a:pt x="96601" y="64261"/>
                      </a:cubicBezTo>
                      <a:cubicBezTo>
                        <a:pt x="164863" y="13842"/>
                        <a:pt x="261066" y="28320"/>
                        <a:pt x="311484" y="96519"/>
                      </a:cubicBezTo>
                      <a:cubicBezTo>
                        <a:pt x="361904" y="164781"/>
                        <a:pt x="347426" y="260984"/>
                        <a:pt x="279227" y="311403"/>
                      </a:cubicBezTo>
                      <a:cubicBezTo>
                        <a:pt x="210964" y="361822"/>
                        <a:pt x="114762" y="347407"/>
                        <a:pt x="64343" y="27914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6" name="Google Shape;836;p29"/>
                <p:cNvSpPr/>
                <p:nvPr/>
              </p:nvSpPr>
              <p:spPr>
                <a:xfrm>
                  <a:off x="10179939" y="2843339"/>
                  <a:ext cx="120977" cy="1415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977" h="141501" extrusionOk="0">
                      <a:moveTo>
                        <a:pt x="81979" y="138938"/>
                      </a:moveTo>
                      <a:cubicBezTo>
                        <a:pt x="90170" y="150051"/>
                        <a:pt x="128016" y="122111"/>
                        <a:pt x="119824" y="110998"/>
                      </a:cubicBezTo>
                      <a:lnTo>
                        <a:pt x="37846" y="0"/>
                      </a:lnTo>
                      <a:lnTo>
                        <a:pt x="0" y="27940"/>
                      </a:lnTo>
                      <a:lnTo>
                        <a:pt x="81979" y="13893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37" name="Google Shape;837;p29"/>
            <p:cNvGrpSpPr/>
            <p:nvPr/>
          </p:nvGrpSpPr>
          <p:grpSpPr>
            <a:xfrm>
              <a:off x="1014202" y="-49030"/>
              <a:ext cx="7922000" cy="3512652"/>
              <a:chOff x="1014202" y="-49030"/>
              <a:chExt cx="7922000" cy="3512652"/>
            </a:xfrm>
          </p:grpSpPr>
          <p:sp>
            <p:nvSpPr>
              <p:cNvPr id="838" name="Google Shape;838;p29"/>
              <p:cNvSpPr/>
              <p:nvPr/>
            </p:nvSpPr>
            <p:spPr>
              <a:xfrm>
                <a:off x="1014202" y="-49030"/>
                <a:ext cx="217212" cy="256940"/>
              </a:xfrm>
              <a:custGeom>
                <a:avLst/>
                <a:gdLst/>
                <a:ahLst/>
                <a:cxnLst/>
                <a:rect l="l" t="t" r="r" b="b"/>
                <a:pathLst>
                  <a:path w="161797" h="191389" extrusionOk="0">
                    <a:moveTo>
                      <a:pt x="159893" y="97885"/>
                    </a:moveTo>
                    <a:cubicBezTo>
                      <a:pt x="100584" y="106013"/>
                      <a:pt x="89789" y="118015"/>
                      <a:pt x="83122" y="189389"/>
                    </a:cubicBezTo>
                    <a:cubicBezTo>
                      <a:pt x="82867" y="192056"/>
                      <a:pt x="78931" y="192056"/>
                      <a:pt x="78676" y="189389"/>
                    </a:cubicBezTo>
                    <a:cubicBezTo>
                      <a:pt x="72009" y="118078"/>
                      <a:pt x="61214" y="106013"/>
                      <a:pt x="1905" y="97885"/>
                    </a:cubicBezTo>
                    <a:cubicBezTo>
                      <a:pt x="-635" y="97504"/>
                      <a:pt x="-635" y="93821"/>
                      <a:pt x="1905" y="93504"/>
                    </a:cubicBezTo>
                    <a:cubicBezTo>
                      <a:pt x="61214" y="85376"/>
                      <a:pt x="72009" y="73374"/>
                      <a:pt x="78676" y="2000"/>
                    </a:cubicBezTo>
                    <a:cubicBezTo>
                      <a:pt x="78931" y="-667"/>
                      <a:pt x="82867" y="-667"/>
                      <a:pt x="83122" y="2000"/>
                    </a:cubicBezTo>
                    <a:cubicBezTo>
                      <a:pt x="89789" y="73311"/>
                      <a:pt x="100584" y="85376"/>
                      <a:pt x="159893" y="93504"/>
                    </a:cubicBezTo>
                    <a:cubicBezTo>
                      <a:pt x="162433" y="93885"/>
                      <a:pt x="162433" y="97568"/>
                      <a:pt x="159893" y="9788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9" name="Google Shape;839;p29"/>
              <p:cNvSpPr/>
              <p:nvPr/>
            </p:nvSpPr>
            <p:spPr>
              <a:xfrm>
                <a:off x="1486377" y="151220"/>
                <a:ext cx="217212" cy="256940"/>
              </a:xfrm>
              <a:custGeom>
                <a:avLst/>
                <a:gdLst/>
                <a:ahLst/>
                <a:cxnLst/>
                <a:rect l="l" t="t" r="r" b="b"/>
                <a:pathLst>
                  <a:path w="161797" h="191389" extrusionOk="0">
                    <a:moveTo>
                      <a:pt x="159893" y="97885"/>
                    </a:moveTo>
                    <a:cubicBezTo>
                      <a:pt x="100584" y="106013"/>
                      <a:pt x="89789" y="118015"/>
                      <a:pt x="83122" y="189389"/>
                    </a:cubicBezTo>
                    <a:cubicBezTo>
                      <a:pt x="82867" y="192056"/>
                      <a:pt x="78931" y="192056"/>
                      <a:pt x="78676" y="189389"/>
                    </a:cubicBezTo>
                    <a:cubicBezTo>
                      <a:pt x="72009" y="118078"/>
                      <a:pt x="61214" y="106013"/>
                      <a:pt x="1905" y="97885"/>
                    </a:cubicBezTo>
                    <a:cubicBezTo>
                      <a:pt x="-635" y="97504"/>
                      <a:pt x="-635" y="93821"/>
                      <a:pt x="1905" y="93504"/>
                    </a:cubicBezTo>
                    <a:cubicBezTo>
                      <a:pt x="61214" y="85376"/>
                      <a:pt x="72009" y="73374"/>
                      <a:pt x="78676" y="2000"/>
                    </a:cubicBezTo>
                    <a:cubicBezTo>
                      <a:pt x="78931" y="-667"/>
                      <a:pt x="82867" y="-667"/>
                      <a:pt x="83122" y="2000"/>
                    </a:cubicBezTo>
                    <a:cubicBezTo>
                      <a:pt x="89789" y="73311"/>
                      <a:pt x="100584" y="85376"/>
                      <a:pt x="159893" y="93504"/>
                    </a:cubicBezTo>
                    <a:cubicBezTo>
                      <a:pt x="162433" y="93885"/>
                      <a:pt x="162433" y="97568"/>
                      <a:pt x="159893" y="9788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0" name="Google Shape;840;p29"/>
              <p:cNvSpPr/>
              <p:nvPr/>
            </p:nvSpPr>
            <p:spPr>
              <a:xfrm>
                <a:off x="8718990" y="3206682"/>
                <a:ext cx="217212" cy="256940"/>
              </a:xfrm>
              <a:custGeom>
                <a:avLst/>
                <a:gdLst/>
                <a:ahLst/>
                <a:cxnLst/>
                <a:rect l="l" t="t" r="r" b="b"/>
                <a:pathLst>
                  <a:path w="161797" h="191389" extrusionOk="0">
                    <a:moveTo>
                      <a:pt x="159893" y="97885"/>
                    </a:moveTo>
                    <a:cubicBezTo>
                      <a:pt x="100584" y="106013"/>
                      <a:pt x="89789" y="118015"/>
                      <a:pt x="83122" y="189389"/>
                    </a:cubicBezTo>
                    <a:cubicBezTo>
                      <a:pt x="82867" y="192056"/>
                      <a:pt x="78931" y="192056"/>
                      <a:pt x="78676" y="189389"/>
                    </a:cubicBezTo>
                    <a:cubicBezTo>
                      <a:pt x="72009" y="118078"/>
                      <a:pt x="61214" y="106013"/>
                      <a:pt x="1905" y="97885"/>
                    </a:cubicBezTo>
                    <a:cubicBezTo>
                      <a:pt x="-635" y="97504"/>
                      <a:pt x="-635" y="93821"/>
                      <a:pt x="1905" y="93504"/>
                    </a:cubicBezTo>
                    <a:cubicBezTo>
                      <a:pt x="61214" y="85376"/>
                      <a:pt x="72009" y="73374"/>
                      <a:pt x="78676" y="2000"/>
                    </a:cubicBezTo>
                    <a:cubicBezTo>
                      <a:pt x="78931" y="-667"/>
                      <a:pt x="82867" y="-667"/>
                      <a:pt x="83122" y="2000"/>
                    </a:cubicBezTo>
                    <a:cubicBezTo>
                      <a:pt x="89789" y="73311"/>
                      <a:pt x="100584" y="85376"/>
                      <a:pt x="159893" y="93504"/>
                    </a:cubicBezTo>
                    <a:cubicBezTo>
                      <a:pt x="162433" y="93885"/>
                      <a:pt x="162433" y="97568"/>
                      <a:pt x="159893" y="9788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30"/>
          <p:cNvSpPr/>
          <p:nvPr/>
        </p:nvSpPr>
        <p:spPr>
          <a:xfrm>
            <a:off x="1366940" y="78707"/>
            <a:ext cx="217212" cy="256940"/>
          </a:xfrm>
          <a:custGeom>
            <a:avLst/>
            <a:gdLst/>
            <a:ahLst/>
            <a:cxnLst/>
            <a:rect l="l" t="t" r="r" b="b"/>
            <a:pathLst>
              <a:path w="161797" h="191389" extrusionOk="0">
                <a:moveTo>
                  <a:pt x="159893" y="97885"/>
                </a:moveTo>
                <a:cubicBezTo>
                  <a:pt x="100584" y="106013"/>
                  <a:pt x="89789" y="118015"/>
                  <a:pt x="83122" y="189389"/>
                </a:cubicBezTo>
                <a:cubicBezTo>
                  <a:pt x="82867" y="192056"/>
                  <a:pt x="78931" y="192056"/>
                  <a:pt x="78676" y="189389"/>
                </a:cubicBezTo>
                <a:cubicBezTo>
                  <a:pt x="72009" y="118078"/>
                  <a:pt x="61214" y="106013"/>
                  <a:pt x="1905" y="97885"/>
                </a:cubicBezTo>
                <a:cubicBezTo>
                  <a:pt x="-635" y="97504"/>
                  <a:pt x="-635" y="93821"/>
                  <a:pt x="1905" y="93504"/>
                </a:cubicBezTo>
                <a:cubicBezTo>
                  <a:pt x="61214" y="85376"/>
                  <a:pt x="72009" y="73374"/>
                  <a:pt x="78676" y="2000"/>
                </a:cubicBezTo>
                <a:cubicBezTo>
                  <a:pt x="78931" y="-667"/>
                  <a:pt x="82867" y="-667"/>
                  <a:pt x="83122" y="2000"/>
                </a:cubicBezTo>
                <a:cubicBezTo>
                  <a:pt x="89789" y="73311"/>
                  <a:pt x="100584" y="85376"/>
                  <a:pt x="159893" y="93504"/>
                </a:cubicBezTo>
                <a:cubicBezTo>
                  <a:pt x="162433" y="93885"/>
                  <a:pt x="162433" y="97568"/>
                  <a:pt x="159893" y="9788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30"/>
          <p:cNvSpPr/>
          <p:nvPr/>
        </p:nvSpPr>
        <p:spPr>
          <a:xfrm>
            <a:off x="203702" y="1663020"/>
            <a:ext cx="217212" cy="256940"/>
          </a:xfrm>
          <a:custGeom>
            <a:avLst/>
            <a:gdLst/>
            <a:ahLst/>
            <a:cxnLst/>
            <a:rect l="l" t="t" r="r" b="b"/>
            <a:pathLst>
              <a:path w="161797" h="191389" extrusionOk="0">
                <a:moveTo>
                  <a:pt x="159893" y="97885"/>
                </a:moveTo>
                <a:cubicBezTo>
                  <a:pt x="100584" y="106013"/>
                  <a:pt x="89789" y="118015"/>
                  <a:pt x="83122" y="189389"/>
                </a:cubicBezTo>
                <a:cubicBezTo>
                  <a:pt x="82867" y="192056"/>
                  <a:pt x="78931" y="192056"/>
                  <a:pt x="78676" y="189389"/>
                </a:cubicBezTo>
                <a:cubicBezTo>
                  <a:pt x="72009" y="118078"/>
                  <a:pt x="61214" y="106013"/>
                  <a:pt x="1905" y="97885"/>
                </a:cubicBezTo>
                <a:cubicBezTo>
                  <a:pt x="-635" y="97504"/>
                  <a:pt x="-635" y="93821"/>
                  <a:pt x="1905" y="93504"/>
                </a:cubicBezTo>
                <a:cubicBezTo>
                  <a:pt x="61214" y="85376"/>
                  <a:pt x="72009" y="73374"/>
                  <a:pt x="78676" y="2000"/>
                </a:cubicBezTo>
                <a:cubicBezTo>
                  <a:pt x="78931" y="-667"/>
                  <a:pt x="82867" y="-667"/>
                  <a:pt x="83122" y="2000"/>
                </a:cubicBezTo>
                <a:cubicBezTo>
                  <a:pt x="89789" y="73311"/>
                  <a:pt x="100584" y="85376"/>
                  <a:pt x="159893" y="93504"/>
                </a:cubicBezTo>
                <a:cubicBezTo>
                  <a:pt x="162433" y="93885"/>
                  <a:pt x="162433" y="97568"/>
                  <a:pt x="159893" y="9788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30"/>
          <p:cNvSpPr/>
          <p:nvPr/>
        </p:nvSpPr>
        <p:spPr>
          <a:xfrm>
            <a:off x="453452" y="2154120"/>
            <a:ext cx="217212" cy="256940"/>
          </a:xfrm>
          <a:custGeom>
            <a:avLst/>
            <a:gdLst/>
            <a:ahLst/>
            <a:cxnLst/>
            <a:rect l="l" t="t" r="r" b="b"/>
            <a:pathLst>
              <a:path w="161797" h="191389" extrusionOk="0">
                <a:moveTo>
                  <a:pt x="159893" y="97885"/>
                </a:moveTo>
                <a:cubicBezTo>
                  <a:pt x="100584" y="106013"/>
                  <a:pt x="89789" y="118015"/>
                  <a:pt x="83122" y="189389"/>
                </a:cubicBezTo>
                <a:cubicBezTo>
                  <a:pt x="82867" y="192056"/>
                  <a:pt x="78931" y="192056"/>
                  <a:pt x="78676" y="189389"/>
                </a:cubicBezTo>
                <a:cubicBezTo>
                  <a:pt x="72009" y="118078"/>
                  <a:pt x="61214" y="106013"/>
                  <a:pt x="1905" y="97885"/>
                </a:cubicBezTo>
                <a:cubicBezTo>
                  <a:pt x="-635" y="97504"/>
                  <a:pt x="-635" y="93821"/>
                  <a:pt x="1905" y="93504"/>
                </a:cubicBezTo>
                <a:cubicBezTo>
                  <a:pt x="61214" y="85376"/>
                  <a:pt x="72009" y="73374"/>
                  <a:pt x="78676" y="2000"/>
                </a:cubicBezTo>
                <a:cubicBezTo>
                  <a:pt x="78931" y="-667"/>
                  <a:pt x="82867" y="-667"/>
                  <a:pt x="83122" y="2000"/>
                </a:cubicBezTo>
                <a:cubicBezTo>
                  <a:pt x="89789" y="73311"/>
                  <a:pt x="100584" y="85376"/>
                  <a:pt x="159893" y="93504"/>
                </a:cubicBezTo>
                <a:cubicBezTo>
                  <a:pt x="162433" y="93885"/>
                  <a:pt x="162433" y="97568"/>
                  <a:pt x="159893" y="9788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30"/>
          <p:cNvSpPr/>
          <p:nvPr/>
        </p:nvSpPr>
        <p:spPr>
          <a:xfrm>
            <a:off x="8552765" y="1919957"/>
            <a:ext cx="217212" cy="256940"/>
          </a:xfrm>
          <a:custGeom>
            <a:avLst/>
            <a:gdLst/>
            <a:ahLst/>
            <a:cxnLst/>
            <a:rect l="l" t="t" r="r" b="b"/>
            <a:pathLst>
              <a:path w="161797" h="191389" extrusionOk="0">
                <a:moveTo>
                  <a:pt x="159893" y="97885"/>
                </a:moveTo>
                <a:cubicBezTo>
                  <a:pt x="100584" y="106013"/>
                  <a:pt x="89789" y="118015"/>
                  <a:pt x="83122" y="189389"/>
                </a:cubicBezTo>
                <a:cubicBezTo>
                  <a:pt x="82867" y="192056"/>
                  <a:pt x="78931" y="192056"/>
                  <a:pt x="78676" y="189389"/>
                </a:cubicBezTo>
                <a:cubicBezTo>
                  <a:pt x="72009" y="118078"/>
                  <a:pt x="61214" y="106013"/>
                  <a:pt x="1905" y="97885"/>
                </a:cubicBezTo>
                <a:cubicBezTo>
                  <a:pt x="-635" y="97504"/>
                  <a:pt x="-635" y="93821"/>
                  <a:pt x="1905" y="93504"/>
                </a:cubicBezTo>
                <a:cubicBezTo>
                  <a:pt x="61214" y="85376"/>
                  <a:pt x="72009" y="73374"/>
                  <a:pt x="78676" y="2000"/>
                </a:cubicBezTo>
                <a:cubicBezTo>
                  <a:pt x="78931" y="-667"/>
                  <a:pt x="82867" y="-667"/>
                  <a:pt x="83122" y="2000"/>
                </a:cubicBezTo>
                <a:cubicBezTo>
                  <a:pt x="89789" y="73311"/>
                  <a:pt x="100584" y="85376"/>
                  <a:pt x="159893" y="93504"/>
                </a:cubicBezTo>
                <a:cubicBezTo>
                  <a:pt x="162433" y="93885"/>
                  <a:pt x="162433" y="97568"/>
                  <a:pt x="159893" y="9788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6" name="Google Shape;846;p30"/>
          <p:cNvGrpSpPr/>
          <p:nvPr/>
        </p:nvGrpSpPr>
        <p:grpSpPr>
          <a:xfrm>
            <a:off x="-501626" y="-970581"/>
            <a:ext cx="10155783" cy="6016240"/>
            <a:chOff x="-501626" y="-970581"/>
            <a:chExt cx="10155783" cy="6016240"/>
          </a:xfrm>
        </p:grpSpPr>
        <p:grpSp>
          <p:nvGrpSpPr>
            <p:cNvPr id="847" name="Google Shape;847;p30"/>
            <p:cNvGrpSpPr/>
            <p:nvPr/>
          </p:nvGrpSpPr>
          <p:grpSpPr>
            <a:xfrm>
              <a:off x="7780032" y="4405519"/>
              <a:ext cx="1530333" cy="640139"/>
              <a:chOff x="5289422" y="3025013"/>
              <a:chExt cx="777885" cy="325373"/>
            </a:xfrm>
          </p:grpSpPr>
          <p:sp>
            <p:nvSpPr>
              <p:cNvPr id="848" name="Google Shape;848;p30"/>
              <p:cNvSpPr/>
              <p:nvPr/>
            </p:nvSpPr>
            <p:spPr>
              <a:xfrm>
                <a:off x="5289422" y="3326891"/>
                <a:ext cx="732345" cy="23495"/>
              </a:xfrm>
              <a:custGeom>
                <a:avLst/>
                <a:gdLst/>
                <a:ahLst/>
                <a:cxnLst/>
                <a:rect l="l" t="t" r="r" b="b"/>
                <a:pathLst>
                  <a:path w="732345" h="23495" extrusionOk="0">
                    <a:moveTo>
                      <a:pt x="720598" y="23495"/>
                    </a:moveTo>
                    <a:lnTo>
                      <a:pt x="11748" y="23495"/>
                    </a:lnTo>
                    <a:cubicBezTo>
                      <a:pt x="5271" y="23495"/>
                      <a:pt x="0" y="18224"/>
                      <a:pt x="0" y="11748"/>
                    </a:cubicBezTo>
                    <a:lnTo>
                      <a:pt x="0" y="11748"/>
                    </a:lnTo>
                    <a:cubicBezTo>
                      <a:pt x="0" y="5271"/>
                      <a:pt x="5271" y="0"/>
                      <a:pt x="11748" y="0"/>
                    </a:cubicBezTo>
                    <a:lnTo>
                      <a:pt x="720598" y="0"/>
                    </a:lnTo>
                    <a:cubicBezTo>
                      <a:pt x="727075" y="0"/>
                      <a:pt x="732346" y="5271"/>
                      <a:pt x="732346" y="11748"/>
                    </a:cubicBezTo>
                    <a:lnTo>
                      <a:pt x="732346" y="11748"/>
                    </a:lnTo>
                    <a:cubicBezTo>
                      <a:pt x="732282" y="18224"/>
                      <a:pt x="727075" y="23495"/>
                      <a:pt x="720598" y="2349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9" name="Google Shape;849;p30"/>
              <p:cNvSpPr/>
              <p:nvPr/>
            </p:nvSpPr>
            <p:spPr>
              <a:xfrm>
                <a:off x="5289422" y="3326891"/>
                <a:ext cx="342646" cy="23495"/>
              </a:xfrm>
              <a:custGeom>
                <a:avLst/>
                <a:gdLst/>
                <a:ahLst/>
                <a:cxnLst/>
                <a:rect l="l" t="t" r="r" b="b"/>
                <a:pathLst>
                  <a:path w="342646" h="23495" extrusionOk="0">
                    <a:moveTo>
                      <a:pt x="330899" y="23495"/>
                    </a:moveTo>
                    <a:lnTo>
                      <a:pt x="11748" y="23495"/>
                    </a:lnTo>
                    <a:cubicBezTo>
                      <a:pt x="5271" y="23495"/>
                      <a:pt x="0" y="18224"/>
                      <a:pt x="0" y="11748"/>
                    </a:cubicBezTo>
                    <a:lnTo>
                      <a:pt x="0" y="11748"/>
                    </a:lnTo>
                    <a:cubicBezTo>
                      <a:pt x="0" y="5271"/>
                      <a:pt x="5271" y="0"/>
                      <a:pt x="11748" y="0"/>
                    </a:cubicBezTo>
                    <a:lnTo>
                      <a:pt x="330899" y="0"/>
                    </a:lnTo>
                    <a:cubicBezTo>
                      <a:pt x="337376" y="0"/>
                      <a:pt x="342646" y="5271"/>
                      <a:pt x="342646" y="11748"/>
                    </a:cubicBezTo>
                    <a:lnTo>
                      <a:pt x="342646" y="11748"/>
                    </a:lnTo>
                    <a:cubicBezTo>
                      <a:pt x="342646" y="18224"/>
                      <a:pt x="337376" y="23495"/>
                      <a:pt x="330899" y="234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50" name="Google Shape;850;p30"/>
              <p:cNvGrpSpPr/>
              <p:nvPr/>
            </p:nvGrpSpPr>
            <p:grpSpPr>
              <a:xfrm>
                <a:off x="5638101" y="3025013"/>
                <a:ext cx="429206" cy="304481"/>
                <a:chOff x="5638101" y="3025013"/>
                <a:chExt cx="429206" cy="304481"/>
              </a:xfrm>
            </p:grpSpPr>
            <p:sp>
              <p:nvSpPr>
                <p:cNvPr id="851" name="Google Shape;851;p30"/>
                <p:cNvSpPr/>
                <p:nvPr/>
              </p:nvSpPr>
              <p:spPr>
                <a:xfrm>
                  <a:off x="5638101" y="3025013"/>
                  <a:ext cx="429206" cy="301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206" h="301878" extrusionOk="0">
                      <a:moveTo>
                        <a:pt x="371475" y="301879"/>
                      </a:moveTo>
                      <a:lnTo>
                        <a:pt x="0" y="301879"/>
                      </a:lnTo>
                      <a:lnTo>
                        <a:pt x="45021" y="20447"/>
                      </a:lnTo>
                      <a:cubicBezTo>
                        <a:pt x="46927" y="8699"/>
                        <a:pt x="57086" y="0"/>
                        <a:pt x="68961" y="0"/>
                      </a:cubicBezTo>
                      <a:lnTo>
                        <a:pt x="413448" y="0"/>
                      </a:lnTo>
                      <a:cubicBezTo>
                        <a:pt x="423164" y="0"/>
                        <a:pt x="430530" y="8636"/>
                        <a:pt x="429006" y="18224"/>
                      </a:cubicBezTo>
                      <a:lnTo>
                        <a:pt x="385572" y="289878"/>
                      </a:lnTo>
                      <a:cubicBezTo>
                        <a:pt x="384429" y="296799"/>
                        <a:pt x="378460" y="301879"/>
                        <a:pt x="371475" y="30187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2" name="Google Shape;852;p30"/>
                <p:cNvSpPr/>
                <p:nvPr/>
              </p:nvSpPr>
              <p:spPr>
                <a:xfrm>
                  <a:off x="5651032" y="3033363"/>
                  <a:ext cx="351749" cy="296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749" h="296131" extrusionOk="0">
                      <a:moveTo>
                        <a:pt x="349209" y="296132"/>
                      </a:moveTo>
                      <a:lnTo>
                        <a:pt x="12787" y="296132"/>
                      </a:lnTo>
                      <a:cubicBezTo>
                        <a:pt x="9040" y="296132"/>
                        <a:pt x="5547" y="294481"/>
                        <a:pt x="3071" y="291687"/>
                      </a:cubicBezTo>
                      <a:cubicBezTo>
                        <a:pt x="658" y="288829"/>
                        <a:pt x="-422" y="285146"/>
                        <a:pt x="150" y="281463"/>
                      </a:cubicBezTo>
                      <a:lnTo>
                        <a:pt x="42187" y="11715"/>
                      </a:lnTo>
                      <a:cubicBezTo>
                        <a:pt x="42822" y="7905"/>
                        <a:pt x="44156" y="4413"/>
                        <a:pt x="46251" y="1174"/>
                      </a:cubicBezTo>
                      <a:cubicBezTo>
                        <a:pt x="47013" y="-32"/>
                        <a:pt x="48664" y="-350"/>
                        <a:pt x="49807" y="412"/>
                      </a:cubicBezTo>
                      <a:cubicBezTo>
                        <a:pt x="51014" y="1174"/>
                        <a:pt x="51331" y="2825"/>
                        <a:pt x="50569" y="3968"/>
                      </a:cubicBezTo>
                      <a:cubicBezTo>
                        <a:pt x="48855" y="6572"/>
                        <a:pt x="47775" y="9429"/>
                        <a:pt x="47267" y="12477"/>
                      </a:cubicBezTo>
                      <a:lnTo>
                        <a:pt x="5230" y="282225"/>
                      </a:lnTo>
                      <a:cubicBezTo>
                        <a:pt x="4913" y="284448"/>
                        <a:pt x="5547" y="286670"/>
                        <a:pt x="6945" y="288321"/>
                      </a:cubicBezTo>
                      <a:cubicBezTo>
                        <a:pt x="8405" y="290036"/>
                        <a:pt x="10501" y="290988"/>
                        <a:pt x="12723" y="290988"/>
                      </a:cubicBezTo>
                      <a:lnTo>
                        <a:pt x="349146" y="290988"/>
                      </a:lnTo>
                      <a:cubicBezTo>
                        <a:pt x="350543" y="290988"/>
                        <a:pt x="351750" y="292131"/>
                        <a:pt x="351750" y="293592"/>
                      </a:cubicBezTo>
                      <a:cubicBezTo>
                        <a:pt x="351750" y="295052"/>
                        <a:pt x="350607" y="296132"/>
                        <a:pt x="349209" y="29613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3" name="Google Shape;853;p30"/>
                <p:cNvSpPr/>
                <p:nvPr/>
              </p:nvSpPr>
              <p:spPr>
                <a:xfrm rot="-2480867">
                  <a:off x="5830572" y="3145659"/>
                  <a:ext cx="74860" cy="64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931" h="64263" extrusionOk="0">
                      <a:moveTo>
                        <a:pt x="74931" y="32132"/>
                      </a:moveTo>
                      <a:cubicBezTo>
                        <a:pt x="74931" y="49878"/>
                        <a:pt x="58157" y="64263"/>
                        <a:pt x="37465" y="64263"/>
                      </a:cubicBezTo>
                      <a:cubicBezTo>
                        <a:pt x="16774" y="64263"/>
                        <a:pt x="0" y="49878"/>
                        <a:pt x="0" y="32132"/>
                      </a:cubicBezTo>
                      <a:cubicBezTo>
                        <a:pt x="0" y="14386"/>
                        <a:pt x="16774" y="0"/>
                        <a:pt x="37465" y="0"/>
                      </a:cubicBezTo>
                      <a:cubicBezTo>
                        <a:pt x="58157" y="0"/>
                        <a:pt x="74931" y="14386"/>
                        <a:pt x="74931" y="32132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54" name="Google Shape;854;p30"/>
            <p:cNvGrpSpPr/>
            <p:nvPr/>
          </p:nvGrpSpPr>
          <p:grpSpPr>
            <a:xfrm rot="448665">
              <a:off x="-422172" y="60463"/>
              <a:ext cx="1013381" cy="1287274"/>
              <a:chOff x="2997187" y="-465334"/>
              <a:chExt cx="922902" cy="1172339"/>
            </a:xfrm>
          </p:grpSpPr>
          <p:sp>
            <p:nvSpPr>
              <p:cNvPr id="855" name="Google Shape;855;p30"/>
              <p:cNvSpPr/>
              <p:nvPr/>
            </p:nvSpPr>
            <p:spPr>
              <a:xfrm>
                <a:off x="2997187" y="-465334"/>
                <a:ext cx="922902" cy="1172339"/>
              </a:xfrm>
              <a:custGeom>
                <a:avLst/>
                <a:gdLst/>
                <a:ahLst/>
                <a:cxnLst/>
                <a:rect l="l" t="t" r="r" b="b"/>
                <a:pathLst>
                  <a:path w="687450" h="873251" extrusionOk="0">
                    <a:moveTo>
                      <a:pt x="687451" y="873252"/>
                    </a:moveTo>
                    <a:lnTo>
                      <a:pt x="0" y="873252"/>
                    </a:lnTo>
                    <a:lnTo>
                      <a:pt x="0" y="0"/>
                    </a:lnTo>
                    <a:lnTo>
                      <a:pt x="472631" y="0"/>
                    </a:lnTo>
                    <a:cubicBezTo>
                      <a:pt x="522669" y="0"/>
                      <a:pt x="568516" y="27877"/>
                      <a:pt x="591566" y="72199"/>
                    </a:cubicBezTo>
                    <a:lnTo>
                      <a:pt x="687451" y="256730"/>
                    </a:lnTo>
                    <a:lnTo>
                      <a:pt x="687451" y="873252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56" name="Google Shape;856;p30"/>
              <p:cNvGrpSpPr/>
              <p:nvPr/>
            </p:nvGrpSpPr>
            <p:grpSpPr>
              <a:xfrm>
                <a:off x="3094838" y="-164711"/>
                <a:ext cx="727103" cy="716195"/>
                <a:chOff x="2934017" y="2619755"/>
                <a:chExt cx="541846" cy="533717"/>
              </a:xfrm>
            </p:grpSpPr>
            <p:grpSp>
              <p:nvGrpSpPr>
                <p:cNvPr id="857" name="Google Shape;857;p30"/>
                <p:cNvGrpSpPr/>
                <p:nvPr/>
              </p:nvGrpSpPr>
              <p:grpSpPr>
                <a:xfrm>
                  <a:off x="2934017" y="2619755"/>
                  <a:ext cx="541846" cy="237490"/>
                  <a:chOff x="2934017" y="2619755"/>
                  <a:chExt cx="541846" cy="237490"/>
                </a:xfrm>
              </p:grpSpPr>
              <p:sp>
                <p:nvSpPr>
                  <p:cNvPr id="858" name="Google Shape;858;p30"/>
                  <p:cNvSpPr/>
                  <p:nvPr/>
                </p:nvSpPr>
                <p:spPr>
                  <a:xfrm>
                    <a:off x="2934080" y="2619755"/>
                    <a:ext cx="330961" cy="361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0961" h="36195" extrusionOk="0">
                        <a:moveTo>
                          <a:pt x="312864" y="36195"/>
                        </a:moveTo>
                        <a:lnTo>
                          <a:pt x="18098" y="36195"/>
                        </a:lnTo>
                        <a:cubicBezTo>
                          <a:pt x="8064" y="36195"/>
                          <a:pt x="0" y="28067"/>
                          <a:pt x="0" y="18098"/>
                        </a:cubicBezTo>
                        <a:lnTo>
                          <a:pt x="0" y="18098"/>
                        </a:lnTo>
                        <a:cubicBezTo>
                          <a:pt x="0" y="8064"/>
                          <a:pt x="8128" y="0"/>
                          <a:pt x="18098" y="0"/>
                        </a:cubicBezTo>
                        <a:lnTo>
                          <a:pt x="312864" y="0"/>
                        </a:lnTo>
                        <a:cubicBezTo>
                          <a:pt x="322897" y="0"/>
                          <a:pt x="330962" y="8128"/>
                          <a:pt x="330962" y="18098"/>
                        </a:cubicBezTo>
                        <a:lnTo>
                          <a:pt x="330962" y="18098"/>
                        </a:lnTo>
                        <a:cubicBezTo>
                          <a:pt x="330962" y="28067"/>
                          <a:pt x="322834" y="36195"/>
                          <a:pt x="312864" y="3619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9" name="Google Shape;859;p30"/>
                  <p:cNvSpPr/>
                  <p:nvPr/>
                </p:nvSpPr>
                <p:spPr>
                  <a:xfrm>
                    <a:off x="2934017" y="2695448"/>
                    <a:ext cx="541846" cy="125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1846" h="12572" extrusionOk="0">
                        <a:moveTo>
                          <a:pt x="535940" y="12573"/>
                        </a:moveTo>
                        <a:lnTo>
                          <a:pt x="5906" y="12573"/>
                        </a:lnTo>
                        <a:cubicBezTo>
                          <a:pt x="2604" y="12573"/>
                          <a:pt x="0" y="9906"/>
                          <a:pt x="0" y="6667"/>
                        </a:cubicBezTo>
                        <a:lnTo>
                          <a:pt x="0" y="5905"/>
                        </a:lnTo>
                        <a:cubicBezTo>
                          <a:pt x="0" y="2604"/>
                          <a:pt x="2667" y="0"/>
                          <a:pt x="5906" y="0"/>
                        </a:cubicBezTo>
                        <a:lnTo>
                          <a:pt x="535940" y="0"/>
                        </a:lnTo>
                        <a:cubicBezTo>
                          <a:pt x="539242" y="0"/>
                          <a:pt x="541846" y="2667"/>
                          <a:pt x="541846" y="5905"/>
                        </a:cubicBezTo>
                        <a:lnTo>
                          <a:pt x="541846" y="6667"/>
                        </a:lnTo>
                        <a:cubicBezTo>
                          <a:pt x="541909" y="9969"/>
                          <a:pt x="539242" y="12573"/>
                          <a:pt x="535940" y="125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0" name="Google Shape;860;p30"/>
                  <p:cNvSpPr/>
                  <p:nvPr/>
                </p:nvSpPr>
                <p:spPr>
                  <a:xfrm>
                    <a:off x="2934017" y="2745232"/>
                    <a:ext cx="541846" cy="125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1846" h="12572" extrusionOk="0">
                        <a:moveTo>
                          <a:pt x="535940" y="12573"/>
                        </a:moveTo>
                        <a:lnTo>
                          <a:pt x="5906" y="12573"/>
                        </a:lnTo>
                        <a:cubicBezTo>
                          <a:pt x="2604" y="12573"/>
                          <a:pt x="0" y="9906"/>
                          <a:pt x="0" y="6667"/>
                        </a:cubicBezTo>
                        <a:lnTo>
                          <a:pt x="0" y="5905"/>
                        </a:lnTo>
                        <a:cubicBezTo>
                          <a:pt x="0" y="2604"/>
                          <a:pt x="2667" y="0"/>
                          <a:pt x="5906" y="0"/>
                        </a:cubicBezTo>
                        <a:lnTo>
                          <a:pt x="535940" y="0"/>
                        </a:lnTo>
                        <a:cubicBezTo>
                          <a:pt x="539242" y="0"/>
                          <a:pt x="541846" y="2667"/>
                          <a:pt x="541846" y="5905"/>
                        </a:cubicBezTo>
                        <a:lnTo>
                          <a:pt x="541846" y="6667"/>
                        </a:lnTo>
                        <a:cubicBezTo>
                          <a:pt x="541909" y="9906"/>
                          <a:pt x="539242" y="12573"/>
                          <a:pt x="535940" y="125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1" name="Google Shape;861;p30"/>
                  <p:cNvSpPr/>
                  <p:nvPr/>
                </p:nvSpPr>
                <p:spPr>
                  <a:xfrm>
                    <a:off x="2934017" y="2794952"/>
                    <a:ext cx="541846" cy="12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1846" h="12573" extrusionOk="0">
                        <a:moveTo>
                          <a:pt x="535940" y="12573"/>
                        </a:moveTo>
                        <a:lnTo>
                          <a:pt x="5906" y="12573"/>
                        </a:lnTo>
                        <a:cubicBezTo>
                          <a:pt x="2604" y="12573"/>
                          <a:pt x="0" y="9906"/>
                          <a:pt x="0" y="6668"/>
                        </a:cubicBezTo>
                        <a:lnTo>
                          <a:pt x="0" y="5905"/>
                        </a:lnTo>
                        <a:cubicBezTo>
                          <a:pt x="0" y="2604"/>
                          <a:pt x="2667" y="0"/>
                          <a:pt x="5906" y="0"/>
                        </a:cubicBezTo>
                        <a:lnTo>
                          <a:pt x="535940" y="0"/>
                        </a:lnTo>
                        <a:cubicBezTo>
                          <a:pt x="539242" y="0"/>
                          <a:pt x="541846" y="2667"/>
                          <a:pt x="541846" y="5905"/>
                        </a:cubicBezTo>
                        <a:lnTo>
                          <a:pt x="541846" y="6668"/>
                        </a:lnTo>
                        <a:cubicBezTo>
                          <a:pt x="541909" y="9906"/>
                          <a:pt x="539242" y="12573"/>
                          <a:pt x="535940" y="125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2" name="Google Shape;862;p30"/>
                  <p:cNvSpPr/>
                  <p:nvPr/>
                </p:nvSpPr>
                <p:spPr>
                  <a:xfrm>
                    <a:off x="2934017" y="2844673"/>
                    <a:ext cx="225743" cy="125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5743" h="12572" extrusionOk="0">
                        <a:moveTo>
                          <a:pt x="219837" y="12573"/>
                        </a:moveTo>
                        <a:lnTo>
                          <a:pt x="5906" y="12573"/>
                        </a:lnTo>
                        <a:cubicBezTo>
                          <a:pt x="2604" y="12573"/>
                          <a:pt x="0" y="9906"/>
                          <a:pt x="0" y="6667"/>
                        </a:cubicBezTo>
                        <a:lnTo>
                          <a:pt x="0" y="5905"/>
                        </a:lnTo>
                        <a:cubicBezTo>
                          <a:pt x="0" y="2604"/>
                          <a:pt x="2667" y="0"/>
                          <a:pt x="5906" y="0"/>
                        </a:cubicBezTo>
                        <a:lnTo>
                          <a:pt x="219837" y="0"/>
                        </a:lnTo>
                        <a:cubicBezTo>
                          <a:pt x="223139" y="0"/>
                          <a:pt x="225743" y="2667"/>
                          <a:pt x="225743" y="5905"/>
                        </a:cubicBezTo>
                        <a:lnTo>
                          <a:pt x="225743" y="6667"/>
                        </a:lnTo>
                        <a:cubicBezTo>
                          <a:pt x="225806" y="9906"/>
                          <a:pt x="223139" y="12573"/>
                          <a:pt x="219837" y="125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863" name="Google Shape;863;p30"/>
                <p:cNvGrpSpPr/>
                <p:nvPr/>
              </p:nvGrpSpPr>
              <p:grpSpPr>
                <a:xfrm>
                  <a:off x="2934017" y="2915983"/>
                  <a:ext cx="541846" cy="237489"/>
                  <a:chOff x="2934017" y="2915983"/>
                  <a:chExt cx="541846" cy="237489"/>
                </a:xfrm>
              </p:grpSpPr>
              <p:sp>
                <p:nvSpPr>
                  <p:cNvPr id="864" name="Google Shape;864;p30"/>
                  <p:cNvSpPr/>
                  <p:nvPr/>
                </p:nvSpPr>
                <p:spPr>
                  <a:xfrm>
                    <a:off x="2934080" y="2915983"/>
                    <a:ext cx="330961" cy="361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0961" h="36195" extrusionOk="0">
                        <a:moveTo>
                          <a:pt x="312864" y="36195"/>
                        </a:moveTo>
                        <a:lnTo>
                          <a:pt x="18098" y="36195"/>
                        </a:lnTo>
                        <a:cubicBezTo>
                          <a:pt x="8064" y="36195"/>
                          <a:pt x="0" y="28067"/>
                          <a:pt x="0" y="18098"/>
                        </a:cubicBezTo>
                        <a:lnTo>
                          <a:pt x="0" y="18098"/>
                        </a:lnTo>
                        <a:cubicBezTo>
                          <a:pt x="0" y="8065"/>
                          <a:pt x="8128" y="0"/>
                          <a:pt x="18098" y="0"/>
                        </a:cubicBezTo>
                        <a:lnTo>
                          <a:pt x="312864" y="0"/>
                        </a:lnTo>
                        <a:cubicBezTo>
                          <a:pt x="322897" y="0"/>
                          <a:pt x="330962" y="8128"/>
                          <a:pt x="330962" y="18098"/>
                        </a:cubicBezTo>
                        <a:lnTo>
                          <a:pt x="330962" y="18098"/>
                        </a:lnTo>
                        <a:cubicBezTo>
                          <a:pt x="330962" y="28131"/>
                          <a:pt x="322834" y="36195"/>
                          <a:pt x="312864" y="3619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5" name="Google Shape;865;p30"/>
                  <p:cNvSpPr/>
                  <p:nvPr/>
                </p:nvSpPr>
                <p:spPr>
                  <a:xfrm>
                    <a:off x="2934017" y="2991739"/>
                    <a:ext cx="541846" cy="125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1846" h="12572" extrusionOk="0">
                        <a:moveTo>
                          <a:pt x="535940" y="12573"/>
                        </a:moveTo>
                        <a:lnTo>
                          <a:pt x="5906" y="12573"/>
                        </a:lnTo>
                        <a:cubicBezTo>
                          <a:pt x="2604" y="12573"/>
                          <a:pt x="0" y="9906"/>
                          <a:pt x="0" y="6667"/>
                        </a:cubicBezTo>
                        <a:lnTo>
                          <a:pt x="0" y="5905"/>
                        </a:lnTo>
                        <a:cubicBezTo>
                          <a:pt x="0" y="2603"/>
                          <a:pt x="2667" y="0"/>
                          <a:pt x="5906" y="0"/>
                        </a:cubicBezTo>
                        <a:lnTo>
                          <a:pt x="535940" y="0"/>
                        </a:lnTo>
                        <a:cubicBezTo>
                          <a:pt x="539242" y="0"/>
                          <a:pt x="541846" y="2667"/>
                          <a:pt x="541846" y="5905"/>
                        </a:cubicBezTo>
                        <a:lnTo>
                          <a:pt x="541846" y="6667"/>
                        </a:lnTo>
                        <a:cubicBezTo>
                          <a:pt x="541909" y="9906"/>
                          <a:pt x="539242" y="12573"/>
                          <a:pt x="535940" y="125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6" name="Google Shape;866;p30"/>
                  <p:cNvSpPr/>
                  <p:nvPr/>
                </p:nvSpPr>
                <p:spPr>
                  <a:xfrm>
                    <a:off x="2934017" y="3041459"/>
                    <a:ext cx="541846" cy="12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1846" h="12573" extrusionOk="0">
                        <a:moveTo>
                          <a:pt x="535940" y="12573"/>
                        </a:moveTo>
                        <a:lnTo>
                          <a:pt x="5906" y="12573"/>
                        </a:lnTo>
                        <a:cubicBezTo>
                          <a:pt x="2604" y="12573"/>
                          <a:pt x="0" y="9906"/>
                          <a:pt x="0" y="6667"/>
                        </a:cubicBezTo>
                        <a:lnTo>
                          <a:pt x="0" y="5905"/>
                        </a:lnTo>
                        <a:cubicBezTo>
                          <a:pt x="0" y="2604"/>
                          <a:pt x="2667" y="0"/>
                          <a:pt x="5906" y="0"/>
                        </a:cubicBezTo>
                        <a:lnTo>
                          <a:pt x="535940" y="0"/>
                        </a:lnTo>
                        <a:cubicBezTo>
                          <a:pt x="539242" y="0"/>
                          <a:pt x="541846" y="2667"/>
                          <a:pt x="541846" y="5905"/>
                        </a:cubicBezTo>
                        <a:lnTo>
                          <a:pt x="541846" y="6667"/>
                        </a:lnTo>
                        <a:cubicBezTo>
                          <a:pt x="541909" y="9906"/>
                          <a:pt x="539242" y="12573"/>
                          <a:pt x="535940" y="125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7" name="Google Shape;867;p30"/>
                  <p:cNvSpPr/>
                  <p:nvPr/>
                </p:nvSpPr>
                <p:spPr>
                  <a:xfrm>
                    <a:off x="2934017" y="3091179"/>
                    <a:ext cx="541846" cy="12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1846" h="12573" extrusionOk="0">
                        <a:moveTo>
                          <a:pt x="535940" y="12573"/>
                        </a:moveTo>
                        <a:lnTo>
                          <a:pt x="5906" y="12573"/>
                        </a:lnTo>
                        <a:cubicBezTo>
                          <a:pt x="2604" y="12573"/>
                          <a:pt x="0" y="9906"/>
                          <a:pt x="0" y="6668"/>
                        </a:cubicBezTo>
                        <a:lnTo>
                          <a:pt x="0" y="5906"/>
                        </a:lnTo>
                        <a:cubicBezTo>
                          <a:pt x="0" y="2604"/>
                          <a:pt x="2667" y="0"/>
                          <a:pt x="5906" y="0"/>
                        </a:cubicBezTo>
                        <a:lnTo>
                          <a:pt x="535940" y="0"/>
                        </a:lnTo>
                        <a:cubicBezTo>
                          <a:pt x="539242" y="0"/>
                          <a:pt x="541846" y="2667"/>
                          <a:pt x="541846" y="5906"/>
                        </a:cubicBezTo>
                        <a:lnTo>
                          <a:pt x="541846" y="6668"/>
                        </a:lnTo>
                        <a:cubicBezTo>
                          <a:pt x="541909" y="9906"/>
                          <a:pt x="539242" y="12573"/>
                          <a:pt x="535940" y="125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8" name="Google Shape;868;p30"/>
                  <p:cNvSpPr/>
                  <p:nvPr/>
                </p:nvSpPr>
                <p:spPr>
                  <a:xfrm>
                    <a:off x="2934017" y="3140900"/>
                    <a:ext cx="225743" cy="125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5743" h="12572" extrusionOk="0">
                        <a:moveTo>
                          <a:pt x="219837" y="12573"/>
                        </a:moveTo>
                        <a:lnTo>
                          <a:pt x="5906" y="12573"/>
                        </a:lnTo>
                        <a:cubicBezTo>
                          <a:pt x="2604" y="12573"/>
                          <a:pt x="0" y="9906"/>
                          <a:pt x="0" y="6667"/>
                        </a:cubicBezTo>
                        <a:lnTo>
                          <a:pt x="0" y="5905"/>
                        </a:lnTo>
                        <a:cubicBezTo>
                          <a:pt x="0" y="2604"/>
                          <a:pt x="2667" y="0"/>
                          <a:pt x="5906" y="0"/>
                        </a:cubicBezTo>
                        <a:lnTo>
                          <a:pt x="219837" y="0"/>
                        </a:lnTo>
                        <a:cubicBezTo>
                          <a:pt x="223139" y="0"/>
                          <a:pt x="225743" y="2667"/>
                          <a:pt x="225743" y="5905"/>
                        </a:cubicBezTo>
                        <a:lnTo>
                          <a:pt x="225743" y="6667"/>
                        </a:lnTo>
                        <a:cubicBezTo>
                          <a:pt x="225806" y="9906"/>
                          <a:pt x="223139" y="12573"/>
                          <a:pt x="219837" y="125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869" name="Google Shape;869;p30"/>
              <p:cNvSpPr/>
              <p:nvPr/>
            </p:nvSpPr>
            <p:spPr>
              <a:xfrm>
                <a:off x="3631410" y="-465334"/>
                <a:ext cx="288396" cy="344746"/>
              </a:xfrm>
              <a:custGeom>
                <a:avLst/>
                <a:gdLst/>
                <a:ahLst/>
                <a:cxnLst/>
                <a:rect l="l" t="t" r="r" b="b"/>
                <a:pathLst>
                  <a:path w="214820" h="256794" extrusionOk="0">
                    <a:moveTo>
                      <a:pt x="0" y="0"/>
                    </a:moveTo>
                    <a:cubicBezTo>
                      <a:pt x="62357" y="0"/>
                      <a:pt x="107442" y="53911"/>
                      <a:pt x="47371" y="135382"/>
                    </a:cubicBezTo>
                    <a:lnTo>
                      <a:pt x="214820" y="256794"/>
                    </a:lnTo>
                    <a:lnTo>
                      <a:pt x="118935" y="72263"/>
                    </a:lnTo>
                    <a:cubicBezTo>
                      <a:pt x="95885" y="27813"/>
                      <a:pt x="50038" y="0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0" name="Google Shape;870;p30"/>
            <p:cNvGrpSpPr/>
            <p:nvPr/>
          </p:nvGrpSpPr>
          <p:grpSpPr>
            <a:xfrm rot="-5047007">
              <a:off x="39626" y="-799975"/>
              <a:ext cx="1347199" cy="1112971"/>
              <a:chOff x="6429121" y="2632871"/>
              <a:chExt cx="378742" cy="312893"/>
            </a:xfrm>
          </p:grpSpPr>
          <p:sp>
            <p:nvSpPr>
              <p:cNvPr id="871" name="Google Shape;871;p30"/>
              <p:cNvSpPr/>
              <p:nvPr/>
            </p:nvSpPr>
            <p:spPr>
              <a:xfrm>
                <a:off x="6754558" y="2632871"/>
                <a:ext cx="53305" cy="51908"/>
              </a:xfrm>
              <a:custGeom>
                <a:avLst/>
                <a:gdLst/>
                <a:ahLst/>
                <a:cxnLst/>
                <a:rect l="l" t="t" r="r" b="b"/>
                <a:pathLst>
                  <a:path w="53305" h="51908" extrusionOk="0">
                    <a:moveTo>
                      <a:pt x="24003" y="51908"/>
                    </a:moveTo>
                    <a:lnTo>
                      <a:pt x="0" y="22508"/>
                    </a:lnTo>
                    <a:lnTo>
                      <a:pt x="22289" y="4283"/>
                    </a:lnTo>
                    <a:cubicBezTo>
                      <a:pt x="30417" y="-2321"/>
                      <a:pt x="42355" y="-1178"/>
                      <a:pt x="49023" y="6950"/>
                    </a:cubicBezTo>
                    <a:lnTo>
                      <a:pt x="49023" y="6950"/>
                    </a:lnTo>
                    <a:cubicBezTo>
                      <a:pt x="55626" y="15078"/>
                      <a:pt x="54483" y="27016"/>
                      <a:pt x="46355" y="33684"/>
                    </a:cubicBezTo>
                    <a:lnTo>
                      <a:pt x="24003" y="5190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2" name="Google Shape;872;p30"/>
              <p:cNvSpPr/>
              <p:nvPr/>
            </p:nvSpPr>
            <p:spPr>
              <a:xfrm rot="3046867">
                <a:off x="6606840" y="2609505"/>
                <a:ext cx="39510" cy="349750"/>
              </a:xfrm>
              <a:custGeom>
                <a:avLst/>
                <a:gdLst/>
                <a:ahLst/>
                <a:cxnLst/>
                <a:rect l="l" t="t" r="r" b="b"/>
                <a:pathLst>
                  <a:path w="39497" h="349631" extrusionOk="0">
                    <a:moveTo>
                      <a:pt x="0" y="0"/>
                    </a:moveTo>
                    <a:lnTo>
                      <a:pt x="39497" y="0"/>
                    </a:lnTo>
                    <a:lnTo>
                      <a:pt x="39497" y="349632"/>
                    </a:lnTo>
                    <a:lnTo>
                      <a:pt x="0" y="34963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3" name="Google Shape;873;p30"/>
              <p:cNvSpPr/>
              <p:nvPr/>
            </p:nvSpPr>
            <p:spPr>
              <a:xfrm>
                <a:off x="6429121" y="2879725"/>
                <a:ext cx="74612" cy="66039"/>
              </a:xfrm>
              <a:custGeom>
                <a:avLst/>
                <a:gdLst/>
                <a:ahLst/>
                <a:cxnLst/>
                <a:rect l="l" t="t" r="r" b="b"/>
                <a:pathLst>
                  <a:path w="74612" h="66039" extrusionOk="0">
                    <a:moveTo>
                      <a:pt x="49593" y="0"/>
                    </a:moveTo>
                    <a:lnTo>
                      <a:pt x="74612" y="30543"/>
                    </a:lnTo>
                    <a:lnTo>
                      <a:pt x="0" y="6604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74" name="Google Shape;874;p30"/>
              <p:cNvGrpSpPr/>
              <p:nvPr/>
            </p:nvGrpSpPr>
            <p:grpSpPr>
              <a:xfrm>
                <a:off x="6492866" y="2670991"/>
                <a:ext cx="269638" cy="224989"/>
                <a:chOff x="6492866" y="2670991"/>
                <a:chExt cx="269638" cy="224989"/>
              </a:xfrm>
            </p:grpSpPr>
            <p:sp>
              <p:nvSpPr>
                <p:cNvPr id="875" name="Google Shape;875;p30"/>
                <p:cNvSpPr/>
                <p:nvPr/>
              </p:nvSpPr>
              <p:spPr>
                <a:xfrm>
                  <a:off x="6492866" y="2670991"/>
                  <a:ext cx="260113" cy="2133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113" h="213305" extrusionOk="0">
                      <a:moveTo>
                        <a:pt x="1977" y="213305"/>
                      </a:moveTo>
                      <a:cubicBezTo>
                        <a:pt x="1406" y="213305"/>
                        <a:pt x="834" y="213051"/>
                        <a:pt x="453" y="212543"/>
                      </a:cubicBezTo>
                      <a:cubicBezTo>
                        <a:pt x="-245" y="211718"/>
                        <a:pt x="-118" y="210448"/>
                        <a:pt x="707" y="209749"/>
                      </a:cubicBezTo>
                      <a:lnTo>
                        <a:pt x="256866" y="454"/>
                      </a:lnTo>
                      <a:cubicBezTo>
                        <a:pt x="257692" y="-245"/>
                        <a:pt x="258962" y="-118"/>
                        <a:pt x="259660" y="707"/>
                      </a:cubicBezTo>
                      <a:cubicBezTo>
                        <a:pt x="260359" y="1533"/>
                        <a:pt x="260232" y="2803"/>
                        <a:pt x="259406" y="3501"/>
                      </a:cubicBezTo>
                      <a:lnTo>
                        <a:pt x="3247" y="212798"/>
                      </a:lnTo>
                      <a:cubicBezTo>
                        <a:pt x="2866" y="213179"/>
                        <a:pt x="2422" y="213305"/>
                        <a:pt x="1977" y="21330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6" name="Google Shape;876;p30"/>
                <p:cNvSpPr/>
                <p:nvPr/>
              </p:nvSpPr>
              <p:spPr>
                <a:xfrm>
                  <a:off x="6502391" y="2682675"/>
                  <a:ext cx="260113" cy="2133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113" h="213305" extrusionOk="0">
                      <a:moveTo>
                        <a:pt x="1978" y="213305"/>
                      </a:moveTo>
                      <a:cubicBezTo>
                        <a:pt x="1406" y="213305"/>
                        <a:pt x="834" y="213051"/>
                        <a:pt x="453" y="212543"/>
                      </a:cubicBezTo>
                      <a:cubicBezTo>
                        <a:pt x="-245" y="211718"/>
                        <a:pt x="-118" y="210448"/>
                        <a:pt x="707" y="209749"/>
                      </a:cubicBezTo>
                      <a:lnTo>
                        <a:pt x="256866" y="453"/>
                      </a:lnTo>
                      <a:cubicBezTo>
                        <a:pt x="257692" y="-245"/>
                        <a:pt x="258962" y="-118"/>
                        <a:pt x="259661" y="707"/>
                      </a:cubicBezTo>
                      <a:cubicBezTo>
                        <a:pt x="260359" y="1533"/>
                        <a:pt x="260232" y="2803"/>
                        <a:pt x="259406" y="3501"/>
                      </a:cubicBezTo>
                      <a:lnTo>
                        <a:pt x="3248" y="212797"/>
                      </a:lnTo>
                      <a:cubicBezTo>
                        <a:pt x="2866" y="213178"/>
                        <a:pt x="2422" y="213305"/>
                        <a:pt x="1978" y="21330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77" name="Google Shape;877;p30"/>
              <p:cNvSpPr/>
              <p:nvPr/>
            </p:nvSpPr>
            <p:spPr>
              <a:xfrm rot="3046867">
                <a:off x="6743478" y="2653397"/>
                <a:ext cx="48912" cy="31189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31178" extrusionOk="0">
                    <a:moveTo>
                      <a:pt x="0" y="0"/>
                    </a:moveTo>
                    <a:lnTo>
                      <a:pt x="48895" y="0"/>
                    </a:lnTo>
                    <a:lnTo>
                      <a:pt x="48895" y="31179"/>
                    </a:lnTo>
                    <a:lnTo>
                      <a:pt x="0" y="3117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8" name="Google Shape;878;p30"/>
              <p:cNvSpPr/>
              <p:nvPr/>
            </p:nvSpPr>
            <p:spPr>
              <a:xfrm>
                <a:off x="6636948" y="2678048"/>
                <a:ext cx="159577" cy="141737"/>
              </a:xfrm>
              <a:custGeom>
                <a:avLst/>
                <a:gdLst/>
                <a:ahLst/>
                <a:cxnLst/>
                <a:rect l="l" t="t" r="r" b="b"/>
                <a:pathLst>
                  <a:path w="159577" h="141737" extrusionOk="0">
                    <a:moveTo>
                      <a:pt x="96655" y="80074"/>
                    </a:moveTo>
                    <a:cubicBezTo>
                      <a:pt x="149043" y="57658"/>
                      <a:pt x="164156" y="19114"/>
                      <a:pt x="158441" y="0"/>
                    </a:cubicBezTo>
                    <a:lnTo>
                      <a:pt x="134310" y="19749"/>
                    </a:lnTo>
                    <a:cubicBezTo>
                      <a:pt x="140216" y="47181"/>
                      <a:pt x="83383" y="80772"/>
                      <a:pt x="50871" y="93536"/>
                    </a:cubicBezTo>
                    <a:cubicBezTo>
                      <a:pt x="18296" y="106299"/>
                      <a:pt x="1849" y="128016"/>
                      <a:pt x="1849" y="128016"/>
                    </a:cubicBezTo>
                    <a:lnTo>
                      <a:pt x="1849" y="128080"/>
                    </a:lnTo>
                    <a:cubicBezTo>
                      <a:pt x="-1008" y="131636"/>
                      <a:pt x="-627" y="137160"/>
                      <a:pt x="3500" y="140208"/>
                    </a:cubicBezTo>
                    <a:cubicBezTo>
                      <a:pt x="6041" y="142049"/>
                      <a:pt x="9596" y="142240"/>
                      <a:pt x="12327" y="140716"/>
                    </a:cubicBezTo>
                    <a:cubicBezTo>
                      <a:pt x="16455" y="138430"/>
                      <a:pt x="17597" y="133668"/>
                      <a:pt x="15946" y="129921"/>
                    </a:cubicBezTo>
                    <a:cubicBezTo>
                      <a:pt x="14740" y="127190"/>
                      <a:pt x="15248" y="123952"/>
                      <a:pt x="17280" y="121793"/>
                    </a:cubicBezTo>
                    <a:cubicBezTo>
                      <a:pt x="33028" y="104521"/>
                      <a:pt x="53666" y="98425"/>
                      <a:pt x="96655" y="800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9" name="Google Shape;879;p30"/>
            <p:cNvGrpSpPr/>
            <p:nvPr/>
          </p:nvGrpSpPr>
          <p:grpSpPr>
            <a:xfrm flipH="1">
              <a:off x="8552786" y="3165857"/>
              <a:ext cx="1101371" cy="1123132"/>
              <a:chOff x="5908166" y="3495040"/>
              <a:chExt cx="427418" cy="435863"/>
            </a:xfrm>
          </p:grpSpPr>
          <p:sp>
            <p:nvSpPr>
              <p:cNvPr id="880" name="Google Shape;880;p30"/>
              <p:cNvSpPr/>
              <p:nvPr/>
            </p:nvSpPr>
            <p:spPr>
              <a:xfrm>
                <a:off x="5908166" y="3495040"/>
                <a:ext cx="427418" cy="435863"/>
              </a:xfrm>
              <a:custGeom>
                <a:avLst/>
                <a:gdLst/>
                <a:ahLst/>
                <a:cxnLst/>
                <a:rect l="l" t="t" r="r" b="b"/>
                <a:pathLst>
                  <a:path w="427418" h="435863" extrusionOk="0">
                    <a:moveTo>
                      <a:pt x="135382" y="435864"/>
                    </a:moveTo>
                    <a:cubicBezTo>
                      <a:pt x="90234" y="372110"/>
                      <a:pt x="45149" y="308292"/>
                      <a:pt x="0" y="244538"/>
                    </a:cubicBezTo>
                    <a:cubicBezTo>
                      <a:pt x="82614" y="187833"/>
                      <a:pt x="142240" y="98361"/>
                      <a:pt x="162052" y="0"/>
                    </a:cubicBezTo>
                    <a:cubicBezTo>
                      <a:pt x="250508" y="36004"/>
                      <a:pt x="338963" y="71945"/>
                      <a:pt x="427419" y="107950"/>
                    </a:cubicBezTo>
                    <a:cubicBezTo>
                      <a:pt x="376999" y="249238"/>
                      <a:pt x="270066" y="369570"/>
                      <a:pt x="135382" y="43586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81" name="Google Shape;881;p30"/>
              <p:cNvGrpSpPr/>
              <p:nvPr/>
            </p:nvGrpSpPr>
            <p:grpSpPr>
              <a:xfrm>
                <a:off x="5960913" y="3549808"/>
                <a:ext cx="299906" cy="306101"/>
                <a:chOff x="5960913" y="3549808"/>
                <a:chExt cx="299906" cy="306101"/>
              </a:xfrm>
            </p:grpSpPr>
            <p:sp>
              <p:nvSpPr>
                <p:cNvPr id="882" name="Google Shape;882;p30"/>
                <p:cNvSpPr/>
                <p:nvPr/>
              </p:nvSpPr>
              <p:spPr>
                <a:xfrm>
                  <a:off x="6096730" y="3549808"/>
                  <a:ext cx="113728" cy="58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728" h="58895" extrusionOk="0">
                      <a:moveTo>
                        <a:pt x="110903" y="58896"/>
                      </a:moveTo>
                      <a:cubicBezTo>
                        <a:pt x="110458" y="58896"/>
                        <a:pt x="110077" y="58832"/>
                        <a:pt x="109633" y="58579"/>
                      </a:cubicBezTo>
                      <a:lnTo>
                        <a:pt x="1619" y="5429"/>
                      </a:lnTo>
                      <a:cubicBezTo>
                        <a:pt x="222" y="4731"/>
                        <a:pt x="-413" y="3016"/>
                        <a:pt x="286" y="1619"/>
                      </a:cubicBezTo>
                      <a:cubicBezTo>
                        <a:pt x="984" y="222"/>
                        <a:pt x="2699" y="-413"/>
                        <a:pt x="4096" y="286"/>
                      </a:cubicBezTo>
                      <a:lnTo>
                        <a:pt x="112109" y="53435"/>
                      </a:lnTo>
                      <a:cubicBezTo>
                        <a:pt x="113506" y="54133"/>
                        <a:pt x="114141" y="55848"/>
                        <a:pt x="113443" y="57245"/>
                      </a:cubicBezTo>
                      <a:cubicBezTo>
                        <a:pt x="112998" y="58325"/>
                        <a:pt x="111982" y="58896"/>
                        <a:pt x="110903" y="5889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3" name="Google Shape;883;p30"/>
                <p:cNvSpPr/>
                <p:nvPr/>
              </p:nvSpPr>
              <p:spPr>
                <a:xfrm>
                  <a:off x="6087264" y="3574505"/>
                  <a:ext cx="173555" cy="97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555" h="97826" extrusionOk="0">
                      <a:moveTo>
                        <a:pt x="170725" y="97827"/>
                      </a:moveTo>
                      <a:cubicBezTo>
                        <a:pt x="170280" y="97827"/>
                        <a:pt x="169772" y="97700"/>
                        <a:pt x="169327" y="97446"/>
                      </a:cubicBezTo>
                      <a:lnTo>
                        <a:pt x="1497" y="5371"/>
                      </a:lnTo>
                      <a:cubicBezTo>
                        <a:pt x="100" y="4609"/>
                        <a:pt x="-408" y="2894"/>
                        <a:pt x="354" y="1497"/>
                      </a:cubicBezTo>
                      <a:cubicBezTo>
                        <a:pt x="1116" y="100"/>
                        <a:pt x="2831" y="-408"/>
                        <a:pt x="4227" y="354"/>
                      </a:cubicBezTo>
                      <a:lnTo>
                        <a:pt x="172058" y="92429"/>
                      </a:lnTo>
                      <a:cubicBezTo>
                        <a:pt x="173455" y="93191"/>
                        <a:pt x="173963" y="94905"/>
                        <a:pt x="173201" y="96303"/>
                      </a:cubicBezTo>
                      <a:cubicBezTo>
                        <a:pt x="172693" y="97319"/>
                        <a:pt x="171740" y="97827"/>
                        <a:pt x="170725" y="9782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4" name="Google Shape;884;p30"/>
                <p:cNvSpPr/>
                <p:nvPr/>
              </p:nvSpPr>
              <p:spPr>
                <a:xfrm>
                  <a:off x="6076279" y="3598509"/>
                  <a:ext cx="167076" cy="103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076" h="103985" extrusionOk="0">
                      <a:moveTo>
                        <a:pt x="164183" y="103985"/>
                      </a:moveTo>
                      <a:cubicBezTo>
                        <a:pt x="163675" y="103985"/>
                        <a:pt x="163167" y="103858"/>
                        <a:pt x="162723" y="103541"/>
                      </a:cubicBezTo>
                      <a:lnTo>
                        <a:pt x="1369" y="5306"/>
                      </a:lnTo>
                      <a:cubicBezTo>
                        <a:pt x="36" y="4481"/>
                        <a:pt x="-409" y="2702"/>
                        <a:pt x="417" y="1369"/>
                      </a:cubicBezTo>
                      <a:cubicBezTo>
                        <a:pt x="1242" y="36"/>
                        <a:pt x="3020" y="-409"/>
                        <a:pt x="4354" y="417"/>
                      </a:cubicBezTo>
                      <a:lnTo>
                        <a:pt x="165707" y="98651"/>
                      </a:lnTo>
                      <a:cubicBezTo>
                        <a:pt x="167041" y="99476"/>
                        <a:pt x="167485" y="101255"/>
                        <a:pt x="166660" y="102588"/>
                      </a:cubicBezTo>
                      <a:cubicBezTo>
                        <a:pt x="166088" y="103541"/>
                        <a:pt x="165136" y="103985"/>
                        <a:pt x="164183" y="10398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5" name="Google Shape;885;p30"/>
                <p:cNvSpPr/>
                <p:nvPr/>
              </p:nvSpPr>
              <p:spPr>
                <a:xfrm>
                  <a:off x="6063748" y="3621792"/>
                  <a:ext cx="160260" cy="109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260" h="109721" extrusionOk="0">
                      <a:moveTo>
                        <a:pt x="157346" y="109721"/>
                      </a:moveTo>
                      <a:cubicBezTo>
                        <a:pt x="156775" y="109721"/>
                        <a:pt x="156267" y="109594"/>
                        <a:pt x="155759" y="109213"/>
                      </a:cubicBezTo>
                      <a:lnTo>
                        <a:pt x="1263" y="5264"/>
                      </a:lnTo>
                      <a:cubicBezTo>
                        <a:pt x="-70" y="4375"/>
                        <a:pt x="-388" y="2597"/>
                        <a:pt x="501" y="1263"/>
                      </a:cubicBezTo>
                      <a:cubicBezTo>
                        <a:pt x="1390" y="-70"/>
                        <a:pt x="3168" y="-388"/>
                        <a:pt x="4502" y="501"/>
                      </a:cubicBezTo>
                      <a:lnTo>
                        <a:pt x="158997" y="104451"/>
                      </a:lnTo>
                      <a:cubicBezTo>
                        <a:pt x="160331" y="105340"/>
                        <a:pt x="160648" y="107118"/>
                        <a:pt x="159759" y="108451"/>
                      </a:cubicBezTo>
                      <a:cubicBezTo>
                        <a:pt x="159124" y="109277"/>
                        <a:pt x="158236" y="109721"/>
                        <a:pt x="157346" y="10972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6" name="Google Shape;886;p30"/>
                <p:cNvSpPr/>
                <p:nvPr/>
              </p:nvSpPr>
              <p:spPr>
                <a:xfrm>
                  <a:off x="6049830" y="3644387"/>
                  <a:ext cx="103705" cy="783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705" h="78363" extrusionOk="0">
                      <a:moveTo>
                        <a:pt x="100843" y="78364"/>
                      </a:moveTo>
                      <a:cubicBezTo>
                        <a:pt x="100271" y="78364"/>
                        <a:pt x="99636" y="78173"/>
                        <a:pt x="99128" y="77792"/>
                      </a:cubicBezTo>
                      <a:lnTo>
                        <a:pt x="1148" y="5148"/>
                      </a:lnTo>
                      <a:cubicBezTo>
                        <a:pt x="-122" y="4196"/>
                        <a:pt x="-376" y="2418"/>
                        <a:pt x="576" y="1148"/>
                      </a:cubicBezTo>
                      <a:cubicBezTo>
                        <a:pt x="1529" y="-122"/>
                        <a:pt x="3307" y="-376"/>
                        <a:pt x="4577" y="576"/>
                      </a:cubicBezTo>
                      <a:lnTo>
                        <a:pt x="102557" y="73220"/>
                      </a:lnTo>
                      <a:cubicBezTo>
                        <a:pt x="103827" y="74173"/>
                        <a:pt x="104081" y="75951"/>
                        <a:pt x="103129" y="77221"/>
                      </a:cubicBezTo>
                      <a:cubicBezTo>
                        <a:pt x="102557" y="77983"/>
                        <a:pt x="101732" y="78364"/>
                        <a:pt x="100843" y="7836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7" name="Google Shape;887;p30"/>
                <p:cNvSpPr/>
                <p:nvPr/>
              </p:nvSpPr>
              <p:spPr>
                <a:xfrm>
                  <a:off x="6017892" y="3686489"/>
                  <a:ext cx="137800" cy="1242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800" h="124208" extrusionOk="0">
                      <a:moveTo>
                        <a:pt x="134877" y="124209"/>
                      </a:moveTo>
                      <a:cubicBezTo>
                        <a:pt x="134178" y="124209"/>
                        <a:pt x="133479" y="123955"/>
                        <a:pt x="132972" y="123447"/>
                      </a:cubicBezTo>
                      <a:lnTo>
                        <a:pt x="955" y="5019"/>
                      </a:lnTo>
                      <a:cubicBezTo>
                        <a:pt x="-252" y="3940"/>
                        <a:pt x="-315" y="2162"/>
                        <a:pt x="765" y="955"/>
                      </a:cubicBezTo>
                      <a:cubicBezTo>
                        <a:pt x="1844" y="-251"/>
                        <a:pt x="3622" y="-315"/>
                        <a:pt x="4829" y="765"/>
                      </a:cubicBezTo>
                      <a:lnTo>
                        <a:pt x="136845" y="119192"/>
                      </a:lnTo>
                      <a:cubicBezTo>
                        <a:pt x="138052" y="120272"/>
                        <a:pt x="138115" y="122050"/>
                        <a:pt x="137036" y="123256"/>
                      </a:cubicBezTo>
                      <a:cubicBezTo>
                        <a:pt x="136464" y="123891"/>
                        <a:pt x="135639" y="124209"/>
                        <a:pt x="134877" y="12420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8" name="Google Shape;888;p30"/>
                <p:cNvSpPr/>
                <p:nvPr/>
              </p:nvSpPr>
              <p:spPr>
                <a:xfrm>
                  <a:off x="6000083" y="3706082"/>
                  <a:ext cx="129730" cy="128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8047" extrusionOk="0">
                      <a:moveTo>
                        <a:pt x="126841" y="128048"/>
                      </a:moveTo>
                      <a:cubicBezTo>
                        <a:pt x="126143" y="128048"/>
                        <a:pt x="125381" y="127794"/>
                        <a:pt x="124809" y="127222"/>
                      </a:cubicBezTo>
                      <a:lnTo>
                        <a:pt x="858" y="4921"/>
                      </a:lnTo>
                      <a:cubicBezTo>
                        <a:pt x="-286" y="3778"/>
                        <a:pt x="-286" y="2000"/>
                        <a:pt x="858" y="857"/>
                      </a:cubicBezTo>
                      <a:cubicBezTo>
                        <a:pt x="2000" y="-286"/>
                        <a:pt x="3778" y="-286"/>
                        <a:pt x="4921" y="857"/>
                      </a:cubicBezTo>
                      <a:lnTo>
                        <a:pt x="128873" y="123158"/>
                      </a:lnTo>
                      <a:cubicBezTo>
                        <a:pt x="130016" y="124301"/>
                        <a:pt x="130016" y="126079"/>
                        <a:pt x="128873" y="127222"/>
                      </a:cubicBezTo>
                      <a:cubicBezTo>
                        <a:pt x="128302" y="127794"/>
                        <a:pt x="127540" y="128048"/>
                        <a:pt x="126841" y="12804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9" name="Google Shape;889;p30"/>
                <p:cNvSpPr/>
                <p:nvPr/>
              </p:nvSpPr>
              <p:spPr>
                <a:xfrm>
                  <a:off x="5981062" y="3724462"/>
                  <a:ext cx="121480" cy="1314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480" h="131447" extrusionOk="0">
                      <a:moveTo>
                        <a:pt x="118557" y="131448"/>
                      </a:moveTo>
                      <a:cubicBezTo>
                        <a:pt x="117795" y="131448"/>
                        <a:pt x="117033" y="131130"/>
                        <a:pt x="116462" y="130495"/>
                      </a:cubicBezTo>
                      <a:lnTo>
                        <a:pt x="765" y="4829"/>
                      </a:lnTo>
                      <a:cubicBezTo>
                        <a:pt x="-315" y="3686"/>
                        <a:pt x="-251" y="1844"/>
                        <a:pt x="955" y="765"/>
                      </a:cubicBezTo>
                      <a:cubicBezTo>
                        <a:pt x="2098" y="-315"/>
                        <a:pt x="3940" y="-251"/>
                        <a:pt x="5019" y="955"/>
                      </a:cubicBezTo>
                      <a:lnTo>
                        <a:pt x="120716" y="126622"/>
                      </a:lnTo>
                      <a:cubicBezTo>
                        <a:pt x="121796" y="127765"/>
                        <a:pt x="121732" y="129606"/>
                        <a:pt x="120526" y="130686"/>
                      </a:cubicBezTo>
                      <a:cubicBezTo>
                        <a:pt x="119954" y="131194"/>
                        <a:pt x="119256" y="131448"/>
                        <a:pt x="118557" y="13144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0" name="Google Shape;890;p30"/>
                <p:cNvSpPr/>
                <p:nvPr/>
              </p:nvSpPr>
              <p:spPr>
                <a:xfrm>
                  <a:off x="5960913" y="3741652"/>
                  <a:ext cx="44683" cy="52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83" h="52345" extrusionOk="0">
                      <a:moveTo>
                        <a:pt x="41805" y="52345"/>
                      </a:moveTo>
                      <a:cubicBezTo>
                        <a:pt x="40979" y="52345"/>
                        <a:pt x="40154" y="51964"/>
                        <a:pt x="39582" y="51330"/>
                      </a:cubicBezTo>
                      <a:lnTo>
                        <a:pt x="657" y="4720"/>
                      </a:lnTo>
                      <a:cubicBezTo>
                        <a:pt x="-359" y="3514"/>
                        <a:pt x="-169" y="1673"/>
                        <a:pt x="1038" y="657"/>
                      </a:cubicBezTo>
                      <a:cubicBezTo>
                        <a:pt x="2244" y="-359"/>
                        <a:pt x="4086" y="-169"/>
                        <a:pt x="5102" y="1038"/>
                      </a:cubicBezTo>
                      <a:lnTo>
                        <a:pt x="44027" y="47647"/>
                      </a:lnTo>
                      <a:cubicBezTo>
                        <a:pt x="45043" y="48853"/>
                        <a:pt x="44853" y="50694"/>
                        <a:pt x="43646" y="51711"/>
                      </a:cubicBezTo>
                      <a:cubicBezTo>
                        <a:pt x="43075" y="52155"/>
                        <a:pt x="42439" y="52345"/>
                        <a:pt x="41805" y="5234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91" name="Google Shape;891;p30"/>
            <p:cNvGrpSpPr/>
            <p:nvPr/>
          </p:nvGrpSpPr>
          <p:grpSpPr>
            <a:xfrm rot="-10295232" flipH="1">
              <a:off x="8354522" y="-154866"/>
              <a:ext cx="1101382" cy="1123144"/>
              <a:chOff x="5908166" y="3495040"/>
              <a:chExt cx="427418" cy="435863"/>
            </a:xfrm>
          </p:grpSpPr>
          <p:sp>
            <p:nvSpPr>
              <p:cNvPr id="892" name="Google Shape;892;p30"/>
              <p:cNvSpPr/>
              <p:nvPr/>
            </p:nvSpPr>
            <p:spPr>
              <a:xfrm>
                <a:off x="5908166" y="3495040"/>
                <a:ext cx="427418" cy="435863"/>
              </a:xfrm>
              <a:custGeom>
                <a:avLst/>
                <a:gdLst/>
                <a:ahLst/>
                <a:cxnLst/>
                <a:rect l="l" t="t" r="r" b="b"/>
                <a:pathLst>
                  <a:path w="427418" h="435863" extrusionOk="0">
                    <a:moveTo>
                      <a:pt x="135382" y="435864"/>
                    </a:moveTo>
                    <a:cubicBezTo>
                      <a:pt x="90234" y="372110"/>
                      <a:pt x="45149" y="308292"/>
                      <a:pt x="0" y="244538"/>
                    </a:cubicBezTo>
                    <a:cubicBezTo>
                      <a:pt x="82614" y="187833"/>
                      <a:pt x="142240" y="98361"/>
                      <a:pt x="162052" y="0"/>
                    </a:cubicBezTo>
                    <a:cubicBezTo>
                      <a:pt x="250508" y="36004"/>
                      <a:pt x="338963" y="71945"/>
                      <a:pt x="427419" y="107950"/>
                    </a:cubicBezTo>
                    <a:cubicBezTo>
                      <a:pt x="376999" y="249238"/>
                      <a:pt x="270066" y="369570"/>
                      <a:pt x="135382" y="43586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93" name="Google Shape;893;p30"/>
              <p:cNvGrpSpPr/>
              <p:nvPr/>
            </p:nvGrpSpPr>
            <p:grpSpPr>
              <a:xfrm>
                <a:off x="5960913" y="3549808"/>
                <a:ext cx="299906" cy="306101"/>
                <a:chOff x="5960913" y="3549808"/>
                <a:chExt cx="299906" cy="306101"/>
              </a:xfrm>
            </p:grpSpPr>
            <p:sp>
              <p:nvSpPr>
                <p:cNvPr id="894" name="Google Shape;894;p30"/>
                <p:cNvSpPr/>
                <p:nvPr/>
              </p:nvSpPr>
              <p:spPr>
                <a:xfrm>
                  <a:off x="6096730" y="3549808"/>
                  <a:ext cx="113728" cy="58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728" h="58895" extrusionOk="0">
                      <a:moveTo>
                        <a:pt x="110903" y="58896"/>
                      </a:moveTo>
                      <a:cubicBezTo>
                        <a:pt x="110458" y="58896"/>
                        <a:pt x="110077" y="58832"/>
                        <a:pt x="109633" y="58579"/>
                      </a:cubicBezTo>
                      <a:lnTo>
                        <a:pt x="1619" y="5429"/>
                      </a:lnTo>
                      <a:cubicBezTo>
                        <a:pt x="222" y="4731"/>
                        <a:pt x="-413" y="3016"/>
                        <a:pt x="286" y="1619"/>
                      </a:cubicBezTo>
                      <a:cubicBezTo>
                        <a:pt x="984" y="222"/>
                        <a:pt x="2699" y="-413"/>
                        <a:pt x="4096" y="286"/>
                      </a:cubicBezTo>
                      <a:lnTo>
                        <a:pt x="112109" y="53435"/>
                      </a:lnTo>
                      <a:cubicBezTo>
                        <a:pt x="113506" y="54133"/>
                        <a:pt x="114141" y="55848"/>
                        <a:pt x="113443" y="57245"/>
                      </a:cubicBezTo>
                      <a:cubicBezTo>
                        <a:pt x="112998" y="58325"/>
                        <a:pt x="111982" y="58896"/>
                        <a:pt x="110903" y="5889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5" name="Google Shape;895;p30"/>
                <p:cNvSpPr/>
                <p:nvPr/>
              </p:nvSpPr>
              <p:spPr>
                <a:xfrm>
                  <a:off x="6087264" y="3574505"/>
                  <a:ext cx="173555" cy="97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555" h="97826" extrusionOk="0">
                      <a:moveTo>
                        <a:pt x="170725" y="97827"/>
                      </a:moveTo>
                      <a:cubicBezTo>
                        <a:pt x="170280" y="97827"/>
                        <a:pt x="169772" y="97700"/>
                        <a:pt x="169327" y="97446"/>
                      </a:cubicBezTo>
                      <a:lnTo>
                        <a:pt x="1497" y="5371"/>
                      </a:lnTo>
                      <a:cubicBezTo>
                        <a:pt x="100" y="4609"/>
                        <a:pt x="-408" y="2894"/>
                        <a:pt x="354" y="1497"/>
                      </a:cubicBezTo>
                      <a:cubicBezTo>
                        <a:pt x="1116" y="100"/>
                        <a:pt x="2831" y="-408"/>
                        <a:pt x="4227" y="354"/>
                      </a:cubicBezTo>
                      <a:lnTo>
                        <a:pt x="172058" y="92429"/>
                      </a:lnTo>
                      <a:cubicBezTo>
                        <a:pt x="173455" y="93191"/>
                        <a:pt x="173963" y="94905"/>
                        <a:pt x="173201" y="96303"/>
                      </a:cubicBezTo>
                      <a:cubicBezTo>
                        <a:pt x="172693" y="97319"/>
                        <a:pt x="171740" y="97827"/>
                        <a:pt x="170725" y="9782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6" name="Google Shape;896;p30"/>
                <p:cNvSpPr/>
                <p:nvPr/>
              </p:nvSpPr>
              <p:spPr>
                <a:xfrm>
                  <a:off x="6076279" y="3598509"/>
                  <a:ext cx="167076" cy="103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076" h="103985" extrusionOk="0">
                      <a:moveTo>
                        <a:pt x="164183" y="103985"/>
                      </a:moveTo>
                      <a:cubicBezTo>
                        <a:pt x="163675" y="103985"/>
                        <a:pt x="163167" y="103858"/>
                        <a:pt x="162723" y="103541"/>
                      </a:cubicBezTo>
                      <a:lnTo>
                        <a:pt x="1369" y="5306"/>
                      </a:lnTo>
                      <a:cubicBezTo>
                        <a:pt x="36" y="4481"/>
                        <a:pt x="-409" y="2702"/>
                        <a:pt x="417" y="1369"/>
                      </a:cubicBezTo>
                      <a:cubicBezTo>
                        <a:pt x="1242" y="36"/>
                        <a:pt x="3020" y="-409"/>
                        <a:pt x="4354" y="417"/>
                      </a:cubicBezTo>
                      <a:lnTo>
                        <a:pt x="165707" y="98651"/>
                      </a:lnTo>
                      <a:cubicBezTo>
                        <a:pt x="167041" y="99476"/>
                        <a:pt x="167485" y="101255"/>
                        <a:pt x="166660" y="102588"/>
                      </a:cubicBezTo>
                      <a:cubicBezTo>
                        <a:pt x="166088" y="103541"/>
                        <a:pt x="165136" y="103985"/>
                        <a:pt x="164183" y="10398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7" name="Google Shape;897;p30"/>
                <p:cNvSpPr/>
                <p:nvPr/>
              </p:nvSpPr>
              <p:spPr>
                <a:xfrm>
                  <a:off x="6063748" y="3621792"/>
                  <a:ext cx="160260" cy="109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260" h="109721" extrusionOk="0">
                      <a:moveTo>
                        <a:pt x="157346" y="109721"/>
                      </a:moveTo>
                      <a:cubicBezTo>
                        <a:pt x="156775" y="109721"/>
                        <a:pt x="156267" y="109594"/>
                        <a:pt x="155759" y="109213"/>
                      </a:cubicBezTo>
                      <a:lnTo>
                        <a:pt x="1263" y="5264"/>
                      </a:lnTo>
                      <a:cubicBezTo>
                        <a:pt x="-70" y="4375"/>
                        <a:pt x="-388" y="2597"/>
                        <a:pt x="501" y="1263"/>
                      </a:cubicBezTo>
                      <a:cubicBezTo>
                        <a:pt x="1390" y="-70"/>
                        <a:pt x="3168" y="-388"/>
                        <a:pt x="4502" y="501"/>
                      </a:cubicBezTo>
                      <a:lnTo>
                        <a:pt x="158997" y="104451"/>
                      </a:lnTo>
                      <a:cubicBezTo>
                        <a:pt x="160331" y="105340"/>
                        <a:pt x="160648" y="107118"/>
                        <a:pt x="159759" y="108451"/>
                      </a:cubicBezTo>
                      <a:cubicBezTo>
                        <a:pt x="159124" y="109277"/>
                        <a:pt x="158236" y="109721"/>
                        <a:pt x="157346" y="10972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8" name="Google Shape;898;p30"/>
                <p:cNvSpPr/>
                <p:nvPr/>
              </p:nvSpPr>
              <p:spPr>
                <a:xfrm>
                  <a:off x="6049830" y="3644387"/>
                  <a:ext cx="103705" cy="783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705" h="78363" extrusionOk="0">
                      <a:moveTo>
                        <a:pt x="100843" y="78364"/>
                      </a:moveTo>
                      <a:cubicBezTo>
                        <a:pt x="100271" y="78364"/>
                        <a:pt x="99636" y="78173"/>
                        <a:pt x="99128" y="77792"/>
                      </a:cubicBezTo>
                      <a:lnTo>
                        <a:pt x="1148" y="5148"/>
                      </a:lnTo>
                      <a:cubicBezTo>
                        <a:pt x="-122" y="4196"/>
                        <a:pt x="-376" y="2418"/>
                        <a:pt x="576" y="1148"/>
                      </a:cubicBezTo>
                      <a:cubicBezTo>
                        <a:pt x="1529" y="-122"/>
                        <a:pt x="3307" y="-376"/>
                        <a:pt x="4577" y="576"/>
                      </a:cubicBezTo>
                      <a:lnTo>
                        <a:pt x="102557" y="73220"/>
                      </a:lnTo>
                      <a:cubicBezTo>
                        <a:pt x="103827" y="74173"/>
                        <a:pt x="104081" y="75951"/>
                        <a:pt x="103129" y="77221"/>
                      </a:cubicBezTo>
                      <a:cubicBezTo>
                        <a:pt x="102557" y="77983"/>
                        <a:pt x="101732" y="78364"/>
                        <a:pt x="100843" y="7836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9" name="Google Shape;899;p30"/>
                <p:cNvSpPr/>
                <p:nvPr/>
              </p:nvSpPr>
              <p:spPr>
                <a:xfrm>
                  <a:off x="6017892" y="3686489"/>
                  <a:ext cx="137800" cy="1242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800" h="124208" extrusionOk="0">
                      <a:moveTo>
                        <a:pt x="134877" y="124209"/>
                      </a:moveTo>
                      <a:cubicBezTo>
                        <a:pt x="134178" y="124209"/>
                        <a:pt x="133479" y="123955"/>
                        <a:pt x="132972" y="123447"/>
                      </a:cubicBezTo>
                      <a:lnTo>
                        <a:pt x="955" y="5019"/>
                      </a:lnTo>
                      <a:cubicBezTo>
                        <a:pt x="-252" y="3940"/>
                        <a:pt x="-315" y="2162"/>
                        <a:pt x="765" y="955"/>
                      </a:cubicBezTo>
                      <a:cubicBezTo>
                        <a:pt x="1844" y="-251"/>
                        <a:pt x="3622" y="-315"/>
                        <a:pt x="4829" y="765"/>
                      </a:cubicBezTo>
                      <a:lnTo>
                        <a:pt x="136845" y="119192"/>
                      </a:lnTo>
                      <a:cubicBezTo>
                        <a:pt x="138052" y="120272"/>
                        <a:pt x="138115" y="122050"/>
                        <a:pt x="137036" y="123256"/>
                      </a:cubicBezTo>
                      <a:cubicBezTo>
                        <a:pt x="136464" y="123891"/>
                        <a:pt x="135639" y="124209"/>
                        <a:pt x="134877" y="12420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0" name="Google Shape;900;p30"/>
                <p:cNvSpPr/>
                <p:nvPr/>
              </p:nvSpPr>
              <p:spPr>
                <a:xfrm>
                  <a:off x="6000083" y="3706082"/>
                  <a:ext cx="129730" cy="128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8047" extrusionOk="0">
                      <a:moveTo>
                        <a:pt x="126841" y="128048"/>
                      </a:moveTo>
                      <a:cubicBezTo>
                        <a:pt x="126143" y="128048"/>
                        <a:pt x="125381" y="127794"/>
                        <a:pt x="124809" y="127222"/>
                      </a:cubicBezTo>
                      <a:lnTo>
                        <a:pt x="858" y="4921"/>
                      </a:lnTo>
                      <a:cubicBezTo>
                        <a:pt x="-286" y="3778"/>
                        <a:pt x="-286" y="2000"/>
                        <a:pt x="858" y="857"/>
                      </a:cubicBezTo>
                      <a:cubicBezTo>
                        <a:pt x="2000" y="-286"/>
                        <a:pt x="3778" y="-286"/>
                        <a:pt x="4921" y="857"/>
                      </a:cubicBezTo>
                      <a:lnTo>
                        <a:pt x="128873" y="123158"/>
                      </a:lnTo>
                      <a:cubicBezTo>
                        <a:pt x="130016" y="124301"/>
                        <a:pt x="130016" y="126079"/>
                        <a:pt x="128873" y="127222"/>
                      </a:cubicBezTo>
                      <a:cubicBezTo>
                        <a:pt x="128302" y="127794"/>
                        <a:pt x="127540" y="128048"/>
                        <a:pt x="126841" y="12804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1" name="Google Shape;901;p30"/>
                <p:cNvSpPr/>
                <p:nvPr/>
              </p:nvSpPr>
              <p:spPr>
                <a:xfrm>
                  <a:off x="5981062" y="3724462"/>
                  <a:ext cx="121480" cy="1314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480" h="131447" extrusionOk="0">
                      <a:moveTo>
                        <a:pt x="118557" y="131448"/>
                      </a:moveTo>
                      <a:cubicBezTo>
                        <a:pt x="117795" y="131448"/>
                        <a:pt x="117033" y="131130"/>
                        <a:pt x="116462" y="130495"/>
                      </a:cubicBezTo>
                      <a:lnTo>
                        <a:pt x="765" y="4829"/>
                      </a:lnTo>
                      <a:cubicBezTo>
                        <a:pt x="-315" y="3686"/>
                        <a:pt x="-251" y="1844"/>
                        <a:pt x="955" y="765"/>
                      </a:cubicBezTo>
                      <a:cubicBezTo>
                        <a:pt x="2098" y="-315"/>
                        <a:pt x="3940" y="-251"/>
                        <a:pt x="5019" y="955"/>
                      </a:cubicBezTo>
                      <a:lnTo>
                        <a:pt x="120716" y="126622"/>
                      </a:lnTo>
                      <a:cubicBezTo>
                        <a:pt x="121796" y="127765"/>
                        <a:pt x="121732" y="129606"/>
                        <a:pt x="120526" y="130686"/>
                      </a:cubicBezTo>
                      <a:cubicBezTo>
                        <a:pt x="119954" y="131194"/>
                        <a:pt x="119256" y="131448"/>
                        <a:pt x="118557" y="13144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2" name="Google Shape;902;p30"/>
                <p:cNvSpPr/>
                <p:nvPr/>
              </p:nvSpPr>
              <p:spPr>
                <a:xfrm>
                  <a:off x="5960913" y="3741652"/>
                  <a:ext cx="44683" cy="52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83" h="52345" extrusionOk="0">
                      <a:moveTo>
                        <a:pt x="41805" y="52345"/>
                      </a:moveTo>
                      <a:cubicBezTo>
                        <a:pt x="40979" y="52345"/>
                        <a:pt x="40154" y="51964"/>
                        <a:pt x="39582" y="51330"/>
                      </a:cubicBezTo>
                      <a:lnTo>
                        <a:pt x="657" y="4720"/>
                      </a:lnTo>
                      <a:cubicBezTo>
                        <a:pt x="-359" y="3514"/>
                        <a:pt x="-169" y="1673"/>
                        <a:pt x="1038" y="657"/>
                      </a:cubicBezTo>
                      <a:cubicBezTo>
                        <a:pt x="2244" y="-359"/>
                        <a:pt x="4086" y="-169"/>
                        <a:pt x="5102" y="1038"/>
                      </a:cubicBezTo>
                      <a:lnTo>
                        <a:pt x="44027" y="47647"/>
                      </a:lnTo>
                      <a:cubicBezTo>
                        <a:pt x="45043" y="48853"/>
                        <a:pt x="44853" y="50694"/>
                        <a:pt x="43646" y="51711"/>
                      </a:cubicBezTo>
                      <a:cubicBezTo>
                        <a:pt x="43075" y="52155"/>
                        <a:pt x="42439" y="52345"/>
                        <a:pt x="41805" y="5234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"/>
              <a:buNone/>
              <a:defRPr sz="3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"/>
              <a:buNone/>
              <a:defRPr sz="3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"/>
              <a:buNone/>
              <a:defRPr sz="3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"/>
              <a:buNone/>
              <a:defRPr sz="3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"/>
              <a:buNone/>
              <a:defRPr sz="3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"/>
              <a:buNone/>
              <a:defRPr sz="3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"/>
              <a:buNone/>
              <a:defRPr sz="3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"/>
              <a:buNone/>
              <a:defRPr sz="3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"/>
              <a:buNone/>
              <a:defRPr sz="3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●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○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■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●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○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■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●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○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■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4" r:id="rId4"/>
    <p:sldLayoutId id="2147483655" r:id="rId5"/>
    <p:sldLayoutId id="2147483658" r:id="rId6"/>
    <p:sldLayoutId id="2147483659" r:id="rId7"/>
    <p:sldLayoutId id="2147483666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5" r:id="rId15"/>
    <p:sldLayoutId id="2147483676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8" name="Google Shape;918;p35"/>
          <p:cNvCxnSpPr/>
          <p:nvPr/>
        </p:nvCxnSpPr>
        <p:spPr>
          <a:xfrm>
            <a:off x="4890627" y="3192507"/>
            <a:ext cx="3030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1" name="Google Shape;921;p35"/>
          <p:cNvSpPr/>
          <p:nvPr/>
        </p:nvSpPr>
        <p:spPr>
          <a:xfrm>
            <a:off x="2770706" y="4377705"/>
            <a:ext cx="132604" cy="156772"/>
          </a:xfrm>
          <a:custGeom>
            <a:avLst/>
            <a:gdLst/>
            <a:ahLst/>
            <a:cxnLst/>
            <a:rect l="l" t="t" r="r" b="b"/>
            <a:pathLst>
              <a:path w="98774" h="116776" extrusionOk="0">
                <a:moveTo>
                  <a:pt x="97584" y="59722"/>
                </a:moveTo>
                <a:cubicBezTo>
                  <a:pt x="61389" y="64675"/>
                  <a:pt x="54848" y="72041"/>
                  <a:pt x="50721" y="115538"/>
                </a:cubicBezTo>
                <a:cubicBezTo>
                  <a:pt x="50594" y="117189"/>
                  <a:pt x="48181" y="117189"/>
                  <a:pt x="48054" y="115538"/>
                </a:cubicBezTo>
                <a:cubicBezTo>
                  <a:pt x="43990" y="72041"/>
                  <a:pt x="37386" y="64675"/>
                  <a:pt x="1191" y="59722"/>
                </a:cubicBezTo>
                <a:cubicBezTo>
                  <a:pt x="-397" y="59531"/>
                  <a:pt x="-397" y="57245"/>
                  <a:pt x="1191" y="57055"/>
                </a:cubicBezTo>
                <a:cubicBezTo>
                  <a:pt x="37386" y="52102"/>
                  <a:pt x="43926" y="44736"/>
                  <a:pt x="48054" y="1238"/>
                </a:cubicBezTo>
                <a:cubicBezTo>
                  <a:pt x="48181" y="-413"/>
                  <a:pt x="50594" y="-413"/>
                  <a:pt x="50721" y="1238"/>
                </a:cubicBezTo>
                <a:cubicBezTo>
                  <a:pt x="54785" y="44736"/>
                  <a:pt x="61389" y="52102"/>
                  <a:pt x="97584" y="57055"/>
                </a:cubicBezTo>
                <a:cubicBezTo>
                  <a:pt x="99171" y="57245"/>
                  <a:pt x="99171" y="59531"/>
                  <a:pt x="97584" y="5972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2" name="Google Shape;922;p35"/>
          <p:cNvGrpSpPr/>
          <p:nvPr/>
        </p:nvGrpSpPr>
        <p:grpSpPr>
          <a:xfrm>
            <a:off x="713429" y="539523"/>
            <a:ext cx="3605069" cy="4060449"/>
            <a:chOff x="713429" y="539523"/>
            <a:chExt cx="3605069" cy="4060449"/>
          </a:xfrm>
        </p:grpSpPr>
        <p:sp>
          <p:nvSpPr>
            <p:cNvPr id="923" name="Google Shape;923;p35"/>
            <p:cNvSpPr/>
            <p:nvPr/>
          </p:nvSpPr>
          <p:spPr>
            <a:xfrm>
              <a:off x="4101277" y="3973082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35"/>
            <p:cNvSpPr/>
            <p:nvPr/>
          </p:nvSpPr>
          <p:spPr>
            <a:xfrm>
              <a:off x="825427" y="1421082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25" name="Google Shape;925;p35"/>
            <p:cNvGrpSpPr/>
            <p:nvPr/>
          </p:nvGrpSpPr>
          <p:grpSpPr>
            <a:xfrm>
              <a:off x="713429" y="539523"/>
              <a:ext cx="3161570" cy="4060449"/>
              <a:chOff x="5584181" y="996359"/>
              <a:chExt cx="2707519" cy="3477305"/>
            </a:xfrm>
          </p:grpSpPr>
          <p:grpSp>
            <p:nvGrpSpPr>
              <p:cNvPr id="926" name="Google Shape;926;p35"/>
              <p:cNvGrpSpPr/>
              <p:nvPr/>
            </p:nvGrpSpPr>
            <p:grpSpPr>
              <a:xfrm rot="191">
                <a:off x="6279347" y="996414"/>
                <a:ext cx="2012353" cy="1858978"/>
                <a:chOff x="5368697" y="2104517"/>
                <a:chExt cx="1117415" cy="1032192"/>
              </a:xfrm>
            </p:grpSpPr>
            <p:sp>
              <p:nvSpPr>
                <p:cNvPr id="927" name="Google Shape;927;p35"/>
                <p:cNvSpPr/>
                <p:nvPr/>
              </p:nvSpPr>
              <p:spPr>
                <a:xfrm>
                  <a:off x="5632132" y="2447660"/>
                  <a:ext cx="512556" cy="3058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556" h="305890" extrusionOk="0">
                      <a:moveTo>
                        <a:pt x="283083" y="305890"/>
                      </a:moveTo>
                      <a:lnTo>
                        <a:pt x="0" y="305890"/>
                      </a:lnTo>
                      <a:cubicBezTo>
                        <a:pt x="60960" y="301382"/>
                        <a:pt x="140145" y="232675"/>
                        <a:pt x="218313" y="107135"/>
                      </a:cubicBezTo>
                      <a:cubicBezTo>
                        <a:pt x="256603" y="45667"/>
                        <a:pt x="321627" y="-815"/>
                        <a:pt x="386016" y="11"/>
                      </a:cubicBezTo>
                      <a:cubicBezTo>
                        <a:pt x="411416" y="265"/>
                        <a:pt x="436753" y="7885"/>
                        <a:pt x="460248" y="24903"/>
                      </a:cubicBezTo>
                      <a:cubicBezTo>
                        <a:pt x="506603" y="58367"/>
                        <a:pt x="518668" y="107262"/>
                        <a:pt x="509905" y="155649"/>
                      </a:cubicBezTo>
                      <a:cubicBezTo>
                        <a:pt x="418084" y="253376"/>
                        <a:pt x="337502" y="305890"/>
                        <a:pt x="283083" y="30589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8" name="Google Shape;928;p35"/>
                <p:cNvSpPr/>
                <p:nvPr/>
              </p:nvSpPr>
              <p:spPr>
                <a:xfrm>
                  <a:off x="5549551" y="2104517"/>
                  <a:ext cx="778646" cy="6490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8646" h="649033" extrusionOk="0">
                      <a:moveTo>
                        <a:pt x="468598" y="343091"/>
                      </a:moveTo>
                      <a:lnTo>
                        <a:pt x="468598" y="343091"/>
                      </a:lnTo>
                      <a:cubicBezTo>
                        <a:pt x="404209" y="342328"/>
                        <a:pt x="339248" y="388810"/>
                        <a:pt x="300894" y="450278"/>
                      </a:cubicBezTo>
                      <a:cubicBezTo>
                        <a:pt x="222726" y="575818"/>
                        <a:pt x="143541" y="644461"/>
                        <a:pt x="82581" y="649033"/>
                      </a:cubicBezTo>
                      <a:lnTo>
                        <a:pt x="70707" y="649033"/>
                      </a:lnTo>
                      <a:cubicBezTo>
                        <a:pt x="49879" y="647636"/>
                        <a:pt x="31591" y="637985"/>
                        <a:pt x="16605" y="619887"/>
                      </a:cubicBezTo>
                      <a:cubicBezTo>
                        <a:pt x="-50769" y="538289"/>
                        <a:pt x="100996" y="430022"/>
                        <a:pt x="218789" y="367220"/>
                      </a:cubicBezTo>
                      <a:cubicBezTo>
                        <a:pt x="276193" y="336613"/>
                        <a:pt x="315690" y="298260"/>
                        <a:pt x="340010" y="257810"/>
                      </a:cubicBezTo>
                      <a:lnTo>
                        <a:pt x="340010" y="257746"/>
                      </a:lnTo>
                      <a:cubicBezTo>
                        <a:pt x="389985" y="174752"/>
                        <a:pt x="376205" y="83375"/>
                        <a:pt x="322294" y="33338"/>
                      </a:cubicBezTo>
                      <a:cubicBezTo>
                        <a:pt x="296957" y="9842"/>
                        <a:pt x="270097" y="0"/>
                        <a:pt x="243109" y="0"/>
                      </a:cubicBezTo>
                      <a:lnTo>
                        <a:pt x="675163" y="254"/>
                      </a:lnTo>
                      <a:lnTo>
                        <a:pt x="677196" y="254"/>
                      </a:lnTo>
                      <a:cubicBezTo>
                        <a:pt x="704627" y="254"/>
                        <a:pt x="729964" y="10096"/>
                        <a:pt x="750602" y="33464"/>
                      </a:cubicBezTo>
                      <a:cubicBezTo>
                        <a:pt x="810927" y="101854"/>
                        <a:pt x="777462" y="247586"/>
                        <a:pt x="615727" y="342710"/>
                      </a:cubicBezTo>
                      <a:lnTo>
                        <a:pt x="615664" y="342710"/>
                      </a:lnTo>
                      <a:lnTo>
                        <a:pt x="468598" y="34309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9" name="Google Shape;929;p35"/>
                <p:cNvSpPr/>
                <p:nvPr/>
              </p:nvSpPr>
              <p:spPr>
                <a:xfrm>
                  <a:off x="5430520" y="2104517"/>
                  <a:ext cx="489957" cy="3074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9957" h="307403" extrusionOk="0">
                      <a:moveTo>
                        <a:pt x="458978" y="257746"/>
                      </a:moveTo>
                      <a:lnTo>
                        <a:pt x="458978" y="257746"/>
                      </a:lnTo>
                      <a:cubicBezTo>
                        <a:pt x="421894" y="287020"/>
                        <a:pt x="384873" y="307340"/>
                        <a:pt x="356108" y="306070"/>
                      </a:cubicBezTo>
                      <a:lnTo>
                        <a:pt x="356108" y="306133"/>
                      </a:lnTo>
                      <a:lnTo>
                        <a:pt x="0" y="307403"/>
                      </a:lnTo>
                      <a:cubicBezTo>
                        <a:pt x="51117" y="307149"/>
                        <a:pt x="112776" y="239077"/>
                        <a:pt x="154368" y="175768"/>
                      </a:cubicBezTo>
                      <a:cubicBezTo>
                        <a:pt x="161671" y="164719"/>
                        <a:pt x="168339" y="153797"/>
                        <a:pt x="174244" y="143383"/>
                      </a:cubicBezTo>
                      <a:cubicBezTo>
                        <a:pt x="213042" y="74866"/>
                        <a:pt x="287274" y="127"/>
                        <a:pt x="361759" y="0"/>
                      </a:cubicBezTo>
                      <a:lnTo>
                        <a:pt x="362014" y="0"/>
                      </a:lnTo>
                      <a:cubicBezTo>
                        <a:pt x="389001" y="0"/>
                        <a:pt x="415861" y="9842"/>
                        <a:pt x="441198" y="33338"/>
                      </a:cubicBezTo>
                      <a:cubicBezTo>
                        <a:pt x="495173" y="83375"/>
                        <a:pt x="508952" y="174752"/>
                        <a:pt x="458978" y="25774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" name="Google Shape;930;p35"/>
                <p:cNvSpPr/>
                <p:nvPr/>
              </p:nvSpPr>
              <p:spPr>
                <a:xfrm>
                  <a:off x="5368697" y="2141156"/>
                  <a:ext cx="216191" cy="2707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191" h="270763" extrusionOk="0">
                      <a:moveTo>
                        <a:pt x="169011" y="0"/>
                      </a:moveTo>
                      <a:cubicBezTo>
                        <a:pt x="169011" y="0"/>
                        <a:pt x="126212" y="98933"/>
                        <a:pt x="216191" y="139129"/>
                      </a:cubicBezTo>
                      <a:cubicBezTo>
                        <a:pt x="174599" y="202501"/>
                        <a:pt x="112940" y="270573"/>
                        <a:pt x="61823" y="270764"/>
                      </a:cubicBezTo>
                      <a:lnTo>
                        <a:pt x="60553" y="270764"/>
                      </a:lnTo>
                      <a:cubicBezTo>
                        <a:pt x="47027" y="270510"/>
                        <a:pt x="34264" y="265494"/>
                        <a:pt x="22961" y="254254"/>
                      </a:cubicBezTo>
                      <a:cubicBezTo>
                        <a:pt x="-48413" y="183007"/>
                        <a:pt x="59600" y="29210"/>
                        <a:pt x="16901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1" name="Google Shape;931;p35"/>
                <p:cNvSpPr/>
                <p:nvPr/>
              </p:nvSpPr>
              <p:spPr>
                <a:xfrm>
                  <a:off x="5803961" y="2446464"/>
                  <a:ext cx="682151" cy="690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2151" h="690245" extrusionOk="0">
                      <a:moveTo>
                        <a:pt x="568898" y="64"/>
                      </a:moveTo>
                      <a:lnTo>
                        <a:pt x="581217" y="0"/>
                      </a:lnTo>
                      <a:cubicBezTo>
                        <a:pt x="605791" y="953"/>
                        <a:pt x="628588" y="8636"/>
                        <a:pt x="647892" y="24765"/>
                      </a:cubicBezTo>
                      <a:cubicBezTo>
                        <a:pt x="719583" y="84582"/>
                        <a:pt x="667958" y="193675"/>
                        <a:pt x="592139" y="260921"/>
                      </a:cubicBezTo>
                      <a:cubicBezTo>
                        <a:pt x="516384" y="328232"/>
                        <a:pt x="254065" y="472567"/>
                        <a:pt x="207837" y="685927"/>
                      </a:cubicBezTo>
                      <a:lnTo>
                        <a:pt x="2" y="690245"/>
                      </a:lnTo>
                      <a:cubicBezTo>
                        <a:pt x="-697" y="475933"/>
                        <a:pt x="225109" y="330835"/>
                        <a:pt x="284799" y="263271"/>
                      </a:cubicBezTo>
                      <a:cubicBezTo>
                        <a:pt x="311215" y="233363"/>
                        <a:pt x="331217" y="195263"/>
                        <a:pt x="338139" y="156845"/>
                      </a:cubicBezTo>
                      <a:cubicBezTo>
                        <a:pt x="346839" y="108458"/>
                        <a:pt x="334773" y="59627"/>
                        <a:pt x="288482" y="26099"/>
                      </a:cubicBezTo>
                      <a:cubicBezTo>
                        <a:pt x="264987" y="9144"/>
                        <a:pt x="239651" y="1461"/>
                        <a:pt x="214251" y="1207"/>
                      </a:cubicBezTo>
                      <a:lnTo>
                        <a:pt x="214251" y="1143"/>
                      </a:lnTo>
                      <a:lnTo>
                        <a:pt x="361316" y="699"/>
                      </a:lnTo>
                      <a:lnTo>
                        <a:pt x="361380" y="699"/>
                      </a:lnTo>
                      <a:lnTo>
                        <a:pt x="568200" y="127"/>
                      </a:lnTo>
                      <a:lnTo>
                        <a:pt x="568898" y="127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2" name="Google Shape;932;p35"/>
                <p:cNvSpPr/>
                <p:nvPr/>
              </p:nvSpPr>
              <p:spPr>
                <a:xfrm>
                  <a:off x="6050026" y="2444242"/>
                  <a:ext cx="104013" cy="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013" h="5841" extrusionOk="0">
                      <a:moveTo>
                        <a:pt x="101092" y="5842"/>
                      </a:moveTo>
                      <a:lnTo>
                        <a:pt x="2921" y="5842"/>
                      </a:lnTo>
                      <a:cubicBezTo>
                        <a:pt x="1270" y="5842"/>
                        <a:pt x="0" y="4508"/>
                        <a:pt x="0" y="2921"/>
                      </a:cubicBezTo>
                      <a:cubicBezTo>
                        <a:pt x="0" y="1333"/>
                        <a:pt x="1333" y="0"/>
                        <a:pt x="2921" y="0"/>
                      </a:cubicBezTo>
                      <a:lnTo>
                        <a:pt x="101092" y="0"/>
                      </a:lnTo>
                      <a:cubicBezTo>
                        <a:pt x="102743" y="0"/>
                        <a:pt x="104013" y="1333"/>
                        <a:pt x="104013" y="2921"/>
                      </a:cubicBezTo>
                      <a:cubicBezTo>
                        <a:pt x="104013" y="4508"/>
                        <a:pt x="102679" y="5842"/>
                        <a:pt x="101092" y="584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33" name="Google Shape;933;p35"/>
                <p:cNvGrpSpPr/>
                <p:nvPr/>
              </p:nvGrpSpPr>
              <p:grpSpPr>
                <a:xfrm>
                  <a:off x="5867400" y="2467927"/>
                  <a:ext cx="597915" cy="516065"/>
                  <a:chOff x="5867400" y="2467927"/>
                  <a:chExt cx="597915" cy="516065"/>
                </a:xfrm>
              </p:grpSpPr>
              <p:sp>
                <p:nvSpPr>
                  <p:cNvPr id="934" name="Google Shape;934;p35"/>
                  <p:cNvSpPr/>
                  <p:nvPr/>
                </p:nvSpPr>
                <p:spPr>
                  <a:xfrm>
                    <a:off x="6151117" y="2506662"/>
                    <a:ext cx="305689" cy="58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689" h="5842" extrusionOk="0">
                        <a:moveTo>
                          <a:pt x="302768" y="5842"/>
                        </a:moveTo>
                        <a:lnTo>
                          <a:pt x="2921" y="5842"/>
                        </a:lnTo>
                        <a:cubicBezTo>
                          <a:pt x="1270" y="5842"/>
                          <a:pt x="0" y="4508"/>
                          <a:pt x="0" y="2921"/>
                        </a:cubicBezTo>
                        <a:cubicBezTo>
                          <a:pt x="0" y="1333"/>
                          <a:pt x="1334" y="0"/>
                          <a:pt x="2921" y="0"/>
                        </a:cubicBezTo>
                        <a:lnTo>
                          <a:pt x="302768" y="0"/>
                        </a:lnTo>
                        <a:cubicBezTo>
                          <a:pt x="304419" y="0"/>
                          <a:pt x="305689" y="1333"/>
                          <a:pt x="305689" y="2921"/>
                        </a:cubicBezTo>
                        <a:cubicBezTo>
                          <a:pt x="305689" y="4508"/>
                          <a:pt x="304355" y="5842"/>
                          <a:pt x="302768" y="584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35" name="Google Shape;935;p35"/>
                  <p:cNvSpPr/>
                  <p:nvPr/>
                </p:nvSpPr>
                <p:spPr>
                  <a:xfrm>
                    <a:off x="6163373" y="2545969"/>
                    <a:ext cx="301942" cy="58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1942" h="5841" extrusionOk="0">
                        <a:moveTo>
                          <a:pt x="299022" y="5842"/>
                        </a:moveTo>
                        <a:lnTo>
                          <a:pt x="2921" y="5842"/>
                        </a:lnTo>
                        <a:cubicBezTo>
                          <a:pt x="1270" y="5842"/>
                          <a:pt x="0" y="4508"/>
                          <a:pt x="0" y="2921"/>
                        </a:cubicBezTo>
                        <a:cubicBezTo>
                          <a:pt x="0" y="1333"/>
                          <a:pt x="1334" y="0"/>
                          <a:pt x="2921" y="0"/>
                        </a:cubicBezTo>
                        <a:lnTo>
                          <a:pt x="299022" y="0"/>
                        </a:lnTo>
                        <a:cubicBezTo>
                          <a:pt x="300673" y="0"/>
                          <a:pt x="301942" y="1333"/>
                          <a:pt x="301942" y="2921"/>
                        </a:cubicBezTo>
                        <a:cubicBezTo>
                          <a:pt x="301942" y="4508"/>
                          <a:pt x="300673" y="5842"/>
                          <a:pt x="299022" y="584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36" name="Google Shape;936;p35"/>
                  <p:cNvSpPr/>
                  <p:nvPr/>
                </p:nvSpPr>
                <p:spPr>
                  <a:xfrm>
                    <a:off x="6164834" y="2585339"/>
                    <a:ext cx="183324" cy="58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3324" h="5841" extrusionOk="0">
                        <a:moveTo>
                          <a:pt x="180467" y="5842"/>
                        </a:moveTo>
                        <a:lnTo>
                          <a:pt x="2921" y="5842"/>
                        </a:lnTo>
                        <a:cubicBezTo>
                          <a:pt x="1270" y="5842"/>
                          <a:pt x="0" y="4508"/>
                          <a:pt x="0" y="2921"/>
                        </a:cubicBezTo>
                        <a:cubicBezTo>
                          <a:pt x="0" y="1333"/>
                          <a:pt x="1333" y="0"/>
                          <a:pt x="2921" y="0"/>
                        </a:cubicBezTo>
                        <a:lnTo>
                          <a:pt x="180403" y="0"/>
                        </a:lnTo>
                        <a:cubicBezTo>
                          <a:pt x="182054" y="0"/>
                          <a:pt x="183324" y="1333"/>
                          <a:pt x="183324" y="2921"/>
                        </a:cubicBezTo>
                        <a:cubicBezTo>
                          <a:pt x="183324" y="4508"/>
                          <a:pt x="182054" y="5842"/>
                          <a:pt x="180467" y="584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37" name="Google Shape;937;p35"/>
                  <p:cNvSpPr/>
                  <p:nvPr/>
                </p:nvSpPr>
                <p:spPr>
                  <a:xfrm>
                    <a:off x="6146736" y="2654998"/>
                    <a:ext cx="267779" cy="58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7779" h="5842" extrusionOk="0">
                        <a:moveTo>
                          <a:pt x="264859" y="5842"/>
                        </a:moveTo>
                        <a:lnTo>
                          <a:pt x="2921" y="5842"/>
                        </a:lnTo>
                        <a:cubicBezTo>
                          <a:pt x="1270" y="5842"/>
                          <a:pt x="0" y="4509"/>
                          <a:pt x="0" y="2921"/>
                        </a:cubicBezTo>
                        <a:cubicBezTo>
                          <a:pt x="0" y="1334"/>
                          <a:pt x="1334" y="0"/>
                          <a:pt x="2921" y="0"/>
                        </a:cubicBezTo>
                        <a:lnTo>
                          <a:pt x="264859" y="0"/>
                        </a:lnTo>
                        <a:cubicBezTo>
                          <a:pt x="266510" y="0"/>
                          <a:pt x="267779" y="1334"/>
                          <a:pt x="267779" y="2921"/>
                        </a:cubicBezTo>
                        <a:cubicBezTo>
                          <a:pt x="267779" y="4509"/>
                          <a:pt x="266446" y="5842"/>
                          <a:pt x="264859" y="584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38" name="Google Shape;938;p35"/>
                  <p:cNvSpPr/>
                  <p:nvPr/>
                </p:nvSpPr>
                <p:spPr>
                  <a:xfrm>
                    <a:off x="6129273" y="2688018"/>
                    <a:ext cx="201803" cy="58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803" h="5842" extrusionOk="0">
                        <a:moveTo>
                          <a:pt x="198882" y="5842"/>
                        </a:moveTo>
                        <a:lnTo>
                          <a:pt x="2921" y="5842"/>
                        </a:lnTo>
                        <a:cubicBezTo>
                          <a:pt x="1270" y="5842"/>
                          <a:pt x="0" y="4508"/>
                          <a:pt x="0" y="2921"/>
                        </a:cubicBezTo>
                        <a:cubicBezTo>
                          <a:pt x="0" y="1333"/>
                          <a:pt x="1334" y="0"/>
                          <a:pt x="2921" y="0"/>
                        </a:cubicBezTo>
                        <a:lnTo>
                          <a:pt x="198882" y="0"/>
                        </a:lnTo>
                        <a:cubicBezTo>
                          <a:pt x="200533" y="0"/>
                          <a:pt x="201803" y="1333"/>
                          <a:pt x="201803" y="2921"/>
                        </a:cubicBezTo>
                        <a:cubicBezTo>
                          <a:pt x="201803" y="4508"/>
                          <a:pt x="200470" y="5842"/>
                          <a:pt x="198882" y="584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39" name="Google Shape;939;p35"/>
                  <p:cNvSpPr/>
                  <p:nvPr/>
                </p:nvSpPr>
                <p:spPr>
                  <a:xfrm>
                    <a:off x="6107429" y="2717800"/>
                    <a:ext cx="236537" cy="59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6537" h="5905" extrusionOk="0">
                        <a:moveTo>
                          <a:pt x="233617" y="5905"/>
                        </a:moveTo>
                        <a:lnTo>
                          <a:pt x="2921" y="5905"/>
                        </a:lnTo>
                        <a:cubicBezTo>
                          <a:pt x="1270" y="5905"/>
                          <a:pt x="0" y="4572"/>
                          <a:pt x="0" y="2985"/>
                        </a:cubicBezTo>
                        <a:cubicBezTo>
                          <a:pt x="0" y="1397"/>
                          <a:pt x="1270" y="0"/>
                          <a:pt x="2921" y="0"/>
                        </a:cubicBezTo>
                        <a:lnTo>
                          <a:pt x="233617" y="0"/>
                        </a:lnTo>
                        <a:cubicBezTo>
                          <a:pt x="235267" y="0"/>
                          <a:pt x="236538" y="1333"/>
                          <a:pt x="236538" y="2921"/>
                        </a:cubicBezTo>
                        <a:cubicBezTo>
                          <a:pt x="236538" y="4508"/>
                          <a:pt x="235267" y="5905"/>
                          <a:pt x="233617" y="590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40" name="Google Shape;940;p35"/>
                  <p:cNvSpPr/>
                  <p:nvPr/>
                </p:nvSpPr>
                <p:spPr>
                  <a:xfrm>
                    <a:off x="6083998" y="2742247"/>
                    <a:ext cx="226567" cy="58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6567" h="5841" extrusionOk="0">
                        <a:moveTo>
                          <a:pt x="223647" y="5842"/>
                        </a:moveTo>
                        <a:lnTo>
                          <a:pt x="2921" y="5842"/>
                        </a:lnTo>
                        <a:cubicBezTo>
                          <a:pt x="1270" y="5842"/>
                          <a:pt x="0" y="4508"/>
                          <a:pt x="0" y="2921"/>
                        </a:cubicBezTo>
                        <a:cubicBezTo>
                          <a:pt x="0" y="1333"/>
                          <a:pt x="1334" y="0"/>
                          <a:pt x="2921" y="0"/>
                        </a:cubicBezTo>
                        <a:lnTo>
                          <a:pt x="223647" y="0"/>
                        </a:lnTo>
                        <a:cubicBezTo>
                          <a:pt x="225298" y="0"/>
                          <a:pt x="226568" y="1333"/>
                          <a:pt x="226568" y="2921"/>
                        </a:cubicBezTo>
                        <a:cubicBezTo>
                          <a:pt x="226568" y="4508"/>
                          <a:pt x="225298" y="5842"/>
                          <a:pt x="223647" y="584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41" name="Google Shape;941;p35"/>
                  <p:cNvSpPr/>
                  <p:nvPr/>
                </p:nvSpPr>
                <p:spPr>
                  <a:xfrm>
                    <a:off x="6057455" y="2766567"/>
                    <a:ext cx="219646" cy="58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9646" h="5842" extrusionOk="0">
                        <a:moveTo>
                          <a:pt x="216726" y="5842"/>
                        </a:moveTo>
                        <a:lnTo>
                          <a:pt x="2921" y="5842"/>
                        </a:lnTo>
                        <a:cubicBezTo>
                          <a:pt x="1270" y="5842"/>
                          <a:pt x="0" y="4509"/>
                          <a:pt x="0" y="2921"/>
                        </a:cubicBezTo>
                        <a:cubicBezTo>
                          <a:pt x="0" y="1334"/>
                          <a:pt x="1334" y="0"/>
                          <a:pt x="2921" y="0"/>
                        </a:cubicBezTo>
                        <a:lnTo>
                          <a:pt x="216726" y="0"/>
                        </a:lnTo>
                        <a:cubicBezTo>
                          <a:pt x="218377" y="0"/>
                          <a:pt x="219647" y="1334"/>
                          <a:pt x="219647" y="2921"/>
                        </a:cubicBezTo>
                        <a:cubicBezTo>
                          <a:pt x="219647" y="4509"/>
                          <a:pt x="218313" y="5842"/>
                          <a:pt x="216726" y="584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42" name="Google Shape;942;p35"/>
                  <p:cNvSpPr/>
                  <p:nvPr/>
                </p:nvSpPr>
                <p:spPr>
                  <a:xfrm>
                    <a:off x="5997321" y="2820923"/>
                    <a:ext cx="210565" cy="58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0565" h="5842" extrusionOk="0">
                        <a:moveTo>
                          <a:pt x="207645" y="5842"/>
                        </a:moveTo>
                        <a:lnTo>
                          <a:pt x="2921" y="5842"/>
                        </a:lnTo>
                        <a:cubicBezTo>
                          <a:pt x="1270" y="5842"/>
                          <a:pt x="0" y="4509"/>
                          <a:pt x="0" y="2921"/>
                        </a:cubicBezTo>
                        <a:cubicBezTo>
                          <a:pt x="0" y="1334"/>
                          <a:pt x="1333" y="0"/>
                          <a:pt x="2921" y="0"/>
                        </a:cubicBezTo>
                        <a:lnTo>
                          <a:pt x="207645" y="0"/>
                        </a:lnTo>
                        <a:cubicBezTo>
                          <a:pt x="209296" y="0"/>
                          <a:pt x="210566" y="1334"/>
                          <a:pt x="210566" y="2921"/>
                        </a:cubicBezTo>
                        <a:cubicBezTo>
                          <a:pt x="210566" y="4509"/>
                          <a:pt x="209296" y="5842"/>
                          <a:pt x="207645" y="584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43" name="Google Shape;943;p35"/>
                  <p:cNvSpPr/>
                  <p:nvPr/>
                </p:nvSpPr>
                <p:spPr>
                  <a:xfrm>
                    <a:off x="5970270" y="2847085"/>
                    <a:ext cx="124840" cy="58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4840" h="5842" extrusionOk="0">
                        <a:moveTo>
                          <a:pt x="121920" y="5842"/>
                        </a:moveTo>
                        <a:lnTo>
                          <a:pt x="2921" y="5842"/>
                        </a:lnTo>
                        <a:cubicBezTo>
                          <a:pt x="1270" y="5842"/>
                          <a:pt x="0" y="4509"/>
                          <a:pt x="0" y="2921"/>
                        </a:cubicBezTo>
                        <a:cubicBezTo>
                          <a:pt x="0" y="1334"/>
                          <a:pt x="1333" y="0"/>
                          <a:pt x="2921" y="0"/>
                        </a:cubicBezTo>
                        <a:lnTo>
                          <a:pt x="121920" y="0"/>
                        </a:lnTo>
                        <a:cubicBezTo>
                          <a:pt x="123571" y="0"/>
                          <a:pt x="124841" y="1334"/>
                          <a:pt x="124841" y="2921"/>
                        </a:cubicBezTo>
                        <a:cubicBezTo>
                          <a:pt x="124841" y="4509"/>
                          <a:pt x="123571" y="5842"/>
                          <a:pt x="121920" y="584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44" name="Google Shape;944;p35"/>
                  <p:cNvSpPr/>
                  <p:nvPr/>
                </p:nvSpPr>
                <p:spPr>
                  <a:xfrm>
                    <a:off x="5949886" y="2868167"/>
                    <a:ext cx="204597" cy="58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4597" h="5842" extrusionOk="0">
                        <a:moveTo>
                          <a:pt x="201676" y="5842"/>
                        </a:moveTo>
                        <a:lnTo>
                          <a:pt x="2921" y="5842"/>
                        </a:lnTo>
                        <a:cubicBezTo>
                          <a:pt x="1270" y="5842"/>
                          <a:pt x="0" y="4509"/>
                          <a:pt x="0" y="2921"/>
                        </a:cubicBezTo>
                        <a:cubicBezTo>
                          <a:pt x="0" y="1334"/>
                          <a:pt x="1334" y="0"/>
                          <a:pt x="2921" y="0"/>
                        </a:cubicBezTo>
                        <a:lnTo>
                          <a:pt x="201676" y="0"/>
                        </a:lnTo>
                        <a:cubicBezTo>
                          <a:pt x="203327" y="0"/>
                          <a:pt x="204597" y="1334"/>
                          <a:pt x="204597" y="2921"/>
                        </a:cubicBezTo>
                        <a:cubicBezTo>
                          <a:pt x="204597" y="4509"/>
                          <a:pt x="203327" y="5842"/>
                          <a:pt x="201676" y="584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45" name="Google Shape;945;p35"/>
                  <p:cNvSpPr/>
                  <p:nvPr/>
                </p:nvSpPr>
                <p:spPr>
                  <a:xfrm>
                    <a:off x="5925248" y="2895790"/>
                    <a:ext cx="201231" cy="58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231" h="5842" extrusionOk="0">
                        <a:moveTo>
                          <a:pt x="198311" y="5842"/>
                        </a:moveTo>
                        <a:lnTo>
                          <a:pt x="2921" y="5842"/>
                        </a:lnTo>
                        <a:cubicBezTo>
                          <a:pt x="1270" y="5842"/>
                          <a:pt x="0" y="4508"/>
                          <a:pt x="0" y="2921"/>
                        </a:cubicBezTo>
                        <a:cubicBezTo>
                          <a:pt x="0" y="1333"/>
                          <a:pt x="1334" y="0"/>
                          <a:pt x="2921" y="0"/>
                        </a:cubicBezTo>
                        <a:lnTo>
                          <a:pt x="198311" y="0"/>
                        </a:lnTo>
                        <a:cubicBezTo>
                          <a:pt x="199961" y="0"/>
                          <a:pt x="201232" y="1333"/>
                          <a:pt x="201232" y="2921"/>
                        </a:cubicBezTo>
                        <a:cubicBezTo>
                          <a:pt x="201232" y="4508"/>
                          <a:pt x="199961" y="5842"/>
                          <a:pt x="198311" y="584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46" name="Google Shape;946;p35"/>
                  <p:cNvSpPr/>
                  <p:nvPr/>
                </p:nvSpPr>
                <p:spPr>
                  <a:xfrm>
                    <a:off x="5903277" y="2923285"/>
                    <a:ext cx="197865" cy="58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7865" h="5842" extrusionOk="0">
                        <a:moveTo>
                          <a:pt x="194945" y="5842"/>
                        </a:moveTo>
                        <a:lnTo>
                          <a:pt x="2921" y="5842"/>
                        </a:lnTo>
                        <a:cubicBezTo>
                          <a:pt x="1270" y="5842"/>
                          <a:pt x="0" y="4509"/>
                          <a:pt x="0" y="2921"/>
                        </a:cubicBezTo>
                        <a:cubicBezTo>
                          <a:pt x="0" y="1334"/>
                          <a:pt x="1333" y="0"/>
                          <a:pt x="2921" y="0"/>
                        </a:cubicBezTo>
                        <a:lnTo>
                          <a:pt x="194945" y="0"/>
                        </a:lnTo>
                        <a:cubicBezTo>
                          <a:pt x="196596" y="0"/>
                          <a:pt x="197866" y="1334"/>
                          <a:pt x="197866" y="2921"/>
                        </a:cubicBezTo>
                        <a:cubicBezTo>
                          <a:pt x="197866" y="4509"/>
                          <a:pt x="196596" y="5842"/>
                          <a:pt x="194945" y="584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47" name="Google Shape;947;p35"/>
                  <p:cNvSpPr/>
                  <p:nvPr/>
                </p:nvSpPr>
                <p:spPr>
                  <a:xfrm>
                    <a:off x="5883973" y="2950717"/>
                    <a:ext cx="194373" cy="58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4373" h="5842" extrusionOk="0">
                        <a:moveTo>
                          <a:pt x="191453" y="5842"/>
                        </a:moveTo>
                        <a:lnTo>
                          <a:pt x="2921" y="5842"/>
                        </a:lnTo>
                        <a:cubicBezTo>
                          <a:pt x="1270" y="5842"/>
                          <a:pt x="0" y="4509"/>
                          <a:pt x="0" y="2921"/>
                        </a:cubicBezTo>
                        <a:cubicBezTo>
                          <a:pt x="0" y="1334"/>
                          <a:pt x="1334" y="0"/>
                          <a:pt x="2921" y="0"/>
                        </a:cubicBezTo>
                        <a:lnTo>
                          <a:pt x="191453" y="0"/>
                        </a:lnTo>
                        <a:cubicBezTo>
                          <a:pt x="193104" y="0"/>
                          <a:pt x="194373" y="1334"/>
                          <a:pt x="194373" y="2921"/>
                        </a:cubicBezTo>
                        <a:cubicBezTo>
                          <a:pt x="194373" y="4509"/>
                          <a:pt x="193104" y="5842"/>
                          <a:pt x="191453" y="584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48" name="Google Shape;948;p35"/>
                  <p:cNvSpPr/>
                  <p:nvPr/>
                </p:nvSpPr>
                <p:spPr>
                  <a:xfrm>
                    <a:off x="5867400" y="2978150"/>
                    <a:ext cx="150367" cy="58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367" h="5842" extrusionOk="0">
                        <a:moveTo>
                          <a:pt x="147447" y="5842"/>
                        </a:moveTo>
                        <a:lnTo>
                          <a:pt x="2921" y="5842"/>
                        </a:lnTo>
                        <a:cubicBezTo>
                          <a:pt x="1270" y="5842"/>
                          <a:pt x="0" y="4508"/>
                          <a:pt x="0" y="2921"/>
                        </a:cubicBezTo>
                        <a:cubicBezTo>
                          <a:pt x="0" y="1333"/>
                          <a:pt x="1334" y="0"/>
                          <a:pt x="2921" y="0"/>
                        </a:cubicBezTo>
                        <a:lnTo>
                          <a:pt x="147447" y="0"/>
                        </a:lnTo>
                        <a:cubicBezTo>
                          <a:pt x="149098" y="0"/>
                          <a:pt x="150368" y="1333"/>
                          <a:pt x="150368" y="2921"/>
                        </a:cubicBezTo>
                        <a:cubicBezTo>
                          <a:pt x="150368" y="4508"/>
                          <a:pt x="149098" y="5842"/>
                          <a:pt x="147447" y="584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49" name="Google Shape;949;p35"/>
                  <p:cNvSpPr/>
                  <p:nvPr/>
                </p:nvSpPr>
                <p:spPr>
                  <a:xfrm>
                    <a:off x="6123685" y="2467927"/>
                    <a:ext cx="241617" cy="58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617" h="5842" extrusionOk="0">
                        <a:moveTo>
                          <a:pt x="238697" y="5842"/>
                        </a:moveTo>
                        <a:lnTo>
                          <a:pt x="2921" y="5842"/>
                        </a:lnTo>
                        <a:cubicBezTo>
                          <a:pt x="1270" y="5842"/>
                          <a:pt x="0" y="4508"/>
                          <a:pt x="0" y="2921"/>
                        </a:cubicBezTo>
                        <a:cubicBezTo>
                          <a:pt x="0" y="1333"/>
                          <a:pt x="1334" y="0"/>
                          <a:pt x="2921" y="0"/>
                        </a:cubicBezTo>
                        <a:lnTo>
                          <a:pt x="238697" y="0"/>
                        </a:lnTo>
                        <a:cubicBezTo>
                          <a:pt x="240348" y="0"/>
                          <a:pt x="241617" y="1333"/>
                          <a:pt x="241617" y="2921"/>
                        </a:cubicBezTo>
                        <a:cubicBezTo>
                          <a:pt x="241617" y="4508"/>
                          <a:pt x="240348" y="5842"/>
                          <a:pt x="238697" y="584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950" name="Google Shape;950;p35"/>
                <p:cNvGrpSpPr/>
                <p:nvPr/>
              </p:nvGrpSpPr>
              <p:grpSpPr>
                <a:xfrm>
                  <a:off x="5919596" y="2162746"/>
                  <a:ext cx="387921" cy="161417"/>
                  <a:chOff x="5919596" y="2162746"/>
                  <a:chExt cx="387921" cy="161417"/>
                </a:xfrm>
              </p:grpSpPr>
              <p:sp>
                <p:nvSpPr>
                  <p:cNvPr id="951" name="Google Shape;951;p35"/>
                  <p:cNvSpPr/>
                  <p:nvPr/>
                </p:nvSpPr>
                <p:spPr>
                  <a:xfrm>
                    <a:off x="5919596" y="2162746"/>
                    <a:ext cx="232981" cy="58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2981" h="5842" extrusionOk="0">
                        <a:moveTo>
                          <a:pt x="230061" y="5842"/>
                        </a:moveTo>
                        <a:lnTo>
                          <a:pt x="2921" y="5842"/>
                        </a:lnTo>
                        <a:cubicBezTo>
                          <a:pt x="1270" y="5842"/>
                          <a:pt x="0" y="4508"/>
                          <a:pt x="0" y="2921"/>
                        </a:cubicBezTo>
                        <a:cubicBezTo>
                          <a:pt x="0" y="1333"/>
                          <a:pt x="1334" y="0"/>
                          <a:pt x="2921" y="0"/>
                        </a:cubicBezTo>
                        <a:lnTo>
                          <a:pt x="230061" y="0"/>
                        </a:lnTo>
                        <a:cubicBezTo>
                          <a:pt x="231712" y="0"/>
                          <a:pt x="232982" y="1333"/>
                          <a:pt x="232982" y="2921"/>
                        </a:cubicBezTo>
                        <a:cubicBezTo>
                          <a:pt x="232982" y="4508"/>
                          <a:pt x="231712" y="5842"/>
                          <a:pt x="230061" y="584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52" name="Google Shape;952;p35"/>
                  <p:cNvSpPr/>
                  <p:nvPr/>
                </p:nvSpPr>
                <p:spPr>
                  <a:xfrm>
                    <a:off x="5930455" y="2187448"/>
                    <a:ext cx="373760" cy="58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3760" h="5841" extrusionOk="0">
                        <a:moveTo>
                          <a:pt x="370840" y="5842"/>
                        </a:moveTo>
                        <a:lnTo>
                          <a:pt x="2921" y="5842"/>
                        </a:lnTo>
                        <a:cubicBezTo>
                          <a:pt x="1270" y="5842"/>
                          <a:pt x="0" y="4508"/>
                          <a:pt x="0" y="2921"/>
                        </a:cubicBezTo>
                        <a:cubicBezTo>
                          <a:pt x="0" y="1333"/>
                          <a:pt x="1334" y="0"/>
                          <a:pt x="2921" y="0"/>
                        </a:cubicBezTo>
                        <a:lnTo>
                          <a:pt x="370840" y="0"/>
                        </a:lnTo>
                        <a:cubicBezTo>
                          <a:pt x="372491" y="0"/>
                          <a:pt x="373761" y="1333"/>
                          <a:pt x="373761" y="2921"/>
                        </a:cubicBezTo>
                        <a:cubicBezTo>
                          <a:pt x="373761" y="4508"/>
                          <a:pt x="372428" y="5842"/>
                          <a:pt x="370840" y="584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53" name="Google Shape;953;p35"/>
                  <p:cNvSpPr/>
                  <p:nvPr/>
                </p:nvSpPr>
                <p:spPr>
                  <a:xfrm>
                    <a:off x="5938773" y="2220150"/>
                    <a:ext cx="368744" cy="58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8744" h="5841" extrusionOk="0">
                        <a:moveTo>
                          <a:pt x="365823" y="5842"/>
                        </a:moveTo>
                        <a:lnTo>
                          <a:pt x="2921" y="5842"/>
                        </a:lnTo>
                        <a:cubicBezTo>
                          <a:pt x="1270" y="5842"/>
                          <a:pt x="0" y="4508"/>
                          <a:pt x="0" y="2921"/>
                        </a:cubicBezTo>
                        <a:cubicBezTo>
                          <a:pt x="0" y="1333"/>
                          <a:pt x="1334" y="0"/>
                          <a:pt x="2921" y="0"/>
                        </a:cubicBezTo>
                        <a:lnTo>
                          <a:pt x="365823" y="0"/>
                        </a:lnTo>
                        <a:cubicBezTo>
                          <a:pt x="367474" y="0"/>
                          <a:pt x="368745" y="1333"/>
                          <a:pt x="368745" y="2921"/>
                        </a:cubicBezTo>
                        <a:cubicBezTo>
                          <a:pt x="368745" y="4508"/>
                          <a:pt x="367411" y="5842"/>
                          <a:pt x="365823" y="584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54" name="Google Shape;954;p35"/>
                  <p:cNvSpPr/>
                  <p:nvPr/>
                </p:nvSpPr>
                <p:spPr>
                  <a:xfrm>
                    <a:off x="5941250" y="2252852"/>
                    <a:ext cx="361251" cy="58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251" h="5842" extrusionOk="0">
                        <a:moveTo>
                          <a:pt x="358330" y="5842"/>
                        </a:moveTo>
                        <a:lnTo>
                          <a:pt x="2921" y="5842"/>
                        </a:lnTo>
                        <a:cubicBezTo>
                          <a:pt x="1270" y="5842"/>
                          <a:pt x="0" y="4508"/>
                          <a:pt x="0" y="2921"/>
                        </a:cubicBezTo>
                        <a:cubicBezTo>
                          <a:pt x="0" y="1333"/>
                          <a:pt x="1334" y="0"/>
                          <a:pt x="2921" y="0"/>
                        </a:cubicBezTo>
                        <a:lnTo>
                          <a:pt x="358330" y="0"/>
                        </a:lnTo>
                        <a:cubicBezTo>
                          <a:pt x="359982" y="0"/>
                          <a:pt x="361252" y="1333"/>
                          <a:pt x="361252" y="2921"/>
                        </a:cubicBezTo>
                        <a:cubicBezTo>
                          <a:pt x="361252" y="4508"/>
                          <a:pt x="359982" y="5842"/>
                          <a:pt x="358330" y="584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55" name="Google Shape;955;p35"/>
                  <p:cNvSpPr/>
                  <p:nvPr/>
                </p:nvSpPr>
                <p:spPr>
                  <a:xfrm>
                    <a:off x="5938646" y="2285555"/>
                    <a:ext cx="352234" cy="58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2234" h="5842" extrusionOk="0">
                        <a:moveTo>
                          <a:pt x="349314" y="5842"/>
                        </a:moveTo>
                        <a:lnTo>
                          <a:pt x="2921" y="5842"/>
                        </a:lnTo>
                        <a:cubicBezTo>
                          <a:pt x="1270" y="5842"/>
                          <a:pt x="0" y="4509"/>
                          <a:pt x="0" y="2921"/>
                        </a:cubicBezTo>
                        <a:cubicBezTo>
                          <a:pt x="0" y="1334"/>
                          <a:pt x="1334" y="0"/>
                          <a:pt x="2921" y="0"/>
                        </a:cubicBezTo>
                        <a:lnTo>
                          <a:pt x="349314" y="0"/>
                        </a:lnTo>
                        <a:cubicBezTo>
                          <a:pt x="350965" y="0"/>
                          <a:pt x="352235" y="1334"/>
                          <a:pt x="352235" y="2921"/>
                        </a:cubicBezTo>
                        <a:cubicBezTo>
                          <a:pt x="352235" y="4509"/>
                          <a:pt x="350901" y="5842"/>
                          <a:pt x="349314" y="584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56" name="Google Shape;956;p35"/>
                  <p:cNvSpPr/>
                  <p:nvPr/>
                </p:nvSpPr>
                <p:spPr>
                  <a:xfrm>
                    <a:off x="5930455" y="2318321"/>
                    <a:ext cx="105028" cy="58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5028" h="5842" extrusionOk="0">
                        <a:moveTo>
                          <a:pt x="102108" y="5842"/>
                        </a:moveTo>
                        <a:lnTo>
                          <a:pt x="2921" y="5842"/>
                        </a:lnTo>
                        <a:cubicBezTo>
                          <a:pt x="1270" y="5842"/>
                          <a:pt x="0" y="4508"/>
                          <a:pt x="0" y="2921"/>
                        </a:cubicBezTo>
                        <a:cubicBezTo>
                          <a:pt x="0" y="1333"/>
                          <a:pt x="1334" y="0"/>
                          <a:pt x="2921" y="0"/>
                        </a:cubicBezTo>
                        <a:lnTo>
                          <a:pt x="102108" y="0"/>
                        </a:lnTo>
                        <a:cubicBezTo>
                          <a:pt x="103759" y="0"/>
                          <a:pt x="105029" y="1333"/>
                          <a:pt x="105029" y="2921"/>
                        </a:cubicBezTo>
                        <a:cubicBezTo>
                          <a:pt x="105029" y="4508"/>
                          <a:pt x="103696" y="5842"/>
                          <a:pt x="102108" y="584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957" name="Google Shape;957;p35"/>
              <p:cNvGrpSpPr/>
              <p:nvPr/>
            </p:nvGrpSpPr>
            <p:grpSpPr>
              <a:xfrm>
                <a:off x="5584181" y="2031717"/>
                <a:ext cx="2692136" cy="2441947"/>
                <a:chOff x="5787167" y="2569411"/>
                <a:chExt cx="2093093" cy="1898427"/>
              </a:xfrm>
            </p:grpSpPr>
            <p:grpSp>
              <p:nvGrpSpPr>
                <p:cNvPr id="958" name="Google Shape;958;p35"/>
                <p:cNvGrpSpPr/>
                <p:nvPr/>
              </p:nvGrpSpPr>
              <p:grpSpPr>
                <a:xfrm>
                  <a:off x="5787167" y="3156309"/>
                  <a:ext cx="1074235" cy="1311465"/>
                  <a:chOff x="4557198" y="3052000"/>
                  <a:chExt cx="1074235" cy="1311465"/>
                </a:xfrm>
              </p:grpSpPr>
              <p:sp>
                <p:nvSpPr>
                  <p:cNvPr id="959" name="Google Shape;959;p35"/>
                  <p:cNvSpPr/>
                  <p:nvPr/>
                </p:nvSpPr>
                <p:spPr>
                  <a:xfrm>
                    <a:off x="4952431" y="3101850"/>
                    <a:ext cx="428812" cy="6586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8812" h="658619" extrusionOk="0">
                        <a:moveTo>
                          <a:pt x="411159" y="658619"/>
                        </a:moveTo>
                        <a:lnTo>
                          <a:pt x="278508" y="658619"/>
                        </a:lnTo>
                        <a:cubicBezTo>
                          <a:pt x="199895" y="658619"/>
                          <a:pt x="132903" y="605089"/>
                          <a:pt x="115503" y="528444"/>
                        </a:cubicBezTo>
                        <a:lnTo>
                          <a:pt x="441" y="21587"/>
                        </a:lnTo>
                        <a:cubicBezTo>
                          <a:pt x="-1717" y="12062"/>
                          <a:pt x="4252" y="2601"/>
                          <a:pt x="13777" y="441"/>
                        </a:cubicBezTo>
                        <a:cubicBezTo>
                          <a:pt x="23302" y="-1718"/>
                          <a:pt x="32763" y="4252"/>
                          <a:pt x="34922" y="13777"/>
                        </a:cubicBezTo>
                        <a:lnTo>
                          <a:pt x="149984" y="520633"/>
                        </a:lnTo>
                        <a:cubicBezTo>
                          <a:pt x="163700" y="581086"/>
                          <a:pt x="216532" y="623250"/>
                          <a:pt x="278508" y="623250"/>
                        </a:cubicBezTo>
                        <a:lnTo>
                          <a:pt x="411159" y="623250"/>
                        </a:lnTo>
                        <a:cubicBezTo>
                          <a:pt x="420939" y="623250"/>
                          <a:pt x="428813" y="631187"/>
                          <a:pt x="428813" y="640902"/>
                        </a:cubicBezTo>
                        <a:cubicBezTo>
                          <a:pt x="428813" y="650618"/>
                          <a:pt x="420939" y="658619"/>
                          <a:pt x="411159" y="658619"/>
                        </a:cubicBezTo>
                        <a:close/>
                      </a:path>
                    </a:pathLst>
                  </a:custGeom>
                  <a:solidFill>
                    <a:srgbClr val="3B4C7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60" name="Google Shape;960;p35"/>
                  <p:cNvSpPr/>
                  <p:nvPr/>
                </p:nvSpPr>
                <p:spPr>
                  <a:xfrm>
                    <a:off x="4557208" y="3052000"/>
                    <a:ext cx="544122" cy="4084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4122" h="408495" extrusionOk="0">
                        <a:moveTo>
                          <a:pt x="64702" y="357632"/>
                        </a:moveTo>
                        <a:lnTo>
                          <a:pt x="1646" y="79820"/>
                        </a:lnTo>
                        <a:cubicBezTo>
                          <a:pt x="-7625" y="38926"/>
                          <a:pt x="23427" y="0"/>
                          <a:pt x="65400" y="0"/>
                        </a:cubicBezTo>
                        <a:lnTo>
                          <a:pt x="415667" y="0"/>
                        </a:lnTo>
                        <a:cubicBezTo>
                          <a:pt x="446210" y="0"/>
                          <a:pt x="472626" y="21145"/>
                          <a:pt x="479420" y="50864"/>
                        </a:cubicBezTo>
                        <a:lnTo>
                          <a:pt x="542476" y="328676"/>
                        </a:lnTo>
                        <a:cubicBezTo>
                          <a:pt x="551747" y="369570"/>
                          <a:pt x="520695" y="408496"/>
                          <a:pt x="478722" y="408496"/>
                        </a:cubicBezTo>
                        <a:lnTo>
                          <a:pt x="128456" y="408496"/>
                        </a:lnTo>
                        <a:cubicBezTo>
                          <a:pt x="97976" y="408559"/>
                          <a:pt x="71496" y="387414"/>
                          <a:pt x="64702" y="357632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61" name="Google Shape;961;p35"/>
                  <p:cNvSpPr/>
                  <p:nvPr/>
                </p:nvSpPr>
                <p:spPr>
                  <a:xfrm>
                    <a:off x="4557198" y="3052064"/>
                    <a:ext cx="192734" cy="4084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2734" h="408495" extrusionOk="0">
                        <a:moveTo>
                          <a:pt x="191078" y="328676"/>
                        </a:moveTo>
                        <a:lnTo>
                          <a:pt x="128022" y="50863"/>
                        </a:lnTo>
                        <a:cubicBezTo>
                          <a:pt x="121291" y="21336"/>
                          <a:pt x="95192" y="317"/>
                          <a:pt x="64903" y="0"/>
                        </a:cubicBezTo>
                        <a:cubicBezTo>
                          <a:pt x="23184" y="317"/>
                          <a:pt x="-7614" y="39052"/>
                          <a:pt x="1657" y="79819"/>
                        </a:cubicBezTo>
                        <a:lnTo>
                          <a:pt x="64713" y="357632"/>
                        </a:lnTo>
                        <a:cubicBezTo>
                          <a:pt x="71444" y="387159"/>
                          <a:pt x="97542" y="408178"/>
                          <a:pt x="127832" y="408495"/>
                        </a:cubicBezTo>
                        <a:cubicBezTo>
                          <a:pt x="169551" y="408178"/>
                          <a:pt x="200348" y="369379"/>
                          <a:pt x="191078" y="328676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62" name="Google Shape;962;p35"/>
                  <p:cNvSpPr/>
                  <p:nvPr/>
                </p:nvSpPr>
                <p:spPr>
                  <a:xfrm>
                    <a:off x="4989512" y="3759708"/>
                    <a:ext cx="641921" cy="6037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1921" h="603757" extrusionOk="0">
                        <a:moveTo>
                          <a:pt x="552514" y="80899"/>
                        </a:moveTo>
                        <a:cubicBezTo>
                          <a:pt x="544513" y="34036"/>
                          <a:pt x="504127" y="0"/>
                          <a:pt x="456565" y="0"/>
                        </a:cubicBezTo>
                        <a:lnTo>
                          <a:pt x="185357" y="0"/>
                        </a:lnTo>
                        <a:cubicBezTo>
                          <a:pt x="137795" y="0"/>
                          <a:pt x="97472" y="34036"/>
                          <a:pt x="89408" y="80899"/>
                        </a:cubicBezTo>
                        <a:lnTo>
                          <a:pt x="0" y="603758"/>
                        </a:lnTo>
                        <a:lnTo>
                          <a:pt x="41847" y="603758"/>
                        </a:lnTo>
                        <a:lnTo>
                          <a:pt x="130111" y="87820"/>
                        </a:lnTo>
                        <a:cubicBezTo>
                          <a:pt x="134747" y="60833"/>
                          <a:pt x="157988" y="41211"/>
                          <a:pt x="185357" y="41211"/>
                        </a:cubicBezTo>
                        <a:lnTo>
                          <a:pt x="456565" y="41211"/>
                        </a:lnTo>
                        <a:cubicBezTo>
                          <a:pt x="483934" y="41211"/>
                          <a:pt x="507174" y="60833"/>
                          <a:pt x="511810" y="87820"/>
                        </a:cubicBezTo>
                        <a:lnTo>
                          <a:pt x="600075" y="603758"/>
                        </a:lnTo>
                        <a:lnTo>
                          <a:pt x="641922" y="603758"/>
                        </a:lnTo>
                        <a:lnTo>
                          <a:pt x="552514" y="80899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63" name="Google Shape;963;p35"/>
                  <p:cNvSpPr/>
                  <p:nvPr/>
                </p:nvSpPr>
                <p:spPr>
                  <a:xfrm>
                    <a:off x="4750419" y="3614264"/>
                    <a:ext cx="745934" cy="1484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5934" h="148431" extrusionOk="0">
                        <a:moveTo>
                          <a:pt x="700469" y="148431"/>
                        </a:moveTo>
                        <a:lnTo>
                          <a:pt x="45466" y="148431"/>
                        </a:lnTo>
                        <a:cubicBezTo>
                          <a:pt x="20384" y="148431"/>
                          <a:pt x="0" y="128048"/>
                          <a:pt x="0" y="102965"/>
                        </a:cubicBezTo>
                        <a:lnTo>
                          <a:pt x="0" y="50578"/>
                        </a:lnTo>
                        <a:cubicBezTo>
                          <a:pt x="0" y="-16859"/>
                          <a:pt x="745935" y="-16859"/>
                          <a:pt x="745935" y="50578"/>
                        </a:cubicBezTo>
                        <a:lnTo>
                          <a:pt x="745935" y="102965"/>
                        </a:lnTo>
                        <a:cubicBezTo>
                          <a:pt x="745935" y="128048"/>
                          <a:pt x="725615" y="148431"/>
                          <a:pt x="700469" y="14843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64" name="Google Shape;964;p35"/>
                  <p:cNvSpPr/>
                  <p:nvPr/>
                </p:nvSpPr>
                <p:spPr>
                  <a:xfrm>
                    <a:off x="4588639" y="3101850"/>
                    <a:ext cx="925255" cy="6586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5255" h="658619" extrusionOk="0">
                        <a:moveTo>
                          <a:pt x="907602" y="658619"/>
                        </a:moveTo>
                        <a:lnTo>
                          <a:pt x="278508" y="658619"/>
                        </a:lnTo>
                        <a:cubicBezTo>
                          <a:pt x="199895" y="658619"/>
                          <a:pt x="132902" y="605089"/>
                          <a:pt x="115504" y="528444"/>
                        </a:cubicBezTo>
                        <a:lnTo>
                          <a:pt x="442" y="21587"/>
                        </a:lnTo>
                        <a:cubicBezTo>
                          <a:pt x="-1718" y="12062"/>
                          <a:pt x="4251" y="2601"/>
                          <a:pt x="13776" y="441"/>
                        </a:cubicBezTo>
                        <a:cubicBezTo>
                          <a:pt x="23301" y="-1718"/>
                          <a:pt x="32763" y="4252"/>
                          <a:pt x="34922" y="13777"/>
                        </a:cubicBezTo>
                        <a:lnTo>
                          <a:pt x="149984" y="520633"/>
                        </a:lnTo>
                        <a:cubicBezTo>
                          <a:pt x="163700" y="581086"/>
                          <a:pt x="216532" y="623250"/>
                          <a:pt x="278508" y="623250"/>
                        </a:cubicBezTo>
                        <a:lnTo>
                          <a:pt x="907602" y="623250"/>
                        </a:lnTo>
                        <a:cubicBezTo>
                          <a:pt x="917382" y="623250"/>
                          <a:pt x="925256" y="631187"/>
                          <a:pt x="925256" y="640902"/>
                        </a:cubicBezTo>
                        <a:cubicBezTo>
                          <a:pt x="925256" y="650618"/>
                          <a:pt x="917318" y="658619"/>
                          <a:pt x="907602" y="65861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65" name="Google Shape;965;p35"/>
                  <p:cNvSpPr/>
                  <p:nvPr/>
                </p:nvSpPr>
                <p:spPr>
                  <a:xfrm>
                    <a:off x="4694237" y="3759708"/>
                    <a:ext cx="641921" cy="6037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1921" h="603757" extrusionOk="0">
                        <a:moveTo>
                          <a:pt x="552514" y="80899"/>
                        </a:moveTo>
                        <a:cubicBezTo>
                          <a:pt x="544513" y="34036"/>
                          <a:pt x="504127" y="0"/>
                          <a:pt x="456565" y="0"/>
                        </a:cubicBezTo>
                        <a:lnTo>
                          <a:pt x="185357" y="0"/>
                        </a:lnTo>
                        <a:cubicBezTo>
                          <a:pt x="137795" y="0"/>
                          <a:pt x="97472" y="34036"/>
                          <a:pt x="89408" y="80899"/>
                        </a:cubicBezTo>
                        <a:lnTo>
                          <a:pt x="0" y="603758"/>
                        </a:lnTo>
                        <a:lnTo>
                          <a:pt x="41847" y="603758"/>
                        </a:lnTo>
                        <a:lnTo>
                          <a:pt x="130111" y="87820"/>
                        </a:lnTo>
                        <a:cubicBezTo>
                          <a:pt x="134747" y="60833"/>
                          <a:pt x="157988" y="41211"/>
                          <a:pt x="185357" y="41211"/>
                        </a:cubicBezTo>
                        <a:lnTo>
                          <a:pt x="456565" y="41211"/>
                        </a:lnTo>
                        <a:cubicBezTo>
                          <a:pt x="483934" y="41211"/>
                          <a:pt x="507174" y="60833"/>
                          <a:pt x="511810" y="87820"/>
                        </a:cubicBezTo>
                        <a:lnTo>
                          <a:pt x="600075" y="603758"/>
                        </a:lnTo>
                        <a:lnTo>
                          <a:pt x="641922" y="603758"/>
                        </a:lnTo>
                        <a:lnTo>
                          <a:pt x="552514" y="80899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966" name="Google Shape;966;p35"/>
                <p:cNvGrpSpPr/>
                <p:nvPr/>
              </p:nvGrpSpPr>
              <p:grpSpPr>
                <a:xfrm>
                  <a:off x="6021979" y="2569411"/>
                  <a:ext cx="1337517" cy="1898427"/>
                  <a:chOff x="4792010" y="2465102"/>
                  <a:chExt cx="1337517" cy="1898427"/>
                </a:xfrm>
              </p:grpSpPr>
              <p:sp>
                <p:nvSpPr>
                  <p:cNvPr id="967" name="Google Shape;967;p35"/>
                  <p:cNvSpPr/>
                  <p:nvPr/>
                </p:nvSpPr>
                <p:spPr>
                  <a:xfrm>
                    <a:off x="5690996" y="4059999"/>
                    <a:ext cx="323596" cy="2690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3596" h="269049" extrusionOk="0">
                        <a:moveTo>
                          <a:pt x="149733" y="0"/>
                        </a:moveTo>
                        <a:lnTo>
                          <a:pt x="195009" y="112332"/>
                        </a:lnTo>
                        <a:cubicBezTo>
                          <a:pt x="198438" y="120777"/>
                          <a:pt x="204470" y="127953"/>
                          <a:pt x="212281" y="132715"/>
                        </a:cubicBezTo>
                        <a:lnTo>
                          <a:pt x="323596" y="200279"/>
                        </a:lnTo>
                        <a:lnTo>
                          <a:pt x="323596" y="269049"/>
                        </a:lnTo>
                        <a:lnTo>
                          <a:pt x="122428" y="269049"/>
                        </a:lnTo>
                        <a:cubicBezTo>
                          <a:pt x="105664" y="269049"/>
                          <a:pt x="92583" y="254572"/>
                          <a:pt x="94298" y="237871"/>
                        </a:cubicBezTo>
                        <a:lnTo>
                          <a:pt x="99378" y="189166"/>
                        </a:lnTo>
                        <a:cubicBezTo>
                          <a:pt x="100521" y="177991"/>
                          <a:pt x="98108" y="166751"/>
                          <a:pt x="92393" y="157099"/>
                        </a:cubicBezTo>
                        <a:lnTo>
                          <a:pt x="0" y="64"/>
                        </a:lnTo>
                        <a:lnTo>
                          <a:pt x="149733" y="64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68" name="Google Shape;968;p35"/>
                  <p:cNvSpPr/>
                  <p:nvPr/>
                </p:nvSpPr>
                <p:spPr>
                  <a:xfrm>
                    <a:off x="5691060" y="4060063"/>
                    <a:ext cx="157353" cy="510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7353" h="51070" extrusionOk="0">
                        <a:moveTo>
                          <a:pt x="157353" y="19050"/>
                        </a:moveTo>
                        <a:lnTo>
                          <a:pt x="149670" y="0"/>
                        </a:lnTo>
                        <a:lnTo>
                          <a:pt x="0" y="0"/>
                        </a:lnTo>
                        <a:lnTo>
                          <a:pt x="23114" y="39243"/>
                        </a:lnTo>
                        <a:cubicBezTo>
                          <a:pt x="30099" y="51181"/>
                          <a:pt x="45466" y="54483"/>
                          <a:pt x="57277" y="47308"/>
                        </a:cubicBezTo>
                        <a:cubicBezTo>
                          <a:pt x="94298" y="24765"/>
                          <a:pt x="138557" y="37846"/>
                          <a:pt x="157353" y="19050"/>
                        </a:cubicBezTo>
                        <a:close/>
                      </a:path>
                    </a:pathLst>
                  </a:custGeom>
                  <a:solidFill>
                    <a:srgbClr val="F0B89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69" name="Google Shape;969;p35"/>
                  <p:cNvSpPr/>
                  <p:nvPr/>
                </p:nvSpPr>
                <p:spPr>
                  <a:xfrm>
                    <a:off x="5366702" y="4086097"/>
                    <a:ext cx="231520" cy="2428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1520" h="242887" extrusionOk="0">
                        <a:moveTo>
                          <a:pt x="132651" y="0"/>
                        </a:moveTo>
                        <a:lnTo>
                          <a:pt x="153988" y="104775"/>
                        </a:lnTo>
                        <a:cubicBezTo>
                          <a:pt x="156527" y="117348"/>
                          <a:pt x="164655" y="128143"/>
                          <a:pt x="176085" y="133985"/>
                        </a:cubicBezTo>
                        <a:lnTo>
                          <a:pt x="231521" y="162624"/>
                        </a:lnTo>
                        <a:lnTo>
                          <a:pt x="231521" y="242888"/>
                        </a:lnTo>
                        <a:lnTo>
                          <a:pt x="39941" y="242888"/>
                        </a:lnTo>
                        <a:cubicBezTo>
                          <a:pt x="15430" y="242888"/>
                          <a:pt x="-889" y="217678"/>
                          <a:pt x="9080" y="195326"/>
                        </a:cubicBezTo>
                        <a:lnTo>
                          <a:pt x="25717" y="157988"/>
                        </a:lnTo>
                        <a:cubicBezTo>
                          <a:pt x="32004" y="143955"/>
                          <a:pt x="33274" y="128207"/>
                          <a:pt x="29401" y="113284"/>
                        </a:cubicBezTo>
                        <a:lnTo>
                          <a:pt x="0" y="0"/>
                        </a:lnTo>
                        <a:lnTo>
                          <a:pt x="132651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70" name="Google Shape;970;p35"/>
                  <p:cNvSpPr/>
                  <p:nvPr/>
                </p:nvSpPr>
                <p:spPr>
                  <a:xfrm>
                    <a:off x="5372480" y="4108196"/>
                    <a:ext cx="131826" cy="313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826" h="31346" extrusionOk="0">
                        <a:moveTo>
                          <a:pt x="131826" y="0"/>
                        </a:moveTo>
                        <a:cubicBezTo>
                          <a:pt x="106363" y="19113"/>
                          <a:pt x="56324" y="13907"/>
                          <a:pt x="27432" y="29401"/>
                        </a:cubicBezTo>
                        <a:cubicBezTo>
                          <a:pt x="18605" y="34163"/>
                          <a:pt x="7684" y="29845"/>
                          <a:pt x="5207" y="20129"/>
                        </a:cubicBezTo>
                        <a:lnTo>
                          <a:pt x="0" y="0"/>
                        </a:lnTo>
                        <a:lnTo>
                          <a:pt x="131826" y="0"/>
                        </a:lnTo>
                        <a:close/>
                      </a:path>
                    </a:pathLst>
                  </a:custGeom>
                  <a:solidFill>
                    <a:srgbClr val="F0B89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71" name="Google Shape;971;p35"/>
                  <p:cNvSpPr/>
                  <p:nvPr/>
                </p:nvSpPr>
                <p:spPr>
                  <a:xfrm>
                    <a:off x="5070927" y="2465102"/>
                    <a:ext cx="219257" cy="2675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9257" h="267515" extrusionOk="0">
                        <a:moveTo>
                          <a:pt x="219257" y="39655"/>
                        </a:moveTo>
                        <a:cubicBezTo>
                          <a:pt x="179506" y="-18384"/>
                          <a:pt x="94924" y="-13368"/>
                          <a:pt x="71175" y="59022"/>
                        </a:cubicBezTo>
                        <a:cubicBezTo>
                          <a:pt x="50030" y="123412"/>
                          <a:pt x="65714" y="221963"/>
                          <a:pt x="8056" y="208374"/>
                        </a:cubicBezTo>
                        <a:cubicBezTo>
                          <a:pt x="2786" y="207168"/>
                          <a:pt x="-1596" y="212248"/>
                          <a:pt x="563" y="217201"/>
                        </a:cubicBezTo>
                        <a:cubicBezTo>
                          <a:pt x="26535" y="276573"/>
                          <a:pt x="109974" y="292194"/>
                          <a:pt x="143057" y="215550"/>
                        </a:cubicBezTo>
                        <a:cubicBezTo>
                          <a:pt x="178363" y="133571"/>
                          <a:pt x="219257" y="39655"/>
                          <a:pt x="219257" y="3965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72" name="Google Shape;972;p35"/>
                  <p:cNvSpPr/>
                  <p:nvPr/>
                </p:nvSpPr>
                <p:spPr>
                  <a:xfrm>
                    <a:off x="5204556" y="2471610"/>
                    <a:ext cx="85627" cy="1489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5627" h="148970" extrusionOk="0">
                        <a:moveTo>
                          <a:pt x="85628" y="33147"/>
                        </a:moveTo>
                        <a:cubicBezTo>
                          <a:pt x="74896" y="17463"/>
                          <a:pt x="60800" y="6413"/>
                          <a:pt x="45623" y="0"/>
                        </a:cubicBezTo>
                        <a:cubicBezTo>
                          <a:pt x="728" y="30480"/>
                          <a:pt x="-2764" y="100393"/>
                          <a:pt x="1237" y="140525"/>
                        </a:cubicBezTo>
                        <a:lnTo>
                          <a:pt x="35336" y="148971"/>
                        </a:lnTo>
                        <a:cubicBezTo>
                          <a:pt x="62133" y="87122"/>
                          <a:pt x="85628" y="33147"/>
                          <a:pt x="85628" y="3314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73" name="Google Shape;973;p35"/>
                  <p:cNvSpPr/>
                  <p:nvPr/>
                </p:nvSpPr>
                <p:spPr>
                  <a:xfrm>
                    <a:off x="5204542" y="2482566"/>
                    <a:ext cx="276743" cy="2092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6743" h="209297" extrusionOk="0">
                        <a:moveTo>
                          <a:pt x="1251" y="159224"/>
                        </a:moveTo>
                        <a:cubicBezTo>
                          <a:pt x="-4401" y="102836"/>
                          <a:pt x="4680" y="-12543"/>
                          <a:pt x="122980" y="5681"/>
                        </a:cubicBezTo>
                        <a:cubicBezTo>
                          <a:pt x="212198" y="-25307"/>
                          <a:pt x="283254" y="77436"/>
                          <a:pt x="276270" y="145381"/>
                        </a:cubicBezTo>
                        <a:cubicBezTo>
                          <a:pt x="267951" y="226598"/>
                          <a:pt x="195624" y="207294"/>
                          <a:pt x="195624" y="207294"/>
                        </a:cubicBezTo>
                        <a:lnTo>
                          <a:pt x="1251" y="159224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74" name="Google Shape;974;p35"/>
                  <p:cNvSpPr/>
                  <p:nvPr/>
                </p:nvSpPr>
                <p:spPr>
                  <a:xfrm>
                    <a:off x="5408167" y="2971278"/>
                    <a:ext cx="94723" cy="708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723" h="70815" extrusionOk="0">
                        <a:moveTo>
                          <a:pt x="91186" y="4522"/>
                        </a:moveTo>
                        <a:cubicBezTo>
                          <a:pt x="112268" y="11824"/>
                          <a:pt x="33147" y="61735"/>
                          <a:pt x="11557" y="70816"/>
                        </a:cubicBezTo>
                        <a:lnTo>
                          <a:pt x="0" y="13793"/>
                        </a:lnTo>
                        <a:cubicBezTo>
                          <a:pt x="0" y="13793"/>
                          <a:pt x="50546" y="-9575"/>
                          <a:pt x="91186" y="452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75" name="Google Shape;975;p35"/>
                  <p:cNvSpPr/>
                  <p:nvPr/>
                </p:nvSpPr>
                <p:spPr>
                  <a:xfrm>
                    <a:off x="5297995" y="2971292"/>
                    <a:ext cx="438848" cy="357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8848" h="357250" extrusionOk="0">
                        <a:moveTo>
                          <a:pt x="128651" y="0"/>
                        </a:moveTo>
                        <a:lnTo>
                          <a:pt x="193802" y="237236"/>
                        </a:lnTo>
                        <a:cubicBezTo>
                          <a:pt x="198501" y="254381"/>
                          <a:pt x="211328" y="268160"/>
                          <a:pt x="228092" y="274129"/>
                        </a:cubicBezTo>
                        <a:cubicBezTo>
                          <a:pt x="272542" y="289941"/>
                          <a:pt x="364109" y="323469"/>
                          <a:pt x="438848" y="357251"/>
                        </a:cubicBezTo>
                        <a:lnTo>
                          <a:pt x="98489" y="357251"/>
                        </a:lnTo>
                        <a:lnTo>
                          <a:pt x="0" y="49720"/>
                        </a:lnTo>
                        <a:lnTo>
                          <a:pt x="128651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76" name="Google Shape;976;p35"/>
                  <p:cNvSpPr/>
                  <p:nvPr/>
                </p:nvSpPr>
                <p:spPr>
                  <a:xfrm>
                    <a:off x="5297932" y="2984563"/>
                    <a:ext cx="135127" cy="1439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5127" h="143934" extrusionOk="0">
                        <a:moveTo>
                          <a:pt x="0" y="36385"/>
                        </a:moveTo>
                        <a:lnTo>
                          <a:pt x="31305" y="134176"/>
                        </a:lnTo>
                        <a:cubicBezTo>
                          <a:pt x="35115" y="145986"/>
                          <a:pt x="51117" y="147447"/>
                          <a:pt x="57023" y="136525"/>
                        </a:cubicBezTo>
                        <a:cubicBezTo>
                          <a:pt x="85027" y="84836"/>
                          <a:pt x="135128" y="10223"/>
                          <a:pt x="135128" y="10223"/>
                        </a:cubicBezTo>
                        <a:lnTo>
                          <a:pt x="94107" y="0"/>
                        </a:lnTo>
                        <a:lnTo>
                          <a:pt x="0" y="36385"/>
                        </a:lnTo>
                        <a:close/>
                      </a:path>
                    </a:pathLst>
                  </a:custGeom>
                  <a:solidFill>
                    <a:srgbClr val="F0B89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77" name="Google Shape;977;p35"/>
                  <p:cNvSpPr/>
                  <p:nvPr/>
                </p:nvSpPr>
                <p:spPr>
                  <a:xfrm>
                    <a:off x="4939982" y="3308858"/>
                    <a:ext cx="923555" cy="770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3555" h="770064" extrusionOk="0">
                        <a:moveTo>
                          <a:pt x="267970" y="0"/>
                        </a:moveTo>
                        <a:lnTo>
                          <a:pt x="527367" y="80264"/>
                        </a:lnTo>
                        <a:cubicBezTo>
                          <a:pt x="601916" y="103314"/>
                          <a:pt x="662686" y="157734"/>
                          <a:pt x="693928" y="229235"/>
                        </a:cubicBezTo>
                        <a:lnTo>
                          <a:pt x="922528" y="753237"/>
                        </a:lnTo>
                        <a:cubicBezTo>
                          <a:pt x="926021" y="761175"/>
                          <a:pt x="920178" y="770064"/>
                          <a:pt x="911542" y="770064"/>
                        </a:cubicBezTo>
                        <a:lnTo>
                          <a:pt x="712470" y="770064"/>
                        </a:lnTo>
                        <a:cubicBezTo>
                          <a:pt x="705866" y="770064"/>
                          <a:pt x="700532" y="764730"/>
                          <a:pt x="700469" y="758126"/>
                        </a:cubicBezTo>
                        <a:cubicBezTo>
                          <a:pt x="700405" y="752602"/>
                          <a:pt x="700596" y="744728"/>
                          <a:pt x="701167" y="733552"/>
                        </a:cubicBezTo>
                        <a:cubicBezTo>
                          <a:pt x="702818" y="703707"/>
                          <a:pt x="704469" y="703707"/>
                          <a:pt x="679640" y="677164"/>
                        </a:cubicBezTo>
                        <a:cubicBezTo>
                          <a:pt x="654812" y="650621"/>
                          <a:pt x="634873" y="582676"/>
                          <a:pt x="631571" y="551180"/>
                        </a:cubicBezTo>
                        <a:cubicBezTo>
                          <a:pt x="628269" y="519684"/>
                          <a:pt x="530479" y="464058"/>
                          <a:pt x="479044" y="384937"/>
                        </a:cubicBezTo>
                        <a:cubicBezTo>
                          <a:pt x="427609" y="305816"/>
                          <a:pt x="440944" y="272669"/>
                          <a:pt x="440944" y="272669"/>
                        </a:cubicBezTo>
                        <a:lnTo>
                          <a:pt x="0" y="272669"/>
                        </a:lnTo>
                        <a:lnTo>
                          <a:pt x="0" y="9080"/>
                        </a:lnTo>
                        <a:lnTo>
                          <a:pt x="267970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78" name="Google Shape;978;p35"/>
                  <p:cNvSpPr/>
                  <p:nvPr/>
                </p:nvSpPr>
                <p:spPr>
                  <a:xfrm>
                    <a:off x="4939855" y="3308858"/>
                    <a:ext cx="842708" cy="5703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42708" h="570357" extrusionOk="0">
                        <a:moveTo>
                          <a:pt x="693991" y="229235"/>
                        </a:moveTo>
                        <a:cubicBezTo>
                          <a:pt x="662813" y="157734"/>
                          <a:pt x="601980" y="103314"/>
                          <a:pt x="527431" y="80264"/>
                        </a:cubicBezTo>
                        <a:lnTo>
                          <a:pt x="268034" y="0"/>
                        </a:lnTo>
                        <a:lnTo>
                          <a:pt x="0" y="9208"/>
                        </a:lnTo>
                        <a:lnTo>
                          <a:pt x="0" y="199453"/>
                        </a:lnTo>
                        <a:cubicBezTo>
                          <a:pt x="34354" y="222186"/>
                          <a:pt x="72454" y="247142"/>
                          <a:pt x="112268" y="272796"/>
                        </a:cubicBezTo>
                        <a:lnTo>
                          <a:pt x="440944" y="272796"/>
                        </a:lnTo>
                        <a:cubicBezTo>
                          <a:pt x="440944" y="272796"/>
                          <a:pt x="427673" y="305943"/>
                          <a:pt x="479044" y="385064"/>
                        </a:cubicBezTo>
                        <a:cubicBezTo>
                          <a:pt x="504825" y="424751"/>
                          <a:pt x="542290" y="458533"/>
                          <a:pt x="573659" y="486346"/>
                        </a:cubicBezTo>
                        <a:cubicBezTo>
                          <a:pt x="586359" y="497586"/>
                          <a:pt x="603504" y="501967"/>
                          <a:pt x="620204" y="499110"/>
                        </a:cubicBezTo>
                        <a:cubicBezTo>
                          <a:pt x="706882" y="484251"/>
                          <a:pt x="742505" y="562864"/>
                          <a:pt x="842709" y="570357"/>
                        </a:cubicBezTo>
                        <a:lnTo>
                          <a:pt x="693991" y="229235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79" name="Google Shape;979;p35"/>
                  <p:cNvSpPr/>
                  <p:nvPr/>
                </p:nvSpPr>
                <p:spPr>
                  <a:xfrm>
                    <a:off x="4805086" y="3337940"/>
                    <a:ext cx="718824" cy="770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8824" h="770318" extrusionOk="0">
                        <a:moveTo>
                          <a:pt x="12722" y="11113"/>
                        </a:moveTo>
                        <a:lnTo>
                          <a:pt x="911" y="124333"/>
                        </a:lnTo>
                        <a:cubicBezTo>
                          <a:pt x="-9313" y="222758"/>
                          <a:pt x="67840" y="308420"/>
                          <a:pt x="166773" y="308420"/>
                        </a:cubicBezTo>
                        <a:lnTo>
                          <a:pt x="392833" y="308420"/>
                        </a:lnTo>
                        <a:cubicBezTo>
                          <a:pt x="392833" y="308420"/>
                          <a:pt x="402802" y="385191"/>
                          <a:pt x="433727" y="413385"/>
                        </a:cubicBezTo>
                        <a:cubicBezTo>
                          <a:pt x="465858" y="442722"/>
                          <a:pt x="437029" y="502920"/>
                          <a:pt x="456904" y="547116"/>
                        </a:cubicBezTo>
                        <a:cubicBezTo>
                          <a:pt x="476780" y="591312"/>
                          <a:pt x="494497" y="655384"/>
                          <a:pt x="493354" y="689674"/>
                        </a:cubicBezTo>
                        <a:cubicBezTo>
                          <a:pt x="492655" y="710756"/>
                          <a:pt x="492845" y="736473"/>
                          <a:pt x="493099" y="753110"/>
                        </a:cubicBezTo>
                        <a:cubicBezTo>
                          <a:pt x="493226" y="762699"/>
                          <a:pt x="501037" y="770319"/>
                          <a:pt x="510625" y="770319"/>
                        </a:cubicBezTo>
                        <a:lnTo>
                          <a:pt x="699220" y="770319"/>
                        </a:lnTo>
                        <a:cubicBezTo>
                          <a:pt x="711285" y="770319"/>
                          <a:pt x="720429" y="759587"/>
                          <a:pt x="718588" y="747649"/>
                        </a:cubicBezTo>
                        <a:lnTo>
                          <a:pt x="634958" y="213678"/>
                        </a:lnTo>
                        <a:cubicBezTo>
                          <a:pt x="626767" y="161354"/>
                          <a:pt x="589619" y="118174"/>
                          <a:pt x="539137" y="102172"/>
                        </a:cubicBezTo>
                        <a:lnTo>
                          <a:pt x="216049" y="0"/>
                        </a:lnTo>
                        <a:lnTo>
                          <a:pt x="12722" y="11113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0" name="Google Shape;980;p35"/>
                  <p:cNvSpPr/>
                  <p:nvPr/>
                </p:nvSpPr>
                <p:spPr>
                  <a:xfrm>
                    <a:off x="4805087" y="3318002"/>
                    <a:ext cx="419692" cy="2144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692" h="214416" extrusionOk="0">
                        <a:moveTo>
                          <a:pt x="224049" y="142557"/>
                        </a:moveTo>
                        <a:cubicBezTo>
                          <a:pt x="261641" y="108966"/>
                          <a:pt x="368385" y="53530"/>
                          <a:pt x="419693" y="39560"/>
                        </a:cubicBezTo>
                        <a:lnTo>
                          <a:pt x="137816" y="0"/>
                        </a:lnTo>
                        <a:lnTo>
                          <a:pt x="134832" y="127"/>
                        </a:lnTo>
                        <a:lnTo>
                          <a:pt x="134832" y="24384"/>
                        </a:lnTo>
                        <a:lnTo>
                          <a:pt x="12721" y="31051"/>
                        </a:lnTo>
                        <a:lnTo>
                          <a:pt x="910" y="144272"/>
                        </a:lnTo>
                        <a:cubicBezTo>
                          <a:pt x="-931" y="161734"/>
                          <a:pt x="85" y="178816"/>
                          <a:pt x="3387" y="195072"/>
                        </a:cubicBezTo>
                        <a:cubicBezTo>
                          <a:pt x="59584" y="249809"/>
                          <a:pt x="188553" y="174244"/>
                          <a:pt x="224049" y="14255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1" name="Google Shape;981;p35"/>
                  <p:cNvSpPr/>
                  <p:nvPr/>
                </p:nvSpPr>
                <p:spPr>
                  <a:xfrm>
                    <a:off x="5779198" y="4329049"/>
                    <a:ext cx="350329" cy="34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0329" h="34480" extrusionOk="0">
                        <a:moveTo>
                          <a:pt x="0" y="0"/>
                        </a:moveTo>
                        <a:lnTo>
                          <a:pt x="350329" y="0"/>
                        </a:lnTo>
                        <a:lnTo>
                          <a:pt x="350329" y="34480"/>
                        </a:lnTo>
                        <a:lnTo>
                          <a:pt x="0" y="3448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2" name="Google Shape;982;p35"/>
                  <p:cNvSpPr/>
                  <p:nvPr/>
                </p:nvSpPr>
                <p:spPr>
                  <a:xfrm>
                    <a:off x="5896355" y="4224981"/>
                    <a:ext cx="219647" cy="1041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9647" h="104130" extrusionOk="0">
                        <a:moveTo>
                          <a:pt x="98236" y="4182"/>
                        </a:moveTo>
                        <a:lnTo>
                          <a:pt x="178944" y="38790"/>
                        </a:lnTo>
                        <a:cubicBezTo>
                          <a:pt x="197168" y="46600"/>
                          <a:pt x="210567" y="62729"/>
                          <a:pt x="214822" y="82160"/>
                        </a:cubicBezTo>
                        <a:lnTo>
                          <a:pt x="219648" y="104131"/>
                        </a:lnTo>
                        <a:lnTo>
                          <a:pt x="7494" y="104131"/>
                        </a:lnTo>
                        <a:cubicBezTo>
                          <a:pt x="7494" y="104131"/>
                          <a:pt x="-26606" y="59744"/>
                          <a:pt x="50674" y="8246"/>
                        </a:cubicBezTo>
                        <a:cubicBezTo>
                          <a:pt x="64707" y="-1216"/>
                          <a:pt x="82678" y="-2485"/>
                          <a:pt x="98236" y="418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3" name="Google Shape;983;p35"/>
                  <p:cNvSpPr/>
                  <p:nvPr/>
                </p:nvSpPr>
                <p:spPr>
                  <a:xfrm>
                    <a:off x="5371338" y="4329049"/>
                    <a:ext cx="350329" cy="34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0329" h="34480" extrusionOk="0">
                        <a:moveTo>
                          <a:pt x="0" y="0"/>
                        </a:moveTo>
                        <a:lnTo>
                          <a:pt x="350329" y="0"/>
                        </a:lnTo>
                        <a:lnTo>
                          <a:pt x="350329" y="34480"/>
                        </a:lnTo>
                        <a:lnTo>
                          <a:pt x="0" y="3448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4" name="Google Shape;984;p35"/>
                  <p:cNvSpPr/>
                  <p:nvPr/>
                </p:nvSpPr>
                <p:spPr>
                  <a:xfrm>
                    <a:off x="5488431" y="4224981"/>
                    <a:ext cx="219710" cy="1041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9710" h="104130" extrusionOk="0">
                        <a:moveTo>
                          <a:pt x="98299" y="4182"/>
                        </a:moveTo>
                        <a:lnTo>
                          <a:pt x="179007" y="38790"/>
                        </a:lnTo>
                        <a:cubicBezTo>
                          <a:pt x="197232" y="46600"/>
                          <a:pt x="210630" y="62729"/>
                          <a:pt x="214885" y="82160"/>
                        </a:cubicBezTo>
                        <a:lnTo>
                          <a:pt x="219711" y="104131"/>
                        </a:lnTo>
                        <a:lnTo>
                          <a:pt x="7494" y="104131"/>
                        </a:lnTo>
                        <a:cubicBezTo>
                          <a:pt x="7494" y="104131"/>
                          <a:pt x="-26606" y="59744"/>
                          <a:pt x="50674" y="8246"/>
                        </a:cubicBezTo>
                        <a:cubicBezTo>
                          <a:pt x="64771" y="-1216"/>
                          <a:pt x="82741" y="-2485"/>
                          <a:pt x="98299" y="418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5" name="Google Shape;985;p35"/>
                  <p:cNvSpPr/>
                  <p:nvPr/>
                </p:nvSpPr>
                <p:spPr>
                  <a:xfrm>
                    <a:off x="4792010" y="2770793"/>
                    <a:ext cx="707280" cy="7178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7280" h="717867" extrusionOk="0">
                        <a:moveTo>
                          <a:pt x="505921" y="36986"/>
                        </a:moveTo>
                        <a:cubicBezTo>
                          <a:pt x="527638" y="36732"/>
                          <a:pt x="582947" y="15079"/>
                          <a:pt x="614443" y="52036"/>
                        </a:cubicBezTo>
                        <a:cubicBezTo>
                          <a:pt x="645939" y="88993"/>
                          <a:pt x="669942" y="190085"/>
                          <a:pt x="707280" y="205007"/>
                        </a:cubicBezTo>
                        <a:cubicBezTo>
                          <a:pt x="659211" y="205007"/>
                          <a:pt x="550880" y="271301"/>
                          <a:pt x="550880" y="271301"/>
                        </a:cubicBezTo>
                        <a:cubicBezTo>
                          <a:pt x="550880" y="271301"/>
                          <a:pt x="524146" y="370742"/>
                          <a:pt x="473600" y="382363"/>
                        </a:cubicBezTo>
                        <a:cubicBezTo>
                          <a:pt x="457852" y="453610"/>
                          <a:pt x="455375" y="543145"/>
                          <a:pt x="483569" y="582134"/>
                        </a:cubicBezTo>
                        <a:cubicBezTo>
                          <a:pt x="382477" y="579657"/>
                          <a:pt x="258716" y="658080"/>
                          <a:pt x="202328" y="688750"/>
                        </a:cubicBezTo>
                        <a:cubicBezTo>
                          <a:pt x="145940" y="719421"/>
                          <a:pt x="32910" y="737836"/>
                          <a:pt x="8336" y="681384"/>
                        </a:cubicBezTo>
                        <a:cubicBezTo>
                          <a:pt x="-21573" y="612614"/>
                          <a:pt x="37672" y="548161"/>
                          <a:pt x="50118" y="491773"/>
                        </a:cubicBezTo>
                        <a:cubicBezTo>
                          <a:pt x="62564" y="435385"/>
                          <a:pt x="79138" y="185957"/>
                          <a:pt x="146257" y="85691"/>
                        </a:cubicBezTo>
                        <a:cubicBezTo>
                          <a:pt x="213377" y="-14576"/>
                          <a:pt x="292117" y="855"/>
                          <a:pt x="292117" y="855"/>
                        </a:cubicBezTo>
                        <a:cubicBezTo>
                          <a:pt x="292117" y="855"/>
                          <a:pt x="423118" y="53814"/>
                          <a:pt x="505921" y="36986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6" name="Google Shape;986;p35"/>
                  <p:cNvSpPr/>
                  <p:nvPr/>
                </p:nvSpPr>
                <p:spPr>
                  <a:xfrm>
                    <a:off x="4851299" y="3274166"/>
                    <a:ext cx="212528" cy="510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2528" h="51010" extrusionOk="0">
                        <a:moveTo>
                          <a:pt x="58076" y="51011"/>
                        </a:moveTo>
                        <a:cubicBezTo>
                          <a:pt x="43471" y="51011"/>
                          <a:pt x="30580" y="48788"/>
                          <a:pt x="20484" y="43708"/>
                        </a:cubicBezTo>
                        <a:cubicBezTo>
                          <a:pt x="8927" y="37930"/>
                          <a:pt x="2069" y="28849"/>
                          <a:pt x="37" y="16721"/>
                        </a:cubicBezTo>
                        <a:cubicBezTo>
                          <a:pt x="-217" y="15133"/>
                          <a:pt x="863" y="13609"/>
                          <a:pt x="2450" y="13355"/>
                        </a:cubicBezTo>
                        <a:cubicBezTo>
                          <a:pt x="4038" y="13101"/>
                          <a:pt x="5561" y="14181"/>
                          <a:pt x="5816" y="15768"/>
                        </a:cubicBezTo>
                        <a:cubicBezTo>
                          <a:pt x="7530" y="25928"/>
                          <a:pt x="13309" y="33548"/>
                          <a:pt x="23088" y="38438"/>
                        </a:cubicBezTo>
                        <a:cubicBezTo>
                          <a:pt x="56044" y="54884"/>
                          <a:pt x="133895" y="38882"/>
                          <a:pt x="208190" y="338"/>
                        </a:cubicBezTo>
                        <a:cubicBezTo>
                          <a:pt x="209651" y="-424"/>
                          <a:pt x="211429" y="147"/>
                          <a:pt x="212191" y="1608"/>
                        </a:cubicBezTo>
                        <a:cubicBezTo>
                          <a:pt x="212953" y="3068"/>
                          <a:pt x="212381" y="4846"/>
                          <a:pt x="210921" y="5608"/>
                        </a:cubicBezTo>
                        <a:cubicBezTo>
                          <a:pt x="163486" y="30246"/>
                          <a:pt x="102653" y="51011"/>
                          <a:pt x="58076" y="5101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7" name="Google Shape;987;p35"/>
                  <p:cNvSpPr/>
                  <p:nvPr/>
                </p:nvSpPr>
                <p:spPr>
                  <a:xfrm>
                    <a:off x="4920488" y="2964892"/>
                    <a:ext cx="81279" cy="708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279" h="70851" extrusionOk="0">
                        <a:moveTo>
                          <a:pt x="0" y="44055"/>
                        </a:moveTo>
                        <a:cubicBezTo>
                          <a:pt x="11113" y="57580"/>
                          <a:pt x="43116" y="67549"/>
                          <a:pt x="81280" y="70852"/>
                        </a:cubicBezTo>
                        <a:lnTo>
                          <a:pt x="81280" y="1255"/>
                        </a:lnTo>
                        <a:cubicBezTo>
                          <a:pt x="81280" y="1255"/>
                          <a:pt x="39307" y="-4269"/>
                          <a:pt x="20510" y="7860"/>
                        </a:cubicBezTo>
                        <a:cubicBezTo>
                          <a:pt x="1715" y="19988"/>
                          <a:pt x="0" y="44055"/>
                          <a:pt x="0" y="4405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8" name="Google Shape;988;p35"/>
                  <p:cNvSpPr/>
                  <p:nvPr/>
                </p:nvSpPr>
                <p:spPr>
                  <a:xfrm>
                    <a:off x="5104046" y="2841771"/>
                    <a:ext cx="176737" cy="922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6737" h="92229" extrusionOk="0">
                        <a:moveTo>
                          <a:pt x="3957" y="1187"/>
                        </a:moveTo>
                        <a:cubicBezTo>
                          <a:pt x="41105" y="53447"/>
                          <a:pt x="110701" y="72751"/>
                          <a:pt x="171407" y="80371"/>
                        </a:cubicBezTo>
                        <a:cubicBezTo>
                          <a:pt x="179281" y="81197"/>
                          <a:pt x="178075" y="93071"/>
                          <a:pt x="170137" y="92182"/>
                        </a:cubicBezTo>
                        <a:cubicBezTo>
                          <a:pt x="122576" y="82467"/>
                          <a:pt x="74696" y="66465"/>
                          <a:pt x="35390" y="37255"/>
                        </a:cubicBezTo>
                        <a:cubicBezTo>
                          <a:pt x="22563" y="27349"/>
                          <a:pt x="10244" y="16871"/>
                          <a:pt x="401" y="3346"/>
                        </a:cubicBezTo>
                        <a:cubicBezTo>
                          <a:pt x="-297" y="2393"/>
                          <a:pt x="-43" y="1123"/>
                          <a:pt x="846" y="425"/>
                        </a:cubicBezTo>
                        <a:cubicBezTo>
                          <a:pt x="1862" y="-401"/>
                          <a:pt x="3386" y="44"/>
                          <a:pt x="3957" y="1187"/>
                        </a:cubicBezTo>
                        <a:lnTo>
                          <a:pt x="3957" y="1187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9" name="Google Shape;989;p35"/>
                  <p:cNvSpPr/>
                  <p:nvPr/>
                </p:nvSpPr>
                <p:spPr>
                  <a:xfrm>
                    <a:off x="5344951" y="2925047"/>
                    <a:ext cx="59232" cy="1068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232" h="106823" extrusionOk="0">
                        <a:moveTo>
                          <a:pt x="2955" y="106824"/>
                        </a:moveTo>
                        <a:cubicBezTo>
                          <a:pt x="2574" y="106824"/>
                          <a:pt x="2257" y="106760"/>
                          <a:pt x="1876" y="106633"/>
                        </a:cubicBezTo>
                        <a:cubicBezTo>
                          <a:pt x="352" y="106062"/>
                          <a:pt x="-411" y="104347"/>
                          <a:pt x="225" y="102823"/>
                        </a:cubicBezTo>
                        <a:cubicBezTo>
                          <a:pt x="12798" y="70819"/>
                          <a:pt x="34451" y="25035"/>
                          <a:pt x="54009" y="1096"/>
                        </a:cubicBezTo>
                        <a:cubicBezTo>
                          <a:pt x="55025" y="-174"/>
                          <a:pt x="56867" y="-365"/>
                          <a:pt x="58137" y="652"/>
                        </a:cubicBezTo>
                        <a:cubicBezTo>
                          <a:pt x="59407" y="1668"/>
                          <a:pt x="59597" y="3573"/>
                          <a:pt x="58581" y="4779"/>
                        </a:cubicBezTo>
                        <a:cubicBezTo>
                          <a:pt x="39468" y="28147"/>
                          <a:pt x="18132" y="73359"/>
                          <a:pt x="5686" y="104919"/>
                        </a:cubicBezTo>
                        <a:cubicBezTo>
                          <a:pt x="5241" y="106125"/>
                          <a:pt x="4162" y="106824"/>
                          <a:pt x="2955" y="10682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0" name="Google Shape;990;p35"/>
                  <p:cNvSpPr/>
                  <p:nvPr/>
                </p:nvSpPr>
                <p:spPr>
                  <a:xfrm>
                    <a:off x="4950523" y="2971228"/>
                    <a:ext cx="521080" cy="3799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1080" h="379920" extrusionOk="0">
                        <a:moveTo>
                          <a:pt x="167577" y="41846"/>
                        </a:moveTo>
                        <a:lnTo>
                          <a:pt x="205930" y="252222"/>
                        </a:lnTo>
                        <a:cubicBezTo>
                          <a:pt x="205930" y="252222"/>
                          <a:pt x="281940" y="259715"/>
                          <a:pt x="347472" y="287655"/>
                        </a:cubicBezTo>
                        <a:cubicBezTo>
                          <a:pt x="460375" y="280035"/>
                          <a:pt x="480251" y="285877"/>
                          <a:pt x="521081" y="357314"/>
                        </a:cubicBezTo>
                        <a:lnTo>
                          <a:pt x="457708" y="379920"/>
                        </a:lnTo>
                        <a:lnTo>
                          <a:pt x="174879" y="379920"/>
                        </a:lnTo>
                        <a:cubicBezTo>
                          <a:pt x="136716" y="379920"/>
                          <a:pt x="103188" y="354711"/>
                          <a:pt x="92520" y="318071"/>
                        </a:cubicBezTo>
                        <a:lnTo>
                          <a:pt x="0" y="0"/>
                        </a:lnTo>
                        <a:lnTo>
                          <a:pt x="167577" y="41846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1" name="Google Shape;991;p35"/>
                  <p:cNvSpPr/>
                  <p:nvPr/>
                </p:nvSpPr>
                <p:spPr>
                  <a:xfrm>
                    <a:off x="4943385" y="2961849"/>
                    <a:ext cx="167640" cy="623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640" h="62304" extrusionOk="0">
                        <a:moveTo>
                          <a:pt x="31242" y="61658"/>
                        </a:moveTo>
                        <a:cubicBezTo>
                          <a:pt x="67247" y="49086"/>
                          <a:pt x="142939" y="69215"/>
                          <a:pt x="167640" y="41846"/>
                        </a:cubicBezTo>
                        <a:lnTo>
                          <a:pt x="0" y="0"/>
                        </a:lnTo>
                        <a:lnTo>
                          <a:pt x="15431" y="53149"/>
                        </a:lnTo>
                        <a:cubicBezTo>
                          <a:pt x="17399" y="59944"/>
                          <a:pt x="24574" y="63945"/>
                          <a:pt x="31242" y="61658"/>
                        </a:cubicBezTo>
                        <a:close/>
                      </a:path>
                    </a:pathLst>
                  </a:custGeom>
                  <a:solidFill>
                    <a:srgbClr val="F0B89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2" name="Google Shape;992;p35"/>
                  <p:cNvSpPr/>
                  <p:nvPr/>
                </p:nvSpPr>
                <p:spPr>
                  <a:xfrm>
                    <a:off x="4915219" y="2763845"/>
                    <a:ext cx="202944" cy="2507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944" h="250723" extrusionOk="0">
                        <a:moveTo>
                          <a:pt x="168908" y="7802"/>
                        </a:moveTo>
                        <a:cubicBezTo>
                          <a:pt x="102614" y="-12645"/>
                          <a:pt x="28446" y="7485"/>
                          <a:pt x="18096" y="63619"/>
                        </a:cubicBezTo>
                        <a:cubicBezTo>
                          <a:pt x="7745" y="119753"/>
                          <a:pt x="18096" y="139057"/>
                          <a:pt x="10666" y="146486"/>
                        </a:cubicBezTo>
                        <a:cubicBezTo>
                          <a:pt x="3237" y="153916"/>
                          <a:pt x="4062" y="181284"/>
                          <a:pt x="10666" y="190428"/>
                        </a:cubicBezTo>
                        <a:cubicBezTo>
                          <a:pt x="17270" y="199572"/>
                          <a:pt x="-11495" y="225226"/>
                          <a:pt x="5396" y="245102"/>
                        </a:cubicBezTo>
                        <a:cubicBezTo>
                          <a:pt x="28065" y="181284"/>
                          <a:pt x="115949" y="262501"/>
                          <a:pt x="202944" y="249229"/>
                        </a:cubicBezTo>
                        <a:lnTo>
                          <a:pt x="168972" y="84320"/>
                        </a:lnTo>
                        <a:lnTo>
                          <a:pt x="168972" y="7802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3" name="Google Shape;993;p35"/>
                  <p:cNvSpPr/>
                  <p:nvPr/>
                </p:nvSpPr>
                <p:spPr>
                  <a:xfrm>
                    <a:off x="5083934" y="2857032"/>
                    <a:ext cx="37062" cy="1459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062" h="145984" extrusionOk="0">
                        <a:moveTo>
                          <a:pt x="4892" y="1928"/>
                        </a:moveTo>
                        <a:cubicBezTo>
                          <a:pt x="13465" y="48473"/>
                          <a:pt x="24704" y="96479"/>
                          <a:pt x="36960" y="142326"/>
                        </a:cubicBezTo>
                        <a:cubicBezTo>
                          <a:pt x="37849" y="145819"/>
                          <a:pt x="32705" y="147533"/>
                          <a:pt x="31372" y="144168"/>
                        </a:cubicBezTo>
                        <a:cubicBezTo>
                          <a:pt x="22164" y="121689"/>
                          <a:pt x="14989" y="98384"/>
                          <a:pt x="9528" y="74699"/>
                        </a:cubicBezTo>
                        <a:cubicBezTo>
                          <a:pt x="4067" y="51013"/>
                          <a:pt x="384" y="26756"/>
                          <a:pt x="3" y="2436"/>
                        </a:cubicBezTo>
                        <a:cubicBezTo>
                          <a:pt x="-124" y="-485"/>
                          <a:pt x="4384" y="-930"/>
                          <a:pt x="4892" y="1928"/>
                        </a:cubicBezTo>
                        <a:lnTo>
                          <a:pt x="4892" y="1928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4" name="Google Shape;994;p35"/>
                  <p:cNvSpPr/>
                  <p:nvPr/>
                </p:nvSpPr>
                <p:spPr>
                  <a:xfrm>
                    <a:off x="4910845" y="2882826"/>
                    <a:ext cx="20507" cy="1225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" h="122594" extrusionOk="0">
                        <a:moveTo>
                          <a:pt x="20501" y="3122"/>
                        </a:moveTo>
                        <a:cubicBezTo>
                          <a:pt x="19802" y="13409"/>
                          <a:pt x="19167" y="24204"/>
                          <a:pt x="14786" y="34237"/>
                        </a:cubicBezTo>
                        <a:cubicBezTo>
                          <a:pt x="9579" y="44968"/>
                          <a:pt x="9007" y="57287"/>
                          <a:pt x="15738" y="67320"/>
                        </a:cubicBezTo>
                        <a:cubicBezTo>
                          <a:pt x="17770" y="70178"/>
                          <a:pt x="17770" y="73797"/>
                          <a:pt x="17326" y="76655"/>
                        </a:cubicBezTo>
                        <a:cubicBezTo>
                          <a:pt x="13897" y="91133"/>
                          <a:pt x="1451" y="103452"/>
                          <a:pt x="7038" y="118692"/>
                        </a:cubicBezTo>
                        <a:cubicBezTo>
                          <a:pt x="8308" y="122311"/>
                          <a:pt x="2657" y="124343"/>
                          <a:pt x="1451" y="120597"/>
                        </a:cubicBezTo>
                        <a:cubicBezTo>
                          <a:pt x="-4137" y="104595"/>
                          <a:pt x="7927" y="89926"/>
                          <a:pt x="12119" y="75766"/>
                        </a:cubicBezTo>
                        <a:cubicBezTo>
                          <a:pt x="13198" y="70495"/>
                          <a:pt x="8563" y="68019"/>
                          <a:pt x="6848" y="63510"/>
                        </a:cubicBezTo>
                        <a:cubicBezTo>
                          <a:pt x="1832" y="53541"/>
                          <a:pt x="3229" y="40587"/>
                          <a:pt x="9706" y="31697"/>
                        </a:cubicBezTo>
                        <a:cubicBezTo>
                          <a:pt x="14849" y="23505"/>
                          <a:pt x="15865" y="13218"/>
                          <a:pt x="14595" y="3312"/>
                        </a:cubicBezTo>
                        <a:cubicBezTo>
                          <a:pt x="14151" y="-942"/>
                          <a:pt x="20755" y="-1196"/>
                          <a:pt x="20501" y="3122"/>
                        </a:cubicBezTo>
                        <a:lnTo>
                          <a:pt x="20501" y="3122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5" name="Google Shape;995;p35"/>
                  <p:cNvSpPr/>
                  <p:nvPr/>
                </p:nvSpPr>
                <p:spPr>
                  <a:xfrm>
                    <a:off x="4836583" y="3334999"/>
                    <a:ext cx="106236" cy="317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236" h="31770" extrusionOk="0">
                        <a:moveTo>
                          <a:pt x="38629" y="31771"/>
                        </a:moveTo>
                        <a:cubicBezTo>
                          <a:pt x="29485" y="31771"/>
                          <a:pt x="21103" y="30183"/>
                          <a:pt x="14308" y="26310"/>
                        </a:cubicBezTo>
                        <a:cubicBezTo>
                          <a:pt x="6117" y="21547"/>
                          <a:pt x="1291" y="13800"/>
                          <a:pt x="21" y="3323"/>
                        </a:cubicBezTo>
                        <a:cubicBezTo>
                          <a:pt x="-170" y="1735"/>
                          <a:pt x="973" y="211"/>
                          <a:pt x="2561" y="21"/>
                        </a:cubicBezTo>
                        <a:cubicBezTo>
                          <a:pt x="4148" y="-170"/>
                          <a:pt x="5672" y="973"/>
                          <a:pt x="5863" y="2561"/>
                        </a:cubicBezTo>
                        <a:cubicBezTo>
                          <a:pt x="6942" y="11260"/>
                          <a:pt x="10689" y="17356"/>
                          <a:pt x="17293" y="21230"/>
                        </a:cubicBezTo>
                        <a:cubicBezTo>
                          <a:pt x="32660" y="30183"/>
                          <a:pt x="63584" y="26056"/>
                          <a:pt x="102129" y="9990"/>
                        </a:cubicBezTo>
                        <a:cubicBezTo>
                          <a:pt x="103653" y="9355"/>
                          <a:pt x="105367" y="10054"/>
                          <a:pt x="106002" y="11578"/>
                        </a:cubicBezTo>
                        <a:cubicBezTo>
                          <a:pt x="106637" y="13102"/>
                          <a:pt x="105939" y="14816"/>
                          <a:pt x="104415" y="15451"/>
                        </a:cubicBezTo>
                        <a:cubicBezTo>
                          <a:pt x="87651" y="22436"/>
                          <a:pt x="61045" y="31771"/>
                          <a:pt x="38629" y="3177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6" name="Google Shape;996;p35"/>
                  <p:cNvSpPr/>
                  <p:nvPr/>
                </p:nvSpPr>
                <p:spPr>
                  <a:xfrm>
                    <a:off x="5084064" y="2699829"/>
                    <a:ext cx="243413" cy="1721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3413" h="172121" extrusionOk="0">
                        <a:moveTo>
                          <a:pt x="135953" y="0"/>
                        </a:moveTo>
                        <a:lnTo>
                          <a:pt x="82867" y="66230"/>
                        </a:lnTo>
                        <a:cubicBezTo>
                          <a:pt x="73089" y="78486"/>
                          <a:pt x="57214" y="84138"/>
                          <a:pt x="41910" y="80835"/>
                        </a:cubicBezTo>
                        <a:cubicBezTo>
                          <a:pt x="29782" y="78232"/>
                          <a:pt x="14668" y="74993"/>
                          <a:pt x="0" y="71882"/>
                        </a:cubicBezTo>
                        <a:cubicBezTo>
                          <a:pt x="28575" y="93281"/>
                          <a:pt x="36893" y="164973"/>
                          <a:pt x="139255" y="171894"/>
                        </a:cubicBezTo>
                        <a:cubicBezTo>
                          <a:pt x="184658" y="174942"/>
                          <a:pt x="220282" y="146685"/>
                          <a:pt x="240093" y="126619"/>
                        </a:cubicBezTo>
                        <a:cubicBezTo>
                          <a:pt x="247333" y="119253"/>
                          <a:pt x="241935" y="106807"/>
                          <a:pt x="231584" y="107315"/>
                        </a:cubicBezTo>
                        <a:lnTo>
                          <a:pt x="181229" y="109474"/>
                        </a:lnTo>
                        <a:lnTo>
                          <a:pt x="203898" y="78549"/>
                        </a:lnTo>
                        <a:lnTo>
                          <a:pt x="135953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7" name="Google Shape;997;p35"/>
                  <p:cNvSpPr/>
                  <p:nvPr/>
                </p:nvSpPr>
                <p:spPr>
                  <a:xfrm>
                    <a:off x="5251174" y="2807779"/>
                    <a:ext cx="46821" cy="300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821" h="30034" extrusionOk="0">
                        <a:moveTo>
                          <a:pt x="14182" y="1397"/>
                        </a:moveTo>
                        <a:lnTo>
                          <a:pt x="1355" y="18923"/>
                        </a:lnTo>
                        <a:cubicBezTo>
                          <a:pt x="-2645" y="24447"/>
                          <a:pt x="2879" y="31940"/>
                          <a:pt x="9229" y="29591"/>
                        </a:cubicBezTo>
                        <a:cubicBezTo>
                          <a:pt x="22564" y="24638"/>
                          <a:pt x="39201" y="15621"/>
                          <a:pt x="46821" y="0"/>
                        </a:cubicBezTo>
                        <a:lnTo>
                          <a:pt x="14182" y="1397"/>
                        </a:lnTo>
                        <a:close/>
                      </a:path>
                    </a:pathLst>
                  </a:custGeom>
                  <a:solidFill>
                    <a:srgbClr val="F0B89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8" name="Google Shape;998;p35"/>
                  <p:cNvSpPr/>
                  <p:nvPr/>
                </p:nvSpPr>
                <p:spPr>
                  <a:xfrm>
                    <a:off x="5182234" y="2699766"/>
                    <a:ext cx="89280" cy="85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280" h="85325" extrusionOk="0">
                        <a:moveTo>
                          <a:pt x="89281" y="84963"/>
                        </a:moveTo>
                        <a:cubicBezTo>
                          <a:pt x="89281" y="84963"/>
                          <a:pt x="37465" y="91694"/>
                          <a:pt x="0" y="47180"/>
                        </a:cubicBezTo>
                        <a:lnTo>
                          <a:pt x="37783" y="0"/>
                        </a:lnTo>
                        <a:lnTo>
                          <a:pt x="89281" y="84963"/>
                        </a:lnTo>
                        <a:close/>
                      </a:path>
                    </a:pathLst>
                  </a:custGeom>
                  <a:solidFill>
                    <a:srgbClr val="F0B89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9" name="Google Shape;999;p35"/>
                  <p:cNvSpPr/>
                  <p:nvPr/>
                </p:nvSpPr>
                <p:spPr>
                  <a:xfrm>
                    <a:off x="5462853" y="3233995"/>
                    <a:ext cx="36764" cy="206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764" h="20697" extrusionOk="0">
                        <a:moveTo>
                          <a:pt x="433" y="16125"/>
                        </a:moveTo>
                        <a:cubicBezTo>
                          <a:pt x="2275" y="13077"/>
                          <a:pt x="4497" y="10854"/>
                          <a:pt x="7037" y="8759"/>
                        </a:cubicBezTo>
                        <a:cubicBezTo>
                          <a:pt x="9513" y="6663"/>
                          <a:pt x="12371" y="5012"/>
                          <a:pt x="15228" y="3552"/>
                        </a:cubicBezTo>
                        <a:cubicBezTo>
                          <a:pt x="18213" y="2282"/>
                          <a:pt x="21261" y="1139"/>
                          <a:pt x="24436" y="631"/>
                        </a:cubicBezTo>
                        <a:cubicBezTo>
                          <a:pt x="27611" y="-4"/>
                          <a:pt x="30850" y="-131"/>
                          <a:pt x="34025" y="123"/>
                        </a:cubicBezTo>
                        <a:cubicBezTo>
                          <a:pt x="35675" y="250"/>
                          <a:pt x="36882" y="1710"/>
                          <a:pt x="36755" y="3361"/>
                        </a:cubicBezTo>
                        <a:cubicBezTo>
                          <a:pt x="36628" y="4568"/>
                          <a:pt x="35802" y="5584"/>
                          <a:pt x="34723" y="5965"/>
                        </a:cubicBezTo>
                        <a:lnTo>
                          <a:pt x="34532" y="6028"/>
                        </a:lnTo>
                        <a:cubicBezTo>
                          <a:pt x="31802" y="6917"/>
                          <a:pt x="29135" y="7552"/>
                          <a:pt x="26531" y="8505"/>
                        </a:cubicBezTo>
                        <a:cubicBezTo>
                          <a:pt x="23928" y="9330"/>
                          <a:pt x="21388" y="10346"/>
                          <a:pt x="18975" y="11553"/>
                        </a:cubicBezTo>
                        <a:cubicBezTo>
                          <a:pt x="16435" y="12569"/>
                          <a:pt x="14149" y="13966"/>
                          <a:pt x="11800" y="15363"/>
                        </a:cubicBezTo>
                        <a:cubicBezTo>
                          <a:pt x="9513" y="16696"/>
                          <a:pt x="7164" y="18411"/>
                          <a:pt x="5132" y="19871"/>
                        </a:cubicBezTo>
                        <a:lnTo>
                          <a:pt x="4751" y="20125"/>
                        </a:lnTo>
                        <a:cubicBezTo>
                          <a:pt x="3418" y="21078"/>
                          <a:pt x="1576" y="20824"/>
                          <a:pt x="623" y="19490"/>
                        </a:cubicBezTo>
                        <a:cubicBezTo>
                          <a:pt x="-138" y="18347"/>
                          <a:pt x="-202" y="17077"/>
                          <a:pt x="433" y="1612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0" name="Google Shape;1000;p35"/>
                  <p:cNvSpPr/>
                  <p:nvPr/>
                </p:nvSpPr>
                <p:spPr>
                  <a:xfrm>
                    <a:off x="5090329" y="3214700"/>
                    <a:ext cx="66124" cy="308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124" h="30890" extrusionOk="0">
                        <a:moveTo>
                          <a:pt x="66124" y="8813"/>
                        </a:moveTo>
                        <a:cubicBezTo>
                          <a:pt x="49995" y="7226"/>
                          <a:pt x="25611" y="17195"/>
                          <a:pt x="9229" y="29705"/>
                        </a:cubicBezTo>
                        <a:cubicBezTo>
                          <a:pt x="4402" y="33388"/>
                          <a:pt x="-2201" y="27800"/>
                          <a:pt x="719" y="22402"/>
                        </a:cubicBezTo>
                        <a:cubicBezTo>
                          <a:pt x="12784" y="-13"/>
                          <a:pt x="38057" y="-7570"/>
                          <a:pt x="66124" y="881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1" name="Google Shape;1001;p35"/>
                  <p:cNvSpPr/>
                  <p:nvPr/>
                </p:nvSpPr>
                <p:spPr>
                  <a:xfrm>
                    <a:off x="5256866" y="3257098"/>
                    <a:ext cx="41065" cy="309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065" h="30931" extrusionOk="0">
                        <a:moveTo>
                          <a:pt x="41065" y="1785"/>
                        </a:moveTo>
                        <a:cubicBezTo>
                          <a:pt x="21952" y="6103"/>
                          <a:pt x="6267" y="18232"/>
                          <a:pt x="298" y="30932"/>
                        </a:cubicBezTo>
                        <a:cubicBezTo>
                          <a:pt x="-2877" y="9405"/>
                          <a:pt x="19856" y="-5263"/>
                          <a:pt x="41065" y="178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2" name="Google Shape;1002;p35"/>
                  <p:cNvSpPr/>
                  <p:nvPr/>
                </p:nvSpPr>
                <p:spPr>
                  <a:xfrm>
                    <a:off x="5214040" y="2570543"/>
                    <a:ext cx="212639" cy="2257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2639" h="225761" extrusionOk="0">
                        <a:moveTo>
                          <a:pt x="18169" y="65723"/>
                        </a:moveTo>
                        <a:cubicBezTo>
                          <a:pt x="18169" y="65723"/>
                          <a:pt x="91639" y="69596"/>
                          <a:pt x="139200" y="0"/>
                        </a:cubicBezTo>
                        <a:cubicBezTo>
                          <a:pt x="139200" y="0"/>
                          <a:pt x="141994" y="50229"/>
                          <a:pt x="202256" y="80455"/>
                        </a:cubicBezTo>
                        <a:cubicBezTo>
                          <a:pt x="212098" y="85344"/>
                          <a:pt x="215527" y="97727"/>
                          <a:pt x="210003" y="107188"/>
                        </a:cubicBezTo>
                        <a:lnTo>
                          <a:pt x="193048" y="136271"/>
                        </a:lnTo>
                        <a:cubicBezTo>
                          <a:pt x="190381" y="140843"/>
                          <a:pt x="188349" y="145733"/>
                          <a:pt x="187270" y="150939"/>
                        </a:cubicBezTo>
                        <a:cubicBezTo>
                          <a:pt x="176221" y="204026"/>
                          <a:pt x="122627" y="244030"/>
                          <a:pt x="63572" y="217170"/>
                        </a:cubicBezTo>
                        <a:cubicBezTo>
                          <a:pt x="-2151" y="187325"/>
                          <a:pt x="8" y="107760"/>
                          <a:pt x="8" y="107760"/>
                        </a:cubicBezTo>
                        <a:lnTo>
                          <a:pt x="18169" y="65723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3" name="Google Shape;1003;p35"/>
                  <p:cNvSpPr/>
                  <p:nvPr/>
                </p:nvSpPr>
                <p:spPr>
                  <a:xfrm rot="-4040824">
                    <a:off x="5305191" y="2655756"/>
                    <a:ext cx="25390" cy="205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400" h="20574" extrusionOk="0">
                        <a:moveTo>
                          <a:pt x="25400" y="10287"/>
                        </a:moveTo>
                        <a:cubicBezTo>
                          <a:pt x="25400" y="15968"/>
                          <a:pt x="19714" y="20574"/>
                          <a:pt x="12700" y="20574"/>
                        </a:cubicBezTo>
                        <a:cubicBezTo>
                          <a:pt x="5686" y="20574"/>
                          <a:pt x="0" y="15968"/>
                          <a:pt x="0" y="10287"/>
                        </a:cubicBezTo>
                        <a:cubicBezTo>
                          <a:pt x="0" y="4606"/>
                          <a:pt x="5686" y="0"/>
                          <a:pt x="12700" y="0"/>
                        </a:cubicBezTo>
                        <a:cubicBezTo>
                          <a:pt x="19714" y="0"/>
                          <a:pt x="25400" y="4606"/>
                          <a:pt x="25400" y="1028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4" name="Google Shape;1004;p35"/>
                  <p:cNvSpPr/>
                  <p:nvPr/>
                </p:nvSpPr>
                <p:spPr>
                  <a:xfrm rot="-4040824">
                    <a:off x="5369046" y="2685282"/>
                    <a:ext cx="25390" cy="205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400" h="20574" extrusionOk="0">
                        <a:moveTo>
                          <a:pt x="25400" y="10287"/>
                        </a:moveTo>
                        <a:cubicBezTo>
                          <a:pt x="25400" y="15968"/>
                          <a:pt x="19714" y="20574"/>
                          <a:pt x="12700" y="20574"/>
                        </a:cubicBezTo>
                        <a:cubicBezTo>
                          <a:pt x="5686" y="20574"/>
                          <a:pt x="0" y="15968"/>
                          <a:pt x="0" y="10287"/>
                        </a:cubicBezTo>
                        <a:cubicBezTo>
                          <a:pt x="0" y="4606"/>
                          <a:pt x="5686" y="0"/>
                          <a:pt x="12700" y="0"/>
                        </a:cubicBezTo>
                        <a:cubicBezTo>
                          <a:pt x="19714" y="0"/>
                          <a:pt x="25400" y="4606"/>
                          <a:pt x="25400" y="1028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5" name="Google Shape;1005;p35"/>
                  <p:cNvSpPr/>
                  <p:nvPr/>
                </p:nvSpPr>
                <p:spPr>
                  <a:xfrm>
                    <a:off x="5322138" y="2673029"/>
                    <a:ext cx="44313" cy="567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313" h="56771" extrusionOk="0">
                        <a:moveTo>
                          <a:pt x="17831" y="56772"/>
                        </a:moveTo>
                        <a:cubicBezTo>
                          <a:pt x="16371" y="56772"/>
                          <a:pt x="14846" y="56518"/>
                          <a:pt x="13449" y="56010"/>
                        </a:cubicBezTo>
                        <a:cubicBezTo>
                          <a:pt x="6147" y="53470"/>
                          <a:pt x="1702" y="49533"/>
                          <a:pt x="115" y="44199"/>
                        </a:cubicBezTo>
                        <a:cubicBezTo>
                          <a:pt x="-330" y="42611"/>
                          <a:pt x="559" y="41024"/>
                          <a:pt x="2083" y="40516"/>
                        </a:cubicBezTo>
                        <a:cubicBezTo>
                          <a:pt x="3607" y="40008"/>
                          <a:pt x="5258" y="40960"/>
                          <a:pt x="5766" y="42484"/>
                        </a:cubicBezTo>
                        <a:cubicBezTo>
                          <a:pt x="6782" y="45913"/>
                          <a:pt x="10021" y="48580"/>
                          <a:pt x="15418" y="50422"/>
                        </a:cubicBezTo>
                        <a:cubicBezTo>
                          <a:pt x="17831" y="51247"/>
                          <a:pt x="20434" y="50866"/>
                          <a:pt x="22466" y="49279"/>
                        </a:cubicBezTo>
                        <a:cubicBezTo>
                          <a:pt x="24498" y="47755"/>
                          <a:pt x="25578" y="45342"/>
                          <a:pt x="25388" y="42802"/>
                        </a:cubicBezTo>
                        <a:lnTo>
                          <a:pt x="24245" y="25911"/>
                        </a:lnTo>
                        <a:cubicBezTo>
                          <a:pt x="23864" y="20704"/>
                          <a:pt x="25705" y="15560"/>
                          <a:pt x="29261" y="11687"/>
                        </a:cubicBezTo>
                        <a:lnTo>
                          <a:pt x="39167" y="955"/>
                        </a:lnTo>
                        <a:cubicBezTo>
                          <a:pt x="40246" y="-251"/>
                          <a:pt x="42152" y="-315"/>
                          <a:pt x="43358" y="765"/>
                        </a:cubicBezTo>
                        <a:cubicBezTo>
                          <a:pt x="44565" y="1844"/>
                          <a:pt x="44628" y="3749"/>
                          <a:pt x="43548" y="4956"/>
                        </a:cubicBezTo>
                        <a:lnTo>
                          <a:pt x="33642" y="15687"/>
                        </a:lnTo>
                        <a:cubicBezTo>
                          <a:pt x="31166" y="18354"/>
                          <a:pt x="29959" y="21910"/>
                          <a:pt x="30150" y="25466"/>
                        </a:cubicBezTo>
                        <a:lnTo>
                          <a:pt x="31293" y="42357"/>
                        </a:lnTo>
                        <a:cubicBezTo>
                          <a:pt x="31610" y="46866"/>
                          <a:pt x="29642" y="51184"/>
                          <a:pt x="26086" y="53914"/>
                        </a:cubicBezTo>
                        <a:cubicBezTo>
                          <a:pt x="23546" y="55819"/>
                          <a:pt x="20689" y="56772"/>
                          <a:pt x="17831" y="5677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6" name="Google Shape;1006;p35"/>
                  <p:cNvSpPr/>
                  <p:nvPr/>
                </p:nvSpPr>
                <p:spPr>
                  <a:xfrm>
                    <a:off x="5312009" y="2628373"/>
                    <a:ext cx="33906" cy="280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906" h="28094" extrusionOk="0">
                        <a:moveTo>
                          <a:pt x="2306" y="526"/>
                        </a:moveTo>
                        <a:cubicBezTo>
                          <a:pt x="17101" y="-2712"/>
                          <a:pt x="34881" y="9416"/>
                          <a:pt x="33865" y="25355"/>
                        </a:cubicBezTo>
                        <a:cubicBezTo>
                          <a:pt x="33738" y="27006"/>
                          <a:pt x="32278" y="28212"/>
                          <a:pt x="30626" y="28085"/>
                        </a:cubicBezTo>
                        <a:cubicBezTo>
                          <a:pt x="29356" y="27958"/>
                          <a:pt x="28341" y="27069"/>
                          <a:pt x="28023" y="25926"/>
                        </a:cubicBezTo>
                        <a:cubicBezTo>
                          <a:pt x="26436" y="20402"/>
                          <a:pt x="23197" y="15703"/>
                          <a:pt x="18625" y="12337"/>
                        </a:cubicBezTo>
                        <a:cubicBezTo>
                          <a:pt x="14053" y="8781"/>
                          <a:pt x="8401" y="6940"/>
                          <a:pt x="2560" y="6368"/>
                        </a:cubicBezTo>
                        <a:cubicBezTo>
                          <a:pt x="-679" y="6178"/>
                          <a:pt x="-933" y="1098"/>
                          <a:pt x="2306" y="526"/>
                        </a:cubicBezTo>
                        <a:lnTo>
                          <a:pt x="2306" y="526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7" name="Google Shape;1007;p35"/>
                  <p:cNvSpPr/>
                  <p:nvPr/>
                </p:nvSpPr>
                <p:spPr>
                  <a:xfrm>
                    <a:off x="5375125" y="2668127"/>
                    <a:ext cx="32442" cy="205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442" h="20501" extrusionOk="0">
                        <a:moveTo>
                          <a:pt x="1928" y="1095"/>
                        </a:moveTo>
                        <a:cubicBezTo>
                          <a:pt x="13992" y="-2842"/>
                          <a:pt x="29804" y="4143"/>
                          <a:pt x="32407" y="17097"/>
                        </a:cubicBezTo>
                        <a:cubicBezTo>
                          <a:pt x="32661" y="18685"/>
                          <a:pt x="31518" y="20209"/>
                          <a:pt x="29931" y="20463"/>
                        </a:cubicBezTo>
                        <a:cubicBezTo>
                          <a:pt x="28407" y="20717"/>
                          <a:pt x="27073" y="19701"/>
                          <a:pt x="26629" y="18367"/>
                        </a:cubicBezTo>
                        <a:cubicBezTo>
                          <a:pt x="23073" y="10493"/>
                          <a:pt x="12087" y="5413"/>
                          <a:pt x="3388" y="6810"/>
                        </a:cubicBezTo>
                        <a:cubicBezTo>
                          <a:pt x="-41" y="7509"/>
                          <a:pt x="-1438" y="2175"/>
                          <a:pt x="1928" y="1095"/>
                        </a:cubicBezTo>
                        <a:lnTo>
                          <a:pt x="1928" y="1095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8" name="Google Shape;1008;p35"/>
                  <p:cNvSpPr/>
                  <p:nvPr/>
                </p:nvSpPr>
                <p:spPr>
                  <a:xfrm>
                    <a:off x="5157739" y="2822145"/>
                    <a:ext cx="38386" cy="340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386" h="34020" extrusionOk="0">
                        <a:moveTo>
                          <a:pt x="35481" y="34021"/>
                        </a:moveTo>
                        <a:cubicBezTo>
                          <a:pt x="34782" y="34021"/>
                          <a:pt x="34084" y="33767"/>
                          <a:pt x="33576" y="33322"/>
                        </a:cubicBezTo>
                        <a:lnTo>
                          <a:pt x="1001" y="5128"/>
                        </a:lnTo>
                        <a:cubicBezTo>
                          <a:pt x="-206" y="4049"/>
                          <a:pt x="-333" y="2207"/>
                          <a:pt x="683" y="1000"/>
                        </a:cubicBezTo>
                        <a:cubicBezTo>
                          <a:pt x="1763" y="-206"/>
                          <a:pt x="3604" y="-333"/>
                          <a:pt x="4810" y="683"/>
                        </a:cubicBezTo>
                        <a:lnTo>
                          <a:pt x="37386" y="28877"/>
                        </a:lnTo>
                        <a:cubicBezTo>
                          <a:pt x="38593" y="29956"/>
                          <a:pt x="38720" y="31798"/>
                          <a:pt x="37703" y="33005"/>
                        </a:cubicBezTo>
                        <a:cubicBezTo>
                          <a:pt x="37069" y="33703"/>
                          <a:pt x="36307" y="34021"/>
                          <a:pt x="35481" y="3402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9" name="Google Shape;1009;p35"/>
                  <p:cNvSpPr/>
                  <p:nvPr/>
                </p:nvSpPr>
                <p:spPr>
                  <a:xfrm>
                    <a:off x="5183500" y="2605089"/>
                    <a:ext cx="58904" cy="89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904" h="89480" extrusionOk="0">
                        <a:moveTo>
                          <a:pt x="58615" y="40829"/>
                        </a:moveTo>
                        <a:cubicBezTo>
                          <a:pt x="61409" y="15683"/>
                          <a:pt x="43692" y="-6161"/>
                          <a:pt x="18864" y="1586"/>
                        </a:cubicBezTo>
                        <a:cubicBezTo>
                          <a:pt x="-3933" y="8698"/>
                          <a:pt x="-14918" y="97471"/>
                          <a:pt x="38422" y="88898"/>
                        </a:cubicBezTo>
                        <a:lnTo>
                          <a:pt x="58615" y="4082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10" name="Google Shape;1010;p35"/>
                  <p:cNvSpPr/>
                  <p:nvPr/>
                </p:nvSpPr>
                <p:spPr>
                  <a:xfrm>
                    <a:off x="5193614" y="2622042"/>
                    <a:ext cx="37914" cy="431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914" h="43115" extrusionOk="0">
                        <a:moveTo>
                          <a:pt x="34721" y="43116"/>
                        </a:moveTo>
                        <a:cubicBezTo>
                          <a:pt x="34658" y="43116"/>
                          <a:pt x="34595" y="43116"/>
                          <a:pt x="34468" y="43116"/>
                        </a:cubicBezTo>
                        <a:cubicBezTo>
                          <a:pt x="32816" y="42989"/>
                          <a:pt x="31610" y="41592"/>
                          <a:pt x="31737" y="39941"/>
                        </a:cubicBezTo>
                        <a:cubicBezTo>
                          <a:pt x="33451" y="18414"/>
                          <a:pt x="26847" y="8381"/>
                          <a:pt x="20688" y="6349"/>
                        </a:cubicBezTo>
                        <a:cubicBezTo>
                          <a:pt x="15545" y="4635"/>
                          <a:pt x="9639" y="7810"/>
                          <a:pt x="5448" y="14668"/>
                        </a:cubicBezTo>
                        <a:cubicBezTo>
                          <a:pt x="4559" y="16065"/>
                          <a:pt x="2781" y="16446"/>
                          <a:pt x="1384" y="15620"/>
                        </a:cubicBezTo>
                        <a:cubicBezTo>
                          <a:pt x="-13" y="14731"/>
                          <a:pt x="-394" y="12953"/>
                          <a:pt x="432" y="11556"/>
                        </a:cubicBezTo>
                        <a:cubicBezTo>
                          <a:pt x="6210" y="2349"/>
                          <a:pt x="14656" y="-1842"/>
                          <a:pt x="22529" y="761"/>
                        </a:cubicBezTo>
                        <a:cubicBezTo>
                          <a:pt x="31102" y="3555"/>
                          <a:pt x="39547" y="15493"/>
                          <a:pt x="37643" y="40385"/>
                        </a:cubicBezTo>
                        <a:cubicBezTo>
                          <a:pt x="37515" y="41973"/>
                          <a:pt x="36245" y="43116"/>
                          <a:pt x="34721" y="4311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11" name="Google Shape;1011;p35"/>
                  <p:cNvSpPr/>
                  <p:nvPr/>
                </p:nvSpPr>
                <p:spPr>
                  <a:xfrm>
                    <a:off x="5204924" y="2623839"/>
                    <a:ext cx="15962" cy="302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962" h="30269" extrusionOk="0">
                        <a:moveTo>
                          <a:pt x="2965" y="30270"/>
                        </a:moveTo>
                        <a:cubicBezTo>
                          <a:pt x="2584" y="30270"/>
                          <a:pt x="2203" y="30206"/>
                          <a:pt x="1822" y="30016"/>
                        </a:cubicBezTo>
                        <a:cubicBezTo>
                          <a:pt x="297" y="29381"/>
                          <a:pt x="-401" y="27666"/>
                          <a:pt x="234" y="26142"/>
                        </a:cubicBezTo>
                        <a:lnTo>
                          <a:pt x="10267" y="1822"/>
                        </a:lnTo>
                        <a:cubicBezTo>
                          <a:pt x="10902" y="298"/>
                          <a:pt x="12616" y="-401"/>
                          <a:pt x="14141" y="234"/>
                        </a:cubicBezTo>
                        <a:cubicBezTo>
                          <a:pt x="15665" y="869"/>
                          <a:pt x="16363" y="2584"/>
                          <a:pt x="15728" y="4108"/>
                        </a:cubicBezTo>
                        <a:lnTo>
                          <a:pt x="5695" y="28428"/>
                        </a:lnTo>
                        <a:cubicBezTo>
                          <a:pt x="5187" y="29571"/>
                          <a:pt x="4108" y="30270"/>
                          <a:pt x="2965" y="3027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012" name="Google Shape;1012;p35"/>
                  <p:cNvGrpSpPr/>
                  <p:nvPr/>
                </p:nvGrpSpPr>
                <p:grpSpPr>
                  <a:xfrm>
                    <a:off x="5286015" y="2711351"/>
                    <a:ext cx="56685" cy="38071"/>
                    <a:chOff x="5286015" y="2711351"/>
                    <a:chExt cx="56685" cy="38071"/>
                  </a:xfrm>
                </p:grpSpPr>
                <p:sp>
                  <p:nvSpPr>
                    <p:cNvPr id="1013" name="Google Shape;1013;p35"/>
                    <p:cNvSpPr/>
                    <p:nvPr/>
                  </p:nvSpPr>
                  <p:spPr>
                    <a:xfrm>
                      <a:off x="5293428" y="2714230"/>
                      <a:ext cx="49272" cy="3519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9272" h="35192" extrusionOk="0">
                          <a:moveTo>
                            <a:pt x="46286" y="35192"/>
                          </a:moveTo>
                          <a:cubicBezTo>
                            <a:pt x="46286" y="35192"/>
                            <a:pt x="46223" y="35192"/>
                            <a:pt x="46223" y="35192"/>
                          </a:cubicBezTo>
                          <a:cubicBezTo>
                            <a:pt x="21712" y="34621"/>
                            <a:pt x="2788" y="16396"/>
                            <a:pt x="58" y="3569"/>
                          </a:cubicBezTo>
                          <a:cubicBezTo>
                            <a:pt x="-259" y="1982"/>
                            <a:pt x="756" y="394"/>
                            <a:pt x="2344" y="77"/>
                          </a:cubicBezTo>
                          <a:cubicBezTo>
                            <a:pt x="3931" y="-304"/>
                            <a:pt x="5519" y="775"/>
                            <a:pt x="5837" y="2363"/>
                          </a:cubicBezTo>
                          <a:cubicBezTo>
                            <a:pt x="8123" y="13031"/>
                            <a:pt x="25077" y="28779"/>
                            <a:pt x="46413" y="29287"/>
                          </a:cubicBezTo>
                          <a:cubicBezTo>
                            <a:pt x="48064" y="29350"/>
                            <a:pt x="49334" y="30684"/>
                            <a:pt x="49271" y="32335"/>
                          </a:cubicBezTo>
                          <a:cubicBezTo>
                            <a:pt x="49207" y="33922"/>
                            <a:pt x="47874" y="35192"/>
                            <a:pt x="46286" y="35192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14" name="Google Shape;1014;p35"/>
                    <p:cNvSpPr/>
                    <p:nvPr/>
                  </p:nvSpPr>
                  <p:spPr>
                    <a:xfrm>
                      <a:off x="5286015" y="2711351"/>
                      <a:ext cx="21018" cy="104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018" h="10449" extrusionOk="0">
                          <a:moveTo>
                            <a:pt x="2963" y="10449"/>
                          </a:moveTo>
                          <a:cubicBezTo>
                            <a:pt x="2011" y="10449"/>
                            <a:pt x="1121" y="10005"/>
                            <a:pt x="550" y="9243"/>
                          </a:cubicBezTo>
                          <a:cubicBezTo>
                            <a:pt x="-403" y="7909"/>
                            <a:pt x="-85" y="6068"/>
                            <a:pt x="1249" y="5115"/>
                          </a:cubicBezTo>
                          <a:cubicBezTo>
                            <a:pt x="6075" y="1686"/>
                            <a:pt x="16488" y="162"/>
                            <a:pt x="17695" y="35"/>
                          </a:cubicBezTo>
                          <a:cubicBezTo>
                            <a:pt x="19346" y="-219"/>
                            <a:pt x="20806" y="924"/>
                            <a:pt x="20997" y="2575"/>
                          </a:cubicBezTo>
                          <a:cubicBezTo>
                            <a:pt x="21188" y="4163"/>
                            <a:pt x="20108" y="5687"/>
                            <a:pt x="18457" y="5877"/>
                          </a:cubicBezTo>
                          <a:cubicBezTo>
                            <a:pt x="15663" y="6258"/>
                            <a:pt x="7725" y="7719"/>
                            <a:pt x="4677" y="9941"/>
                          </a:cubicBezTo>
                          <a:cubicBezTo>
                            <a:pt x="4169" y="10322"/>
                            <a:pt x="3534" y="10449"/>
                            <a:pt x="2963" y="10449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1015" name="Google Shape;1015;p35"/>
                  <p:cNvSpPr/>
                  <p:nvPr/>
                </p:nvSpPr>
                <p:spPr>
                  <a:xfrm>
                    <a:off x="5325046" y="4057141"/>
                    <a:ext cx="180085" cy="58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085" h="5842" extrusionOk="0">
                        <a:moveTo>
                          <a:pt x="177165" y="5842"/>
                        </a:moveTo>
                        <a:lnTo>
                          <a:pt x="2921" y="5842"/>
                        </a:lnTo>
                        <a:cubicBezTo>
                          <a:pt x="1270" y="5842"/>
                          <a:pt x="0" y="4509"/>
                          <a:pt x="0" y="2921"/>
                        </a:cubicBezTo>
                        <a:cubicBezTo>
                          <a:pt x="0" y="1334"/>
                          <a:pt x="1333" y="0"/>
                          <a:pt x="2921" y="0"/>
                        </a:cubicBezTo>
                        <a:lnTo>
                          <a:pt x="177165" y="0"/>
                        </a:lnTo>
                        <a:cubicBezTo>
                          <a:pt x="178816" y="0"/>
                          <a:pt x="180086" y="1334"/>
                          <a:pt x="180086" y="2921"/>
                        </a:cubicBezTo>
                        <a:cubicBezTo>
                          <a:pt x="180086" y="4509"/>
                          <a:pt x="178816" y="5842"/>
                          <a:pt x="177165" y="5842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16" name="Google Shape;1016;p35"/>
                  <p:cNvSpPr/>
                  <p:nvPr/>
                </p:nvSpPr>
                <p:spPr>
                  <a:xfrm>
                    <a:off x="5655500" y="4030535"/>
                    <a:ext cx="180085" cy="58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085" h="5842" extrusionOk="0">
                        <a:moveTo>
                          <a:pt x="177165" y="5842"/>
                        </a:moveTo>
                        <a:lnTo>
                          <a:pt x="2921" y="5842"/>
                        </a:lnTo>
                        <a:cubicBezTo>
                          <a:pt x="1270" y="5842"/>
                          <a:pt x="0" y="4509"/>
                          <a:pt x="0" y="2921"/>
                        </a:cubicBezTo>
                        <a:cubicBezTo>
                          <a:pt x="0" y="1334"/>
                          <a:pt x="1334" y="0"/>
                          <a:pt x="2921" y="0"/>
                        </a:cubicBezTo>
                        <a:lnTo>
                          <a:pt x="177165" y="0"/>
                        </a:lnTo>
                        <a:cubicBezTo>
                          <a:pt x="178816" y="0"/>
                          <a:pt x="180086" y="1334"/>
                          <a:pt x="180086" y="2921"/>
                        </a:cubicBezTo>
                        <a:cubicBezTo>
                          <a:pt x="180086" y="4509"/>
                          <a:pt x="178753" y="5842"/>
                          <a:pt x="177165" y="5842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17" name="Google Shape;1017;p35"/>
                  <p:cNvSpPr/>
                  <p:nvPr/>
                </p:nvSpPr>
                <p:spPr>
                  <a:xfrm>
                    <a:off x="5221866" y="3532929"/>
                    <a:ext cx="68211" cy="697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211" h="69742" extrusionOk="0">
                        <a:moveTo>
                          <a:pt x="2913" y="69743"/>
                        </a:moveTo>
                        <a:cubicBezTo>
                          <a:pt x="2469" y="69743"/>
                          <a:pt x="1961" y="69616"/>
                          <a:pt x="1580" y="69425"/>
                        </a:cubicBezTo>
                        <a:cubicBezTo>
                          <a:pt x="119" y="68663"/>
                          <a:pt x="-389" y="66885"/>
                          <a:pt x="310" y="65425"/>
                        </a:cubicBezTo>
                        <a:cubicBezTo>
                          <a:pt x="1643" y="62885"/>
                          <a:pt x="33076" y="3512"/>
                          <a:pt x="64953" y="20"/>
                        </a:cubicBezTo>
                        <a:cubicBezTo>
                          <a:pt x="66540" y="-171"/>
                          <a:pt x="68001" y="1036"/>
                          <a:pt x="68191" y="2623"/>
                        </a:cubicBezTo>
                        <a:cubicBezTo>
                          <a:pt x="68382" y="4211"/>
                          <a:pt x="67175" y="5671"/>
                          <a:pt x="65588" y="5862"/>
                        </a:cubicBezTo>
                        <a:cubicBezTo>
                          <a:pt x="36822" y="8973"/>
                          <a:pt x="5834" y="67520"/>
                          <a:pt x="5517" y="68092"/>
                        </a:cubicBezTo>
                        <a:cubicBezTo>
                          <a:pt x="5009" y="69108"/>
                          <a:pt x="3992" y="69743"/>
                          <a:pt x="2913" y="6974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18" name="Google Shape;1018;p35"/>
                  <p:cNvSpPr/>
                  <p:nvPr/>
                </p:nvSpPr>
                <p:spPr>
                  <a:xfrm>
                    <a:off x="5235304" y="3574439"/>
                    <a:ext cx="73016" cy="356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016" h="35662" extrusionOk="0">
                        <a:moveTo>
                          <a:pt x="2937" y="35663"/>
                        </a:moveTo>
                        <a:cubicBezTo>
                          <a:pt x="2049" y="35663"/>
                          <a:pt x="1223" y="35282"/>
                          <a:pt x="651" y="34583"/>
                        </a:cubicBezTo>
                        <a:cubicBezTo>
                          <a:pt x="-364" y="33313"/>
                          <a:pt x="-174" y="31471"/>
                          <a:pt x="1096" y="30455"/>
                        </a:cubicBezTo>
                        <a:cubicBezTo>
                          <a:pt x="2302" y="29503"/>
                          <a:pt x="31131" y="6707"/>
                          <a:pt x="69549" y="39"/>
                        </a:cubicBezTo>
                        <a:cubicBezTo>
                          <a:pt x="71136" y="-215"/>
                          <a:pt x="72661" y="801"/>
                          <a:pt x="72978" y="2452"/>
                        </a:cubicBezTo>
                        <a:cubicBezTo>
                          <a:pt x="73232" y="4039"/>
                          <a:pt x="72216" y="5564"/>
                          <a:pt x="70565" y="5881"/>
                        </a:cubicBezTo>
                        <a:cubicBezTo>
                          <a:pt x="33672" y="12295"/>
                          <a:pt x="5033" y="34901"/>
                          <a:pt x="4779" y="35091"/>
                        </a:cubicBezTo>
                        <a:cubicBezTo>
                          <a:pt x="4207" y="35472"/>
                          <a:pt x="3573" y="35663"/>
                          <a:pt x="2937" y="3566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19" name="Google Shape;1019;p35"/>
                  <p:cNvSpPr/>
                  <p:nvPr/>
                </p:nvSpPr>
                <p:spPr>
                  <a:xfrm>
                    <a:off x="4958968" y="3480053"/>
                    <a:ext cx="385675" cy="5364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5675" h="536448" extrusionOk="0">
                        <a:moveTo>
                          <a:pt x="380620" y="536449"/>
                        </a:moveTo>
                        <a:cubicBezTo>
                          <a:pt x="380429" y="536449"/>
                          <a:pt x="380302" y="536449"/>
                          <a:pt x="380111" y="536385"/>
                        </a:cubicBezTo>
                        <a:cubicBezTo>
                          <a:pt x="378524" y="536131"/>
                          <a:pt x="377445" y="534607"/>
                          <a:pt x="377698" y="532956"/>
                        </a:cubicBezTo>
                        <a:cubicBezTo>
                          <a:pt x="385255" y="488316"/>
                          <a:pt x="370333" y="453454"/>
                          <a:pt x="355854" y="419736"/>
                        </a:cubicBezTo>
                        <a:cubicBezTo>
                          <a:pt x="351664" y="409957"/>
                          <a:pt x="347346" y="399860"/>
                          <a:pt x="343599" y="389700"/>
                        </a:cubicBezTo>
                        <a:cubicBezTo>
                          <a:pt x="336423" y="370142"/>
                          <a:pt x="337313" y="349886"/>
                          <a:pt x="338138" y="330264"/>
                        </a:cubicBezTo>
                        <a:cubicBezTo>
                          <a:pt x="339281" y="302642"/>
                          <a:pt x="340360" y="276480"/>
                          <a:pt x="321565" y="250762"/>
                        </a:cubicBezTo>
                        <a:cubicBezTo>
                          <a:pt x="290322" y="208217"/>
                          <a:pt x="305944" y="125477"/>
                          <a:pt x="309309" y="109475"/>
                        </a:cubicBezTo>
                        <a:cubicBezTo>
                          <a:pt x="303467" y="107189"/>
                          <a:pt x="289751" y="100458"/>
                          <a:pt x="287147" y="86297"/>
                        </a:cubicBezTo>
                        <a:cubicBezTo>
                          <a:pt x="250572" y="84011"/>
                          <a:pt x="25972" y="29274"/>
                          <a:pt x="890" y="5081"/>
                        </a:cubicBezTo>
                        <a:cubicBezTo>
                          <a:pt x="-253" y="3938"/>
                          <a:pt x="-317" y="2096"/>
                          <a:pt x="826" y="890"/>
                        </a:cubicBezTo>
                        <a:cubicBezTo>
                          <a:pt x="1969" y="-253"/>
                          <a:pt x="3810" y="-317"/>
                          <a:pt x="5017" y="826"/>
                        </a:cubicBezTo>
                        <a:cubicBezTo>
                          <a:pt x="28067" y="23051"/>
                          <a:pt x="261430" y="81471"/>
                          <a:pt x="289688" y="80455"/>
                        </a:cubicBezTo>
                        <a:cubicBezTo>
                          <a:pt x="291466" y="80392"/>
                          <a:pt x="292609" y="81598"/>
                          <a:pt x="292735" y="83186"/>
                        </a:cubicBezTo>
                        <a:cubicBezTo>
                          <a:pt x="293942" y="98870"/>
                          <a:pt x="313373" y="104649"/>
                          <a:pt x="313564" y="104712"/>
                        </a:cubicBezTo>
                        <a:cubicBezTo>
                          <a:pt x="315088" y="105157"/>
                          <a:pt x="315977" y="106681"/>
                          <a:pt x="315596" y="108205"/>
                        </a:cubicBezTo>
                        <a:cubicBezTo>
                          <a:pt x="315405" y="109157"/>
                          <a:pt x="293942" y="203201"/>
                          <a:pt x="326264" y="247270"/>
                        </a:cubicBezTo>
                        <a:cubicBezTo>
                          <a:pt x="346329" y="274638"/>
                          <a:pt x="345186" y="303023"/>
                          <a:pt x="343980" y="330455"/>
                        </a:cubicBezTo>
                        <a:cubicBezTo>
                          <a:pt x="343154" y="350330"/>
                          <a:pt x="342329" y="369126"/>
                          <a:pt x="349123" y="387605"/>
                        </a:cubicBezTo>
                        <a:cubicBezTo>
                          <a:pt x="352807" y="397638"/>
                          <a:pt x="357061" y="407607"/>
                          <a:pt x="361252" y="417323"/>
                        </a:cubicBezTo>
                        <a:cubicBezTo>
                          <a:pt x="376047" y="451803"/>
                          <a:pt x="391415" y="487490"/>
                          <a:pt x="383541" y="533845"/>
                        </a:cubicBezTo>
                        <a:cubicBezTo>
                          <a:pt x="383286" y="535433"/>
                          <a:pt x="382080" y="536449"/>
                          <a:pt x="380620" y="53644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020" name="Google Shape;1020;p35"/>
                <p:cNvGrpSpPr/>
                <p:nvPr/>
              </p:nvGrpSpPr>
              <p:grpSpPr>
                <a:xfrm>
                  <a:off x="6547268" y="3392402"/>
                  <a:ext cx="124332" cy="54673"/>
                  <a:chOff x="5317299" y="3288093"/>
                  <a:chExt cx="124332" cy="54673"/>
                </a:xfrm>
              </p:grpSpPr>
              <p:sp>
                <p:nvSpPr>
                  <p:cNvPr id="1021" name="Google Shape;1021;p35"/>
                  <p:cNvSpPr/>
                  <p:nvPr/>
                </p:nvSpPr>
                <p:spPr>
                  <a:xfrm>
                    <a:off x="5405564" y="3288093"/>
                    <a:ext cx="36067" cy="546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067" h="54673" extrusionOk="0">
                        <a:moveTo>
                          <a:pt x="0" y="0"/>
                        </a:moveTo>
                        <a:cubicBezTo>
                          <a:pt x="0" y="0"/>
                          <a:pt x="13652" y="30671"/>
                          <a:pt x="36068" y="54673"/>
                        </a:cubicBezTo>
                        <a:cubicBezTo>
                          <a:pt x="29845" y="25654"/>
                          <a:pt x="4953" y="2858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22" name="Google Shape;1022;p35"/>
                  <p:cNvSpPr/>
                  <p:nvPr/>
                </p:nvSpPr>
                <p:spPr>
                  <a:xfrm>
                    <a:off x="5376100" y="3288093"/>
                    <a:ext cx="36067" cy="546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067" h="54673" extrusionOk="0">
                        <a:moveTo>
                          <a:pt x="0" y="0"/>
                        </a:moveTo>
                        <a:cubicBezTo>
                          <a:pt x="0" y="0"/>
                          <a:pt x="13653" y="30671"/>
                          <a:pt x="36068" y="54673"/>
                        </a:cubicBezTo>
                        <a:cubicBezTo>
                          <a:pt x="29845" y="25654"/>
                          <a:pt x="5016" y="2858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23" name="Google Shape;1023;p35"/>
                  <p:cNvSpPr/>
                  <p:nvPr/>
                </p:nvSpPr>
                <p:spPr>
                  <a:xfrm>
                    <a:off x="5346700" y="3288093"/>
                    <a:ext cx="36067" cy="546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067" h="54673" extrusionOk="0">
                        <a:moveTo>
                          <a:pt x="0" y="0"/>
                        </a:moveTo>
                        <a:cubicBezTo>
                          <a:pt x="0" y="0"/>
                          <a:pt x="13653" y="30671"/>
                          <a:pt x="36068" y="54673"/>
                        </a:cubicBezTo>
                        <a:cubicBezTo>
                          <a:pt x="29845" y="25654"/>
                          <a:pt x="4953" y="2858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24" name="Google Shape;1024;p35"/>
                  <p:cNvSpPr/>
                  <p:nvPr/>
                </p:nvSpPr>
                <p:spPr>
                  <a:xfrm>
                    <a:off x="5317299" y="3288093"/>
                    <a:ext cx="36067" cy="546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067" h="54673" extrusionOk="0">
                        <a:moveTo>
                          <a:pt x="0" y="0"/>
                        </a:moveTo>
                        <a:cubicBezTo>
                          <a:pt x="0" y="0"/>
                          <a:pt x="13653" y="30671"/>
                          <a:pt x="36068" y="54673"/>
                        </a:cubicBezTo>
                        <a:cubicBezTo>
                          <a:pt x="29845" y="25654"/>
                          <a:pt x="4953" y="2858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025" name="Google Shape;1025;p35"/>
                <p:cNvGrpSpPr/>
                <p:nvPr/>
              </p:nvGrpSpPr>
              <p:grpSpPr>
                <a:xfrm>
                  <a:off x="6121310" y="3454696"/>
                  <a:ext cx="1758950" cy="1013142"/>
                  <a:chOff x="4891341" y="3350387"/>
                  <a:chExt cx="1758950" cy="1013142"/>
                </a:xfrm>
              </p:grpSpPr>
              <p:sp>
                <p:nvSpPr>
                  <p:cNvPr id="1026" name="Google Shape;1026;p35"/>
                  <p:cNvSpPr/>
                  <p:nvPr/>
                </p:nvSpPr>
                <p:spPr>
                  <a:xfrm>
                    <a:off x="5883147" y="3393566"/>
                    <a:ext cx="767143" cy="9698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7143" h="969898" extrusionOk="0">
                        <a:moveTo>
                          <a:pt x="41847" y="969899"/>
                        </a:moveTo>
                        <a:lnTo>
                          <a:pt x="192723" y="87884"/>
                        </a:lnTo>
                        <a:cubicBezTo>
                          <a:pt x="197358" y="60897"/>
                          <a:pt x="220599" y="41275"/>
                          <a:pt x="247968" y="41275"/>
                        </a:cubicBezTo>
                        <a:lnTo>
                          <a:pt x="519176" y="41275"/>
                        </a:lnTo>
                        <a:cubicBezTo>
                          <a:pt x="546545" y="41275"/>
                          <a:pt x="569786" y="60897"/>
                          <a:pt x="574421" y="87884"/>
                        </a:cubicBezTo>
                        <a:lnTo>
                          <a:pt x="725297" y="969899"/>
                        </a:lnTo>
                        <a:lnTo>
                          <a:pt x="767144" y="969899"/>
                        </a:lnTo>
                        <a:lnTo>
                          <a:pt x="615125" y="80899"/>
                        </a:lnTo>
                        <a:cubicBezTo>
                          <a:pt x="607124" y="34036"/>
                          <a:pt x="566738" y="0"/>
                          <a:pt x="519176" y="0"/>
                        </a:cubicBezTo>
                        <a:lnTo>
                          <a:pt x="247968" y="0"/>
                        </a:lnTo>
                        <a:cubicBezTo>
                          <a:pt x="200406" y="0"/>
                          <a:pt x="160084" y="34036"/>
                          <a:pt x="152019" y="80899"/>
                        </a:cubicBezTo>
                        <a:lnTo>
                          <a:pt x="0" y="969899"/>
                        </a:lnTo>
                        <a:lnTo>
                          <a:pt x="41847" y="969899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27" name="Google Shape;1027;p35"/>
                  <p:cNvSpPr/>
                  <p:nvPr/>
                </p:nvSpPr>
                <p:spPr>
                  <a:xfrm>
                    <a:off x="5883147" y="3393630"/>
                    <a:ext cx="422338" cy="9698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2338" h="969899" extrusionOk="0">
                        <a:moveTo>
                          <a:pt x="152019" y="80899"/>
                        </a:moveTo>
                        <a:lnTo>
                          <a:pt x="0" y="969899"/>
                        </a:lnTo>
                        <a:lnTo>
                          <a:pt x="41847" y="969899"/>
                        </a:lnTo>
                        <a:lnTo>
                          <a:pt x="192723" y="87884"/>
                        </a:lnTo>
                        <a:cubicBezTo>
                          <a:pt x="197358" y="60897"/>
                          <a:pt x="220599" y="41275"/>
                          <a:pt x="247968" y="41275"/>
                        </a:cubicBezTo>
                        <a:lnTo>
                          <a:pt x="270447" y="41275"/>
                        </a:lnTo>
                        <a:cubicBezTo>
                          <a:pt x="286068" y="41275"/>
                          <a:pt x="301117" y="35878"/>
                          <a:pt x="313436" y="26226"/>
                        </a:cubicBezTo>
                        <a:cubicBezTo>
                          <a:pt x="333185" y="10795"/>
                          <a:pt x="366776" y="0"/>
                          <a:pt x="422339" y="0"/>
                        </a:cubicBezTo>
                        <a:lnTo>
                          <a:pt x="247968" y="0"/>
                        </a:lnTo>
                        <a:cubicBezTo>
                          <a:pt x="200406" y="-63"/>
                          <a:pt x="160084" y="33973"/>
                          <a:pt x="152019" y="8089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28" name="Google Shape;1028;p35"/>
                  <p:cNvSpPr/>
                  <p:nvPr/>
                </p:nvSpPr>
                <p:spPr>
                  <a:xfrm>
                    <a:off x="6380226" y="3393630"/>
                    <a:ext cx="270065" cy="9698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0065" h="969898" extrusionOk="0">
                        <a:moveTo>
                          <a:pt x="118046" y="80899"/>
                        </a:moveTo>
                        <a:cubicBezTo>
                          <a:pt x="110046" y="34036"/>
                          <a:pt x="69659" y="0"/>
                          <a:pt x="22098" y="0"/>
                        </a:cubicBezTo>
                        <a:lnTo>
                          <a:pt x="0" y="0"/>
                        </a:lnTo>
                        <a:cubicBezTo>
                          <a:pt x="47561" y="0"/>
                          <a:pt x="87884" y="34036"/>
                          <a:pt x="95948" y="80899"/>
                        </a:cubicBezTo>
                        <a:lnTo>
                          <a:pt x="247968" y="969899"/>
                        </a:lnTo>
                        <a:lnTo>
                          <a:pt x="270066" y="969899"/>
                        </a:lnTo>
                        <a:lnTo>
                          <a:pt x="118046" y="80899"/>
                        </a:ln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29" name="Google Shape;1029;p35"/>
                  <p:cNvSpPr/>
                  <p:nvPr/>
                </p:nvSpPr>
                <p:spPr>
                  <a:xfrm>
                    <a:off x="5519991" y="3644455"/>
                    <a:ext cx="1013142" cy="347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13142" h="34797" extrusionOk="0">
                        <a:moveTo>
                          <a:pt x="1013142" y="34798"/>
                        </a:moveTo>
                        <a:lnTo>
                          <a:pt x="0" y="34798"/>
                        </a:lnTo>
                        <a:lnTo>
                          <a:pt x="0" y="0"/>
                        </a:lnTo>
                        <a:lnTo>
                          <a:pt x="1007554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30" name="Google Shape;1030;p35"/>
                  <p:cNvSpPr/>
                  <p:nvPr/>
                </p:nvSpPr>
                <p:spPr>
                  <a:xfrm>
                    <a:off x="4891341" y="3393566"/>
                    <a:ext cx="767143" cy="9698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7143" h="969898" extrusionOk="0">
                        <a:moveTo>
                          <a:pt x="41847" y="969899"/>
                        </a:moveTo>
                        <a:lnTo>
                          <a:pt x="192723" y="87884"/>
                        </a:lnTo>
                        <a:cubicBezTo>
                          <a:pt x="197358" y="60897"/>
                          <a:pt x="220599" y="41275"/>
                          <a:pt x="247968" y="41275"/>
                        </a:cubicBezTo>
                        <a:lnTo>
                          <a:pt x="519176" y="41275"/>
                        </a:lnTo>
                        <a:cubicBezTo>
                          <a:pt x="546545" y="41275"/>
                          <a:pt x="569786" y="60897"/>
                          <a:pt x="574421" y="87884"/>
                        </a:cubicBezTo>
                        <a:lnTo>
                          <a:pt x="725297" y="969899"/>
                        </a:lnTo>
                        <a:lnTo>
                          <a:pt x="767144" y="969899"/>
                        </a:lnTo>
                        <a:lnTo>
                          <a:pt x="615125" y="80899"/>
                        </a:lnTo>
                        <a:cubicBezTo>
                          <a:pt x="607124" y="34036"/>
                          <a:pt x="566738" y="0"/>
                          <a:pt x="519176" y="0"/>
                        </a:cubicBezTo>
                        <a:lnTo>
                          <a:pt x="247968" y="0"/>
                        </a:lnTo>
                        <a:cubicBezTo>
                          <a:pt x="200406" y="0"/>
                          <a:pt x="160084" y="34036"/>
                          <a:pt x="152019" y="80899"/>
                        </a:cubicBezTo>
                        <a:lnTo>
                          <a:pt x="0" y="969899"/>
                        </a:lnTo>
                        <a:lnTo>
                          <a:pt x="41847" y="969899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31" name="Google Shape;1031;p35"/>
                  <p:cNvSpPr/>
                  <p:nvPr/>
                </p:nvSpPr>
                <p:spPr>
                  <a:xfrm>
                    <a:off x="6491414" y="3679253"/>
                    <a:ext cx="41719" cy="495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19" h="49593" extrusionOk="0">
                        <a:moveTo>
                          <a:pt x="41719" y="0"/>
                        </a:moveTo>
                        <a:cubicBezTo>
                          <a:pt x="41719" y="0"/>
                          <a:pt x="3111" y="18288"/>
                          <a:pt x="8509" y="49593"/>
                        </a:cubicBezTo>
                        <a:lnTo>
                          <a:pt x="0" y="0"/>
                        </a:lnTo>
                        <a:lnTo>
                          <a:pt x="41719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32" name="Google Shape;1032;p35"/>
                  <p:cNvSpPr/>
                  <p:nvPr/>
                </p:nvSpPr>
                <p:spPr>
                  <a:xfrm>
                    <a:off x="5388483" y="3393630"/>
                    <a:ext cx="270065" cy="9698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0065" h="969898" extrusionOk="0">
                        <a:moveTo>
                          <a:pt x="118046" y="80899"/>
                        </a:moveTo>
                        <a:cubicBezTo>
                          <a:pt x="110045" y="34036"/>
                          <a:pt x="69659" y="0"/>
                          <a:pt x="22098" y="0"/>
                        </a:cubicBezTo>
                        <a:lnTo>
                          <a:pt x="0" y="0"/>
                        </a:lnTo>
                        <a:cubicBezTo>
                          <a:pt x="47561" y="0"/>
                          <a:pt x="87884" y="34036"/>
                          <a:pt x="95948" y="80899"/>
                        </a:cubicBezTo>
                        <a:lnTo>
                          <a:pt x="247967" y="969899"/>
                        </a:lnTo>
                        <a:lnTo>
                          <a:pt x="270065" y="969899"/>
                        </a:lnTo>
                        <a:lnTo>
                          <a:pt x="118046" y="80899"/>
                        </a:ln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33" name="Google Shape;1033;p35"/>
                  <p:cNvSpPr/>
                  <p:nvPr/>
                </p:nvSpPr>
                <p:spPr>
                  <a:xfrm>
                    <a:off x="5021580" y="3350387"/>
                    <a:ext cx="1498473" cy="464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98473" h="46418" extrusionOk="0">
                        <a:moveTo>
                          <a:pt x="0" y="0"/>
                        </a:moveTo>
                        <a:lnTo>
                          <a:pt x="1498473" y="0"/>
                        </a:lnTo>
                        <a:lnTo>
                          <a:pt x="1498473" y="46418"/>
                        </a:lnTo>
                        <a:lnTo>
                          <a:pt x="0" y="46418"/>
                        </a:ln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34" name="Google Shape;1034;p35"/>
                  <p:cNvSpPr/>
                  <p:nvPr/>
                </p:nvSpPr>
                <p:spPr>
                  <a:xfrm>
                    <a:off x="5021580" y="3350387"/>
                    <a:ext cx="506666" cy="464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6666" h="46418" extrusionOk="0">
                        <a:moveTo>
                          <a:pt x="0" y="0"/>
                        </a:moveTo>
                        <a:lnTo>
                          <a:pt x="506666" y="0"/>
                        </a:lnTo>
                        <a:lnTo>
                          <a:pt x="506666" y="46418"/>
                        </a:lnTo>
                        <a:lnTo>
                          <a:pt x="0" y="46418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35" name="Google Shape;1035;p35"/>
                  <p:cNvSpPr/>
                  <p:nvPr/>
                </p:nvSpPr>
                <p:spPr>
                  <a:xfrm>
                    <a:off x="5127497" y="3396805"/>
                    <a:ext cx="271843" cy="140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843" h="14054" extrusionOk="0">
                        <a:moveTo>
                          <a:pt x="0" y="0"/>
                        </a:moveTo>
                        <a:lnTo>
                          <a:pt x="271844" y="0"/>
                        </a:lnTo>
                        <a:cubicBezTo>
                          <a:pt x="271844" y="0"/>
                          <a:pt x="140907" y="3162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036" name="Google Shape;1036;p35"/>
                <p:cNvGrpSpPr/>
                <p:nvPr/>
              </p:nvGrpSpPr>
              <p:grpSpPr>
                <a:xfrm>
                  <a:off x="6519391" y="3129322"/>
                  <a:ext cx="777885" cy="325373"/>
                  <a:chOff x="5289422" y="3025013"/>
                  <a:chExt cx="777885" cy="325373"/>
                </a:xfrm>
              </p:grpSpPr>
              <p:sp>
                <p:nvSpPr>
                  <p:cNvPr id="1037" name="Google Shape;1037;p35"/>
                  <p:cNvSpPr/>
                  <p:nvPr/>
                </p:nvSpPr>
                <p:spPr>
                  <a:xfrm>
                    <a:off x="5289422" y="3326891"/>
                    <a:ext cx="732345" cy="234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2345" h="23495" extrusionOk="0">
                        <a:moveTo>
                          <a:pt x="720598" y="23495"/>
                        </a:moveTo>
                        <a:lnTo>
                          <a:pt x="11748" y="23495"/>
                        </a:lnTo>
                        <a:cubicBezTo>
                          <a:pt x="5271" y="23495"/>
                          <a:pt x="0" y="18224"/>
                          <a:pt x="0" y="11748"/>
                        </a:cubicBezTo>
                        <a:lnTo>
                          <a:pt x="0" y="11748"/>
                        </a:lnTo>
                        <a:cubicBezTo>
                          <a:pt x="0" y="5271"/>
                          <a:pt x="5271" y="0"/>
                          <a:pt x="11748" y="0"/>
                        </a:cubicBezTo>
                        <a:lnTo>
                          <a:pt x="720598" y="0"/>
                        </a:lnTo>
                        <a:cubicBezTo>
                          <a:pt x="727075" y="0"/>
                          <a:pt x="732346" y="5271"/>
                          <a:pt x="732346" y="11748"/>
                        </a:cubicBezTo>
                        <a:lnTo>
                          <a:pt x="732346" y="11748"/>
                        </a:lnTo>
                        <a:cubicBezTo>
                          <a:pt x="732282" y="18224"/>
                          <a:pt x="727075" y="23495"/>
                          <a:pt x="720598" y="23495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38" name="Google Shape;1038;p35"/>
                  <p:cNvSpPr/>
                  <p:nvPr/>
                </p:nvSpPr>
                <p:spPr>
                  <a:xfrm>
                    <a:off x="5289422" y="3326891"/>
                    <a:ext cx="342646" cy="234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2646" h="23495" extrusionOk="0">
                        <a:moveTo>
                          <a:pt x="330899" y="23495"/>
                        </a:moveTo>
                        <a:lnTo>
                          <a:pt x="11748" y="23495"/>
                        </a:lnTo>
                        <a:cubicBezTo>
                          <a:pt x="5271" y="23495"/>
                          <a:pt x="0" y="18224"/>
                          <a:pt x="0" y="11748"/>
                        </a:cubicBezTo>
                        <a:lnTo>
                          <a:pt x="0" y="11748"/>
                        </a:lnTo>
                        <a:cubicBezTo>
                          <a:pt x="0" y="5271"/>
                          <a:pt x="5271" y="0"/>
                          <a:pt x="11748" y="0"/>
                        </a:cubicBezTo>
                        <a:lnTo>
                          <a:pt x="330899" y="0"/>
                        </a:lnTo>
                        <a:cubicBezTo>
                          <a:pt x="337376" y="0"/>
                          <a:pt x="342646" y="5271"/>
                          <a:pt x="342646" y="11748"/>
                        </a:cubicBezTo>
                        <a:lnTo>
                          <a:pt x="342646" y="11748"/>
                        </a:lnTo>
                        <a:cubicBezTo>
                          <a:pt x="342646" y="18224"/>
                          <a:pt x="337376" y="23495"/>
                          <a:pt x="330899" y="2349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039" name="Google Shape;1039;p35"/>
                  <p:cNvGrpSpPr/>
                  <p:nvPr/>
                </p:nvGrpSpPr>
                <p:grpSpPr>
                  <a:xfrm>
                    <a:off x="5638101" y="3025013"/>
                    <a:ext cx="429206" cy="304481"/>
                    <a:chOff x="5638101" y="3025013"/>
                    <a:chExt cx="429206" cy="304481"/>
                  </a:xfrm>
                </p:grpSpPr>
                <p:sp>
                  <p:nvSpPr>
                    <p:cNvPr id="1040" name="Google Shape;1040;p35"/>
                    <p:cNvSpPr/>
                    <p:nvPr/>
                  </p:nvSpPr>
                  <p:spPr>
                    <a:xfrm>
                      <a:off x="5638101" y="3025013"/>
                      <a:ext cx="429206" cy="3018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29206" h="301878" extrusionOk="0">
                          <a:moveTo>
                            <a:pt x="371475" y="301879"/>
                          </a:moveTo>
                          <a:lnTo>
                            <a:pt x="0" y="301879"/>
                          </a:lnTo>
                          <a:lnTo>
                            <a:pt x="45021" y="20447"/>
                          </a:lnTo>
                          <a:cubicBezTo>
                            <a:pt x="46927" y="8699"/>
                            <a:pt x="57086" y="0"/>
                            <a:pt x="68961" y="0"/>
                          </a:cubicBezTo>
                          <a:lnTo>
                            <a:pt x="413448" y="0"/>
                          </a:lnTo>
                          <a:cubicBezTo>
                            <a:pt x="423164" y="0"/>
                            <a:pt x="430530" y="8636"/>
                            <a:pt x="429006" y="18224"/>
                          </a:cubicBezTo>
                          <a:lnTo>
                            <a:pt x="385572" y="289878"/>
                          </a:lnTo>
                          <a:cubicBezTo>
                            <a:pt x="384429" y="296799"/>
                            <a:pt x="378460" y="301879"/>
                            <a:pt x="371475" y="301879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41" name="Google Shape;1041;p35"/>
                    <p:cNvSpPr/>
                    <p:nvPr/>
                  </p:nvSpPr>
                  <p:spPr>
                    <a:xfrm>
                      <a:off x="5651032" y="3033363"/>
                      <a:ext cx="351749" cy="2961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51749" h="296131" extrusionOk="0">
                          <a:moveTo>
                            <a:pt x="349209" y="296132"/>
                          </a:moveTo>
                          <a:lnTo>
                            <a:pt x="12787" y="296132"/>
                          </a:lnTo>
                          <a:cubicBezTo>
                            <a:pt x="9040" y="296132"/>
                            <a:pt x="5547" y="294481"/>
                            <a:pt x="3071" y="291687"/>
                          </a:cubicBezTo>
                          <a:cubicBezTo>
                            <a:pt x="658" y="288829"/>
                            <a:pt x="-422" y="285146"/>
                            <a:pt x="150" y="281463"/>
                          </a:cubicBezTo>
                          <a:lnTo>
                            <a:pt x="42187" y="11715"/>
                          </a:lnTo>
                          <a:cubicBezTo>
                            <a:pt x="42822" y="7905"/>
                            <a:pt x="44156" y="4413"/>
                            <a:pt x="46251" y="1174"/>
                          </a:cubicBezTo>
                          <a:cubicBezTo>
                            <a:pt x="47013" y="-32"/>
                            <a:pt x="48664" y="-350"/>
                            <a:pt x="49807" y="412"/>
                          </a:cubicBezTo>
                          <a:cubicBezTo>
                            <a:pt x="51014" y="1174"/>
                            <a:pt x="51331" y="2825"/>
                            <a:pt x="50569" y="3968"/>
                          </a:cubicBezTo>
                          <a:cubicBezTo>
                            <a:pt x="48855" y="6572"/>
                            <a:pt x="47775" y="9429"/>
                            <a:pt x="47267" y="12477"/>
                          </a:cubicBezTo>
                          <a:lnTo>
                            <a:pt x="5230" y="282225"/>
                          </a:lnTo>
                          <a:cubicBezTo>
                            <a:pt x="4913" y="284448"/>
                            <a:pt x="5547" y="286670"/>
                            <a:pt x="6945" y="288321"/>
                          </a:cubicBezTo>
                          <a:cubicBezTo>
                            <a:pt x="8405" y="290036"/>
                            <a:pt x="10501" y="290988"/>
                            <a:pt x="12723" y="290988"/>
                          </a:cubicBezTo>
                          <a:lnTo>
                            <a:pt x="349146" y="290988"/>
                          </a:lnTo>
                          <a:cubicBezTo>
                            <a:pt x="350543" y="290988"/>
                            <a:pt x="351750" y="292131"/>
                            <a:pt x="351750" y="293592"/>
                          </a:cubicBezTo>
                          <a:cubicBezTo>
                            <a:pt x="351750" y="295052"/>
                            <a:pt x="350607" y="296132"/>
                            <a:pt x="349209" y="296132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42" name="Google Shape;1042;p35"/>
                    <p:cNvSpPr/>
                    <p:nvPr/>
                  </p:nvSpPr>
                  <p:spPr>
                    <a:xfrm rot="-2480867">
                      <a:off x="5830572" y="3145659"/>
                      <a:ext cx="74860" cy="6420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4931" h="64263" extrusionOk="0">
                          <a:moveTo>
                            <a:pt x="74931" y="32132"/>
                          </a:moveTo>
                          <a:cubicBezTo>
                            <a:pt x="74931" y="49878"/>
                            <a:pt x="58157" y="64263"/>
                            <a:pt x="37465" y="64263"/>
                          </a:cubicBezTo>
                          <a:cubicBezTo>
                            <a:pt x="16774" y="64263"/>
                            <a:pt x="0" y="49878"/>
                            <a:pt x="0" y="32132"/>
                          </a:cubicBezTo>
                          <a:cubicBezTo>
                            <a:pt x="0" y="14386"/>
                            <a:pt x="16774" y="0"/>
                            <a:pt x="37465" y="0"/>
                          </a:cubicBezTo>
                          <a:cubicBezTo>
                            <a:pt x="58157" y="0"/>
                            <a:pt x="74931" y="14386"/>
                            <a:pt x="74931" y="32132"/>
                          </a:cubicBezTo>
                          <a:close/>
                        </a:path>
                      </a:pathLst>
                    </a:custGeom>
                    <a:solidFill>
                      <a:schemeClr val="accent6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1043" name="Google Shape;1043;p35"/>
                <p:cNvGrpSpPr/>
                <p:nvPr/>
              </p:nvGrpSpPr>
              <p:grpSpPr>
                <a:xfrm>
                  <a:off x="6228588" y="3752981"/>
                  <a:ext cx="59256" cy="73316"/>
                  <a:chOff x="4998619" y="3648672"/>
                  <a:chExt cx="59256" cy="73316"/>
                </a:xfrm>
              </p:grpSpPr>
              <p:sp>
                <p:nvSpPr>
                  <p:cNvPr id="1044" name="Google Shape;1044;p35"/>
                  <p:cNvSpPr/>
                  <p:nvPr/>
                </p:nvSpPr>
                <p:spPr>
                  <a:xfrm>
                    <a:off x="4998619" y="3650895"/>
                    <a:ext cx="17028" cy="710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028" h="71093" extrusionOk="0">
                        <a:moveTo>
                          <a:pt x="2958" y="71094"/>
                        </a:moveTo>
                        <a:cubicBezTo>
                          <a:pt x="2767" y="71094"/>
                          <a:pt x="2640" y="71094"/>
                          <a:pt x="2450" y="71030"/>
                        </a:cubicBezTo>
                        <a:cubicBezTo>
                          <a:pt x="863" y="70776"/>
                          <a:pt x="-217" y="69252"/>
                          <a:pt x="37" y="67601"/>
                        </a:cubicBezTo>
                        <a:lnTo>
                          <a:pt x="11149" y="2450"/>
                        </a:lnTo>
                        <a:cubicBezTo>
                          <a:pt x="11403" y="863"/>
                          <a:pt x="12927" y="-217"/>
                          <a:pt x="14578" y="37"/>
                        </a:cubicBezTo>
                        <a:cubicBezTo>
                          <a:pt x="16166" y="291"/>
                          <a:pt x="17246" y="1815"/>
                          <a:pt x="16991" y="3466"/>
                        </a:cubicBezTo>
                        <a:lnTo>
                          <a:pt x="5879" y="68617"/>
                        </a:lnTo>
                        <a:cubicBezTo>
                          <a:pt x="5625" y="70077"/>
                          <a:pt x="4355" y="71094"/>
                          <a:pt x="2958" y="71094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45" name="Google Shape;1045;p35"/>
                  <p:cNvSpPr/>
                  <p:nvPr/>
                </p:nvSpPr>
                <p:spPr>
                  <a:xfrm>
                    <a:off x="5040466" y="3648672"/>
                    <a:ext cx="17409" cy="733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409" h="73316" extrusionOk="0">
                        <a:moveTo>
                          <a:pt x="2958" y="73316"/>
                        </a:moveTo>
                        <a:cubicBezTo>
                          <a:pt x="2768" y="73316"/>
                          <a:pt x="2640" y="73316"/>
                          <a:pt x="2450" y="73253"/>
                        </a:cubicBezTo>
                        <a:cubicBezTo>
                          <a:pt x="862" y="72999"/>
                          <a:pt x="-217" y="71475"/>
                          <a:pt x="37" y="69824"/>
                        </a:cubicBezTo>
                        <a:lnTo>
                          <a:pt x="11531" y="2450"/>
                        </a:lnTo>
                        <a:cubicBezTo>
                          <a:pt x="11784" y="863"/>
                          <a:pt x="13308" y="-217"/>
                          <a:pt x="14959" y="37"/>
                        </a:cubicBezTo>
                        <a:cubicBezTo>
                          <a:pt x="16547" y="291"/>
                          <a:pt x="17626" y="1815"/>
                          <a:pt x="17372" y="3466"/>
                        </a:cubicBezTo>
                        <a:lnTo>
                          <a:pt x="5879" y="70840"/>
                        </a:lnTo>
                        <a:cubicBezTo>
                          <a:pt x="5625" y="72300"/>
                          <a:pt x="4355" y="73316"/>
                          <a:pt x="2958" y="73316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1046" name="Google Shape;1046;p35"/>
            <p:cNvGrpSpPr/>
            <p:nvPr/>
          </p:nvGrpSpPr>
          <p:grpSpPr>
            <a:xfrm flipH="1">
              <a:off x="3186804" y="1610794"/>
              <a:ext cx="1131693" cy="1185028"/>
              <a:chOff x="4928489" y="1985645"/>
              <a:chExt cx="356585" cy="373402"/>
            </a:xfrm>
          </p:grpSpPr>
          <p:grpSp>
            <p:nvGrpSpPr>
              <p:cNvPr id="1047" name="Google Shape;1047;p35"/>
              <p:cNvGrpSpPr/>
              <p:nvPr/>
            </p:nvGrpSpPr>
            <p:grpSpPr>
              <a:xfrm>
                <a:off x="4928489" y="1985645"/>
                <a:ext cx="356585" cy="373402"/>
                <a:chOff x="4928489" y="1985645"/>
                <a:chExt cx="356585" cy="373402"/>
              </a:xfrm>
            </p:grpSpPr>
            <p:sp>
              <p:nvSpPr>
                <p:cNvPr id="1048" name="Google Shape;1048;p35"/>
                <p:cNvSpPr/>
                <p:nvPr/>
              </p:nvSpPr>
              <p:spPr>
                <a:xfrm>
                  <a:off x="4928489" y="1985645"/>
                  <a:ext cx="327405" cy="3274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405" h="327405" extrusionOk="0">
                      <a:moveTo>
                        <a:pt x="327406" y="163703"/>
                      </a:moveTo>
                      <a:cubicBezTo>
                        <a:pt x="327406" y="254114"/>
                        <a:pt x="254114" y="327406"/>
                        <a:pt x="163703" y="327406"/>
                      </a:cubicBezTo>
                      <a:cubicBezTo>
                        <a:pt x="73292" y="327406"/>
                        <a:pt x="0" y="254114"/>
                        <a:pt x="0" y="163703"/>
                      </a:cubicBezTo>
                      <a:cubicBezTo>
                        <a:pt x="0" y="73292"/>
                        <a:pt x="73292" y="0"/>
                        <a:pt x="163703" y="0"/>
                      </a:cubicBezTo>
                      <a:cubicBezTo>
                        <a:pt x="254114" y="0"/>
                        <a:pt x="327406" y="73293"/>
                        <a:pt x="327406" y="16370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9" name="Google Shape;1049;p35"/>
                <p:cNvSpPr/>
                <p:nvPr/>
              </p:nvSpPr>
              <p:spPr>
                <a:xfrm rot="-1247444">
                  <a:off x="5168871" y="2206872"/>
                  <a:ext cx="94436" cy="1399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24" h="139954" extrusionOk="0">
                      <a:moveTo>
                        <a:pt x="65405" y="0"/>
                      </a:moveTo>
                      <a:lnTo>
                        <a:pt x="94424" y="139954"/>
                      </a:lnTo>
                      <a:lnTo>
                        <a:pt x="0" y="3740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50" name="Google Shape;1050;p35"/>
              <p:cNvGrpSpPr/>
              <p:nvPr/>
            </p:nvGrpSpPr>
            <p:grpSpPr>
              <a:xfrm>
                <a:off x="4987797" y="2038985"/>
                <a:ext cx="208788" cy="215392"/>
                <a:chOff x="4987797" y="2038985"/>
                <a:chExt cx="208788" cy="215392"/>
              </a:xfrm>
            </p:grpSpPr>
            <p:grpSp>
              <p:nvGrpSpPr>
                <p:cNvPr id="1051" name="Google Shape;1051;p35"/>
                <p:cNvGrpSpPr/>
                <p:nvPr/>
              </p:nvGrpSpPr>
              <p:grpSpPr>
                <a:xfrm>
                  <a:off x="5040823" y="2090106"/>
                  <a:ext cx="102740" cy="164271"/>
                  <a:chOff x="5040823" y="2090106"/>
                  <a:chExt cx="102740" cy="164271"/>
                </a:xfrm>
              </p:grpSpPr>
              <p:sp>
                <p:nvSpPr>
                  <p:cNvPr id="1052" name="Google Shape;1052;p35"/>
                  <p:cNvSpPr/>
                  <p:nvPr/>
                </p:nvSpPr>
                <p:spPr>
                  <a:xfrm>
                    <a:off x="5040823" y="2090106"/>
                    <a:ext cx="102740" cy="1266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740" h="126615" extrusionOk="0">
                        <a:moveTo>
                          <a:pt x="102740" y="51368"/>
                        </a:moveTo>
                        <a:cubicBezTo>
                          <a:pt x="102740" y="21078"/>
                          <a:pt x="76515" y="-3051"/>
                          <a:pt x="45527" y="314"/>
                        </a:cubicBezTo>
                        <a:cubicBezTo>
                          <a:pt x="22730" y="2854"/>
                          <a:pt x="3934" y="20888"/>
                          <a:pt x="569" y="43621"/>
                        </a:cubicBezTo>
                        <a:cubicBezTo>
                          <a:pt x="-1590" y="58353"/>
                          <a:pt x="2537" y="72069"/>
                          <a:pt x="10602" y="82546"/>
                        </a:cubicBezTo>
                        <a:cubicBezTo>
                          <a:pt x="16634" y="90421"/>
                          <a:pt x="21142" y="99374"/>
                          <a:pt x="23048" y="109153"/>
                        </a:cubicBezTo>
                        <a:lnTo>
                          <a:pt x="25461" y="121599"/>
                        </a:lnTo>
                        <a:cubicBezTo>
                          <a:pt x="26032" y="124520"/>
                          <a:pt x="28572" y="126615"/>
                          <a:pt x="31557" y="126615"/>
                        </a:cubicBezTo>
                        <a:lnTo>
                          <a:pt x="71117" y="126615"/>
                        </a:lnTo>
                        <a:cubicBezTo>
                          <a:pt x="74102" y="126615"/>
                          <a:pt x="76642" y="124520"/>
                          <a:pt x="77213" y="121599"/>
                        </a:cubicBezTo>
                        <a:lnTo>
                          <a:pt x="79626" y="109153"/>
                        </a:lnTo>
                        <a:cubicBezTo>
                          <a:pt x="81531" y="99374"/>
                          <a:pt x="86103" y="90357"/>
                          <a:pt x="92136" y="82483"/>
                        </a:cubicBezTo>
                        <a:cubicBezTo>
                          <a:pt x="98803" y="73847"/>
                          <a:pt x="102740" y="63052"/>
                          <a:pt x="102740" y="51368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053" name="Google Shape;1053;p35"/>
                  <p:cNvGrpSpPr/>
                  <p:nvPr/>
                </p:nvGrpSpPr>
                <p:grpSpPr>
                  <a:xfrm>
                    <a:off x="5067490" y="2216721"/>
                    <a:ext cx="48260" cy="37656"/>
                    <a:chOff x="5067490" y="2216721"/>
                    <a:chExt cx="48260" cy="37656"/>
                  </a:xfrm>
                </p:grpSpPr>
                <p:sp>
                  <p:nvSpPr>
                    <p:cNvPr id="1054" name="Google Shape;1054;p35"/>
                    <p:cNvSpPr/>
                    <p:nvPr/>
                  </p:nvSpPr>
                  <p:spPr>
                    <a:xfrm>
                      <a:off x="5075999" y="2236216"/>
                      <a:ext cx="31369" cy="1816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369" h="18161" extrusionOk="0">
                          <a:moveTo>
                            <a:pt x="31369" y="9080"/>
                          </a:moveTo>
                          <a:cubicBezTo>
                            <a:pt x="31369" y="14095"/>
                            <a:pt x="24347" y="18161"/>
                            <a:pt x="15685" y="18161"/>
                          </a:cubicBezTo>
                          <a:cubicBezTo>
                            <a:pt x="7022" y="18161"/>
                            <a:pt x="0" y="14095"/>
                            <a:pt x="0" y="9080"/>
                          </a:cubicBezTo>
                          <a:cubicBezTo>
                            <a:pt x="0" y="4065"/>
                            <a:pt x="7022" y="0"/>
                            <a:pt x="15685" y="0"/>
                          </a:cubicBezTo>
                          <a:cubicBezTo>
                            <a:pt x="24347" y="0"/>
                            <a:pt x="31369" y="4065"/>
                            <a:pt x="31369" y="9080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55" name="Google Shape;1055;p35"/>
                    <p:cNvSpPr/>
                    <p:nvPr/>
                  </p:nvSpPr>
                  <p:spPr>
                    <a:xfrm>
                      <a:off x="5067490" y="2216721"/>
                      <a:ext cx="48260" cy="3124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260" h="31242" extrusionOk="0">
                          <a:moveTo>
                            <a:pt x="42164" y="31242"/>
                          </a:moveTo>
                          <a:lnTo>
                            <a:pt x="6159" y="31242"/>
                          </a:lnTo>
                          <a:cubicBezTo>
                            <a:pt x="2794" y="31242"/>
                            <a:pt x="0" y="28511"/>
                            <a:pt x="0" y="25083"/>
                          </a:cubicBezTo>
                          <a:lnTo>
                            <a:pt x="0" y="3746"/>
                          </a:lnTo>
                          <a:cubicBezTo>
                            <a:pt x="0" y="1651"/>
                            <a:pt x="1651" y="0"/>
                            <a:pt x="3746" y="0"/>
                          </a:cubicBezTo>
                          <a:lnTo>
                            <a:pt x="44513" y="0"/>
                          </a:lnTo>
                          <a:cubicBezTo>
                            <a:pt x="46609" y="0"/>
                            <a:pt x="48260" y="1651"/>
                            <a:pt x="48260" y="3746"/>
                          </a:cubicBezTo>
                          <a:lnTo>
                            <a:pt x="48260" y="25083"/>
                          </a:lnTo>
                          <a:cubicBezTo>
                            <a:pt x="48323" y="28511"/>
                            <a:pt x="45593" y="31242"/>
                            <a:pt x="42164" y="31242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1056" name="Google Shape;1056;p35"/>
                  <p:cNvSpPr/>
                  <p:nvPr/>
                </p:nvSpPr>
                <p:spPr>
                  <a:xfrm>
                    <a:off x="5061077" y="2136838"/>
                    <a:ext cx="62483" cy="238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483" h="23812" extrusionOk="0">
                        <a:moveTo>
                          <a:pt x="60960" y="23813"/>
                        </a:moveTo>
                        <a:cubicBezTo>
                          <a:pt x="58039" y="23813"/>
                          <a:pt x="55499" y="22479"/>
                          <a:pt x="53530" y="20002"/>
                        </a:cubicBezTo>
                        <a:cubicBezTo>
                          <a:pt x="51562" y="22479"/>
                          <a:pt x="49022" y="23813"/>
                          <a:pt x="46101" y="23813"/>
                        </a:cubicBezTo>
                        <a:cubicBezTo>
                          <a:pt x="43116" y="23813"/>
                          <a:pt x="40640" y="22479"/>
                          <a:pt x="38671" y="20002"/>
                        </a:cubicBezTo>
                        <a:cubicBezTo>
                          <a:pt x="36703" y="22479"/>
                          <a:pt x="34163" y="23813"/>
                          <a:pt x="31242" y="23813"/>
                        </a:cubicBezTo>
                        <a:cubicBezTo>
                          <a:pt x="28321" y="23813"/>
                          <a:pt x="25781" y="22479"/>
                          <a:pt x="23813" y="20002"/>
                        </a:cubicBezTo>
                        <a:cubicBezTo>
                          <a:pt x="21844" y="22479"/>
                          <a:pt x="19304" y="23813"/>
                          <a:pt x="16383" y="23813"/>
                        </a:cubicBezTo>
                        <a:cubicBezTo>
                          <a:pt x="13462" y="23813"/>
                          <a:pt x="10922" y="22479"/>
                          <a:pt x="8953" y="20002"/>
                        </a:cubicBezTo>
                        <a:cubicBezTo>
                          <a:pt x="6985" y="22479"/>
                          <a:pt x="4445" y="23813"/>
                          <a:pt x="1524" y="23813"/>
                        </a:cubicBezTo>
                        <a:cubicBezTo>
                          <a:pt x="698" y="23813"/>
                          <a:pt x="0" y="23114"/>
                          <a:pt x="0" y="22288"/>
                        </a:cubicBezTo>
                        <a:cubicBezTo>
                          <a:pt x="0" y="21463"/>
                          <a:pt x="698" y="20764"/>
                          <a:pt x="1524" y="20764"/>
                        </a:cubicBezTo>
                        <a:cubicBezTo>
                          <a:pt x="4064" y="20764"/>
                          <a:pt x="5905" y="19304"/>
                          <a:pt x="7239" y="17208"/>
                        </a:cubicBezTo>
                        <a:cubicBezTo>
                          <a:pt x="6159" y="14986"/>
                          <a:pt x="5270" y="12319"/>
                          <a:pt x="4699" y="9080"/>
                        </a:cubicBezTo>
                        <a:cubicBezTo>
                          <a:pt x="4191" y="6223"/>
                          <a:pt x="4826" y="3111"/>
                          <a:pt x="6223" y="1397"/>
                        </a:cubicBezTo>
                        <a:cubicBezTo>
                          <a:pt x="7176" y="254"/>
                          <a:pt x="8255" y="0"/>
                          <a:pt x="8953" y="0"/>
                        </a:cubicBezTo>
                        <a:cubicBezTo>
                          <a:pt x="9652" y="0"/>
                          <a:pt x="10732" y="254"/>
                          <a:pt x="11684" y="1397"/>
                        </a:cubicBezTo>
                        <a:cubicBezTo>
                          <a:pt x="13145" y="3111"/>
                          <a:pt x="13716" y="6160"/>
                          <a:pt x="13208" y="9080"/>
                        </a:cubicBezTo>
                        <a:cubicBezTo>
                          <a:pt x="12636" y="12319"/>
                          <a:pt x="11811" y="14986"/>
                          <a:pt x="10668" y="17208"/>
                        </a:cubicBezTo>
                        <a:cubicBezTo>
                          <a:pt x="12001" y="19240"/>
                          <a:pt x="13843" y="20764"/>
                          <a:pt x="16383" y="20764"/>
                        </a:cubicBezTo>
                        <a:cubicBezTo>
                          <a:pt x="18923" y="20764"/>
                          <a:pt x="20764" y="19304"/>
                          <a:pt x="22098" y="17208"/>
                        </a:cubicBezTo>
                        <a:cubicBezTo>
                          <a:pt x="20955" y="14986"/>
                          <a:pt x="20129" y="12319"/>
                          <a:pt x="19558" y="9080"/>
                        </a:cubicBezTo>
                        <a:cubicBezTo>
                          <a:pt x="19050" y="6223"/>
                          <a:pt x="19685" y="3111"/>
                          <a:pt x="21082" y="1397"/>
                        </a:cubicBezTo>
                        <a:cubicBezTo>
                          <a:pt x="22034" y="254"/>
                          <a:pt x="23114" y="0"/>
                          <a:pt x="23813" y="0"/>
                        </a:cubicBezTo>
                        <a:cubicBezTo>
                          <a:pt x="24511" y="0"/>
                          <a:pt x="25590" y="254"/>
                          <a:pt x="26543" y="1397"/>
                        </a:cubicBezTo>
                        <a:cubicBezTo>
                          <a:pt x="28003" y="3111"/>
                          <a:pt x="28575" y="6160"/>
                          <a:pt x="28067" y="9080"/>
                        </a:cubicBezTo>
                        <a:cubicBezTo>
                          <a:pt x="27495" y="12319"/>
                          <a:pt x="26670" y="14986"/>
                          <a:pt x="25527" y="17208"/>
                        </a:cubicBezTo>
                        <a:cubicBezTo>
                          <a:pt x="26860" y="19240"/>
                          <a:pt x="28702" y="20764"/>
                          <a:pt x="31242" y="20764"/>
                        </a:cubicBezTo>
                        <a:cubicBezTo>
                          <a:pt x="33782" y="20764"/>
                          <a:pt x="35623" y="19304"/>
                          <a:pt x="36957" y="17208"/>
                        </a:cubicBezTo>
                        <a:cubicBezTo>
                          <a:pt x="35877" y="14986"/>
                          <a:pt x="34989" y="12319"/>
                          <a:pt x="34417" y="9080"/>
                        </a:cubicBezTo>
                        <a:cubicBezTo>
                          <a:pt x="33909" y="6223"/>
                          <a:pt x="34544" y="3111"/>
                          <a:pt x="35941" y="1397"/>
                        </a:cubicBezTo>
                        <a:cubicBezTo>
                          <a:pt x="36893" y="254"/>
                          <a:pt x="37973" y="0"/>
                          <a:pt x="38671" y="0"/>
                        </a:cubicBezTo>
                        <a:cubicBezTo>
                          <a:pt x="39370" y="0"/>
                          <a:pt x="40449" y="254"/>
                          <a:pt x="41402" y="1397"/>
                        </a:cubicBezTo>
                        <a:cubicBezTo>
                          <a:pt x="42863" y="3111"/>
                          <a:pt x="43434" y="6160"/>
                          <a:pt x="42926" y="9080"/>
                        </a:cubicBezTo>
                        <a:cubicBezTo>
                          <a:pt x="42354" y="12319"/>
                          <a:pt x="41529" y="14986"/>
                          <a:pt x="40386" y="17208"/>
                        </a:cubicBezTo>
                        <a:cubicBezTo>
                          <a:pt x="41720" y="19240"/>
                          <a:pt x="43561" y="20764"/>
                          <a:pt x="46101" y="20764"/>
                        </a:cubicBezTo>
                        <a:cubicBezTo>
                          <a:pt x="48641" y="20764"/>
                          <a:pt x="50482" y="19304"/>
                          <a:pt x="51816" y="17208"/>
                        </a:cubicBezTo>
                        <a:cubicBezTo>
                          <a:pt x="50673" y="14986"/>
                          <a:pt x="49847" y="12319"/>
                          <a:pt x="49276" y="9080"/>
                        </a:cubicBezTo>
                        <a:cubicBezTo>
                          <a:pt x="48768" y="6223"/>
                          <a:pt x="49403" y="3111"/>
                          <a:pt x="50800" y="1397"/>
                        </a:cubicBezTo>
                        <a:cubicBezTo>
                          <a:pt x="51752" y="254"/>
                          <a:pt x="52832" y="0"/>
                          <a:pt x="53530" y="0"/>
                        </a:cubicBezTo>
                        <a:cubicBezTo>
                          <a:pt x="54229" y="0"/>
                          <a:pt x="55308" y="254"/>
                          <a:pt x="56261" y="1397"/>
                        </a:cubicBezTo>
                        <a:cubicBezTo>
                          <a:pt x="57721" y="3111"/>
                          <a:pt x="58293" y="6160"/>
                          <a:pt x="57785" y="9080"/>
                        </a:cubicBezTo>
                        <a:cubicBezTo>
                          <a:pt x="57214" y="12319"/>
                          <a:pt x="56388" y="14986"/>
                          <a:pt x="55245" y="17208"/>
                        </a:cubicBezTo>
                        <a:cubicBezTo>
                          <a:pt x="56578" y="19240"/>
                          <a:pt x="58420" y="20764"/>
                          <a:pt x="60960" y="20764"/>
                        </a:cubicBezTo>
                        <a:cubicBezTo>
                          <a:pt x="61785" y="20764"/>
                          <a:pt x="62484" y="21463"/>
                          <a:pt x="62484" y="22288"/>
                        </a:cubicBezTo>
                        <a:cubicBezTo>
                          <a:pt x="62484" y="23114"/>
                          <a:pt x="61785" y="23813"/>
                          <a:pt x="60960" y="23813"/>
                        </a:cubicBezTo>
                        <a:close/>
                        <a:moveTo>
                          <a:pt x="8763" y="3111"/>
                        </a:moveTo>
                        <a:cubicBezTo>
                          <a:pt x="8699" y="3111"/>
                          <a:pt x="8509" y="3238"/>
                          <a:pt x="8382" y="3429"/>
                        </a:cubicBezTo>
                        <a:cubicBezTo>
                          <a:pt x="7683" y="4318"/>
                          <a:pt x="7112" y="6413"/>
                          <a:pt x="7493" y="8636"/>
                        </a:cubicBezTo>
                        <a:cubicBezTo>
                          <a:pt x="7747" y="10096"/>
                          <a:pt x="8128" y="11938"/>
                          <a:pt x="8763" y="13652"/>
                        </a:cubicBezTo>
                        <a:cubicBezTo>
                          <a:pt x="9398" y="11874"/>
                          <a:pt x="9779" y="10096"/>
                          <a:pt x="10033" y="8636"/>
                        </a:cubicBezTo>
                        <a:cubicBezTo>
                          <a:pt x="10414" y="6413"/>
                          <a:pt x="9842" y="4318"/>
                          <a:pt x="9144" y="3429"/>
                        </a:cubicBezTo>
                        <a:cubicBezTo>
                          <a:pt x="8953" y="3238"/>
                          <a:pt x="8826" y="3111"/>
                          <a:pt x="8763" y="3111"/>
                        </a:cubicBezTo>
                        <a:close/>
                        <a:moveTo>
                          <a:pt x="23685" y="3111"/>
                        </a:moveTo>
                        <a:cubicBezTo>
                          <a:pt x="23622" y="3111"/>
                          <a:pt x="23432" y="3238"/>
                          <a:pt x="23304" y="3429"/>
                        </a:cubicBezTo>
                        <a:cubicBezTo>
                          <a:pt x="22606" y="4318"/>
                          <a:pt x="22034" y="6413"/>
                          <a:pt x="22415" y="8636"/>
                        </a:cubicBezTo>
                        <a:cubicBezTo>
                          <a:pt x="22670" y="10096"/>
                          <a:pt x="23051" y="11938"/>
                          <a:pt x="23685" y="13652"/>
                        </a:cubicBezTo>
                        <a:cubicBezTo>
                          <a:pt x="24320" y="11874"/>
                          <a:pt x="24701" y="10096"/>
                          <a:pt x="24955" y="8636"/>
                        </a:cubicBezTo>
                        <a:cubicBezTo>
                          <a:pt x="25336" y="6413"/>
                          <a:pt x="24765" y="4318"/>
                          <a:pt x="24066" y="3429"/>
                        </a:cubicBezTo>
                        <a:cubicBezTo>
                          <a:pt x="23876" y="3238"/>
                          <a:pt x="23749" y="3111"/>
                          <a:pt x="23685" y="3111"/>
                        </a:cubicBezTo>
                        <a:close/>
                        <a:moveTo>
                          <a:pt x="53467" y="3111"/>
                        </a:moveTo>
                        <a:cubicBezTo>
                          <a:pt x="53403" y="3111"/>
                          <a:pt x="53213" y="3238"/>
                          <a:pt x="53086" y="3429"/>
                        </a:cubicBezTo>
                        <a:cubicBezTo>
                          <a:pt x="52388" y="4318"/>
                          <a:pt x="51816" y="6413"/>
                          <a:pt x="52197" y="8636"/>
                        </a:cubicBezTo>
                        <a:cubicBezTo>
                          <a:pt x="52451" y="10096"/>
                          <a:pt x="52832" y="11938"/>
                          <a:pt x="53467" y="13652"/>
                        </a:cubicBezTo>
                        <a:cubicBezTo>
                          <a:pt x="54102" y="11874"/>
                          <a:pt x="54483" y="10096"/>
                          <a:pt x="54737" y="8636"/>
                        </a:cubicBezTo>
                        <a:cubicBezTo>
                          <a:pt x="55118" y="6413"/>
                          <a:pt x="54546" y="4318"/>
                          <a:pt x="53848" y="3429"/>
                        </a:cubicBezTo>
                        <a:cubicBezTo>
                          <a:pt x="53721" y="3238"/>
                          <a:pt x="53530" y="3111"/>
                          <a:pt x="53467" y="3111"/>
                        </a:cubicBezTo>
                        <a:close/>
                        <a:moveTo>
                          <a:pt x="38545" y="3111"/>
                        </a:moveTo>
                        <a:cubicBezTo>
                          <a:pt x="38481" y="3111"/>
                          <a:pt x="38290" y="3238"/>
                          <a:pt x="38164" y="3429"/>
                        </a:cubicBezTo>
                        <a:cubicBezTo>
                          <a:pt x="37465" y="4318"/>
                          <a:pt x="36893" y="6413"/>
                          <a:pt x="37274" y="8636"/>
                        </a:cubicBezTo>
                        <a:cubicBezTo>
                          <a:pt x="37528" y="10096"/>
                          <a:pt x="37909" y="11938"/>
                          <a:pt x="38545" y="13652"/>
                        </a:cubicBezTo>
                        <a:cubicBezTo>
                          <a:pt x="39179" y="11874"/>
                          <a:pt x="39560" y="10096"/>
                          <a:pt x="39814" y="8636"/>
                        </a:cubicBezTo>
                        <a:cubicBezTo>
                          <a:pt x="40195" y="6413"/>
                          <a:pt x="39624" y="4318"/>
                          <a:pt x="38926" y="3429"/>
                        </a:cubicBezTo>
                        <a:cubicBezTo>
                          <a:pt x="38798" y="3238"/>
                          <a:pt x="38671" y="3111"/>
                          <a:pt x="38545" y="3111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057" name="Google Shape;1057;p35"/>
                <p:cNvGrpSpPr/>
                <p:nvPr/>
              </p:nvGrpSpPr>
              <p:grpSpPr>
                <a:xfrm>
                  <a:off x="4987797" y="2038985"/>
                  <a:ext cx="208788" cy="109791"/>
                  <a:chOff x="4987797" y="2038985"/>
                  <a:chExt cx="208788" cy="109791"/>
                </a:xfrm>
              </p:grpSpPr>
              <p:sp>
                <p:nvSpPr>
                  <p:cNvPr id="1058" name="Google Shape;1058;p35"/>
                  <p:cNvSpPr/>
                  <p:nvPr/>
                </p:nvSpPr>
                <p:spPr>
                  <a:xfrm>
                    <a:off x="5086794" y="2038985"/>
                    <a:ext cx="10795" cy="439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95" h="43941" extrusionOk="0">
                        <a:moveTo>
                          <a:pt x="5397" y="43942"/>
                        </a:moveTo>
                        <a:cubicBezTo>
                          <a:pt x="2413" y="43942"/>
                          <a:pt x="0" y="41529"/>
                          <a:pt x="0" y="38545"/>
                        </a:cubicBezTo>
                        <a:lnTo>
                          <a:pt x="0" y="5398"/>
                        </a:lnTo>
                        <a:cubicBezTo>
                          <a:pt x="0" y="2413"/>
                          <a:pt x="2413" y="0"/>
                          <a:pt x="5397" y="0"/>
                        </a:cubicBezTo>
                        <a:cubicBezTo>
                          <a:pt x="8382" y="0"/>
                          <a:pt x="10795" y="2413"/>
                          <a:pt x="10795" y="5398"/>
                        </a:cubicBezTo>
                        <a:lnTo>
                          <a:pt x="10795" y="38545"/>
                        </a:lnTo>
                        <a:cubicBezTo>
                          <a:pt x="10795" y="41529"/>
                          <a:pt x="8382" y="43942"/>
                          <a:pt x="5397" y="43942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59" name="Google Shape;1059;p35"/>
                  <p:cNvSpPr/>
                  <p:nvPr/>
                </p:nvSpPr>
                <p:spPr>
                  <a:xfrm>
                    <a:off x="5037281" y="2052174"/>
                    <a:ext cx="27462" cy="395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462" h="39579" extrusionOk="0">
                        <a:moveTo>
                          <a:pt x="22018" y="39579"/>
                        </a:moveTo>
                        <a:cubicBezTo>
                          <a:pt x="20113" y="39579"/>
                          <a:pt x="18335" y="38627"/>
                          <a:pt x="17319" y="36849"/>
                        </a:cubicBezTo>
                        <a:lnTo>
                          <a:pt x="746" y="8147"/>
                        </a:lnTo>
                        <a:cubicBezTo>
                          <a:pt x="-778" y="5543"/>
                          <a:pt x="110" y="2241"/>
                          <a:pt x="2714" y="717"/>
                        </a:cubicBezTo>
                        <a:cubicBezTo>
                          <a:pt x="5317" y="-743"/>
                          <a:pt x="8620" y="82"/>
                          <a:pt x="10143" y="2686"/>
                        </a:cubicBezTo>
                        <a:lnTo>
                          <a:pt x="26717" y="31388"/>
                        </a:lnTo>
                        <a:cubicBezTo>
                          <a:pt x="28241" y="33991"/>
                          <a:pt x="27352" y="37293"/>
                          <a:pt x="24748" y="38817"/>
                        </a:cubicBezTo>
                        <a:cubicBezTo>
                          <a:pt x="23860" y="39325"/>
                          <a:pt x="22907" y="39579"/>
                          <a:pt x="22018" y="39579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60" name="Google Shape;1060;p35"/>
                  <p:cNvSpPr/>
                  <p:nvPr/>
                </p:nvSpPr>
                <p:spPr>
                  <a:xfrm>
                    <a:off x="5001022" y="2088404"/>
                    <a:ext cx="39591" cy="274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591" h="27415" extrusionOk="0">
                        <a:moveTo>
                          <a:pt x="34147" y="27416"/>
                        </a:moveTo>
                        <a:cubicBezTo>
                          <a:pt x="33257" y="27416"/>
                          <a:pt x="32305" y="27162"/>
                          <a:pt x="31416" y="26717"/>
                        </a:cubicBezTo>
                        <a:lnTo>
                          <a:pt x="2714" y="10144"/>
                        </a:lnTo>
                        <a:cubicBezTo>
                          <a:pt x="111" y="8619"/>
                          <a:pt x="-778" y="5318"/>
                          <a:pt x="745" y="2714"/>
                        </a:cubicBezTo>
                        <a:cubicBezTo>
                          <a:pt x="2269" y="110"/>
                          <a:pt x="5572" y="-778"/>
                          <a:pt x="8175" y="746"/>
                        </a:cubicBezTo>
                        <a:lnTo>
                          <a:pt x="36877" y="17319"/>
                        </a:lnTo>
                        <a:cubicBezTo>
                          <a:pt x="39481" y="18843"/>
                          <a:pt x="40369" y="22145"/>
                          <a:pt x="38845" y="24749"/>
                        </a:cubicBezTo>
                        <a:cubicBezTo>
                          <a:pt x="37830" y="26463"/>
                          <a:pt x="36051" y="27416"/>
                          <a:pt x="34147" y="27416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61" name="Google Shape;1061;p35"/>
                  <p:cNvSpPr/>
                  <p:nvPr/>
                </p:nvSpPr>
                <p:spPr>
                  <a:xfrm>
                    <a:off x="4987797" y="2137981"/>
                    <a:ext cx="43942" cy="107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942" h="10795" extrusionOk="0">
                        <a:moveTo>
                          <a:pt x="38545" y="10795"/>
                        </a:moveTo>
                        <a:lnTo>
                          <a:pt x="5398" y="10795"/>
                        </a:lnTo>
                        <a:cubicBezTo>
                          <a:pt x="2413" y="10795"/>
                          <a:pt x="0" y="8382"/>
                          <a:pt x="0" y="5398"/>
                        </a:cubicBezTo>
                        <a:cubicBezTo>
                          <a:pt x="0" y="2413"/>
                          <a:pt x="2413" y="0"/>
                          <a:pt x="5398" y="0"/>
                        </a:cubicBezTo>
                        <a:lnTo>
                          <a:pt x="38545" y="0"/>
                        </a:lnTo>
                        <a:cubicBezTo>
                          <a:pt x="41529" y="0"/>
                          <a:pt x="43942" y="2413"/>
                          <a:pt x="43942" y="5398"/>
                        </a:cubicBezTo>
                        <a:cubicBezTo>
                          <a:pt x="43942" y="8382"/>
                          <a:pt x="41529" y="10795"/>
                          <a:pt x="38545" y="10795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62" name="Google Shape;1062;p35"/>
                  <p:cNvSpPr/>
                  <p:nvPr/>
                </p:nvSpPr>
                <p:spPr>
                  <a:xfrm>
                    <a:off x="5152644" y="2137981"/>
                    <a:ext cx="43941" cy="107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941" h="10795" extrusionOk="0">
                        <a:moveTo>
                          <a:pt x="38545" y="10795"/>
                        </a:moveTo>
                        <a:lnTo>
                          <a:pt x="5397" y="10795"/>
                        </a:lnTo>
                        <a:cubicBezTo>
                          <a:pt x="2413" y="10795"/>
                          <a:pt x="0" y="8382"/>
                          <a:pt x="0" y="5398"/>
                        </a:cubicBezTo>
                        <a:cubicBezTo>
                          <a:pt x="0" y="2413"/>
                          <a:pt x="2413" y="0"/>
                          <a:pt x="5397" y="0"/>
                        </a:cubicBezTo>
                        <a:lnTo>
                          <a:pt x="38545" y="0"/>
                        </a:lnTo>
                        <a:cubicBezTo>
                          <a:pt x="41529" y="0"/>
                          <a:pt x="43942" y="2413"/>
                          <a:pt x="43942" y="5398"/>
                        </a:cubicBezTo>
                        <a:cubicBezTo>
                          <a:pt x="43942" y="8382"/>
                          <a:pt x="41529" y="10795"/>
                          <a:pt x="38545" y="10795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63" name="Google Shape;1063;p35"/>
                  <p:cNvSpPr/>
                  <p:nvPr/>
                </p:nvSpPr>
                <p:spPr>
                  <a:xfrm>
                    <a:off x="5143770" y="2088340"/>
                    <a:ext cx="39591" cy="274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591" h="27479" extrusionOk="0">
                        <a:moveTo>
                          <a:pt x="5445" y="27479"/>
                        </a:moveTo>
                        <a:cubicBezTo>
                          <a:pt x="3540" y="27479"/>
                          <a:pt x="1762" y="26526"/>
                          <a:pt x="745" y="24748"/>
                        </a:cubicBezTo>
                        <a:cubicBezTo>
                          <a:pt x="-778" y="22145"/>
                          <a:pt x="111" y="18843"/>
                          <a:pt x="2714" y="17319"/>
                        </a:cubicBezTo>
                        <a:lnTo>
                          <a:pt x="31416" y="745"/>
                        </a:lnTo>
                        <a:cubicBezTo>
                          <a:pt x="34020" y="-778"/>
                          <a:pt x="37322" y="111"/>
                          <a:pt x="38845" y="2714"/>
                        </a:cubicBezTo>
                        <a:cubicBezTo>
                          <a:pt x="40370" y="5318"/>
                          <a:pt x="39481" y="8620"/>
                          <a:pt x="36877" y="10144"/>
                        </a:cubicBezTo>
                        <a:lnTo>
                          <a:pt x="8175" y="26717"/>
                        </a:lnTo>
                        <a:cubicBezTo>
                          <a:pt x="7286" y="27289"/>
                          <a:pt x="6334" y="27479"/>
                          <a:pt x="5445" y="27479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64" name="Google Shape;1064;p35"/>
                  <p:cNvSpPr/>
                  <p:nvPr/>
                </p:nvSpPr>
                <p:spPr>
                  <a:xfrm>
                    <a:off x="5119640" y="2052209"/>
                    <a:ext cx="27462" cy="395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462" h="39544" extrusionOk="0">
                        <a:moveTo>
                          <a:pt x="5444" y="39544"/>
                        </a:moveTo>
                        <a:cubicBezTo>
                          <a:pt x="4556" y="39544"/>
                          <a:pt x="3603" y="39290"/>
                          <a:pt x="2714" y="38845"/>
                        </a:cubicBezTo>
                        <a:cubicBezTo>
                          <a:pt x="111" y="37322"/>
                          <a:pt x="-778" y="34020"/>
                          <a:pt x="745" y="31416"/>
                        </a:cubicBezTo>
                        <a:lnTo>
                          <a:pt x="17319" y="2714"/>
                        </a:lnTo>
                        <a:cubicBezTo>
                          <a:pt x="18843" y="111"/>
                          <a:pt x="22145" y="-778"/>
                          <a:pt x="24749" y="745"/>
                        </a:cubicBezTo>
                        <a:cubicBezTo>
                          <a:pt x="27352" y="2270"/>
                          <a:pt x="28241" y="5572"/>
                          <a:pt x="26717" y="8175"/>
                        </a:cubicBezTo>
                        <a:lnTo>
                          <a:pt x="10144" y="36877"/>
                        </a:lnTo>
                        <a:cubicBezTo>
                          <a:pt x="9191" y="38592"/>
                          <a:pt x="7350" y="39544"/>
                          <a:pt x="5444" y="39544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sp>
          <p:nvSpPr>
            <p:cNvPr id="1065" name="Google Shape;1065;p35"/>
            <p:cNvSpPr/>
            <p:nvPr/>
          </p:nvSpPr>
          <p:spPr>
            <a:xfrm>
              <a:off x="1042652" y="1678032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50045F67-AD8F-8CD1-C46E-BC15290EA2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9950" y="802451"/>
            <a:ext cx="3884400" cy="2493600"/>
          </a:xfrm>
        </p:spPr>
        <p:txBody>
          <a:bodyPr/>
          <a:lstStyle/>
          <a:p>
            <a:r>
              <a:rPr lang="ar-LB" sz="7200" b="1" dirty="0">
                <a:solidFill>
                  <a:schemeClr val="bg2">
                    <a:lumMod val="50000"/>
                  </a:schemeClr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تطبيق تعليم لغة انكليزية للأطفال</a:t>
            </a:r>
            <a:endParaRPr lang="en-GB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Google Shape;202;p32">
            <a:extLst>
              <a:ext uri="{FF2B5EF4-FFF2-40B4-BE49-F238E27FC236}">
                <a16:creationId xmlns:a16="http://schemas.microsoft.com/office/drawing/2014/main" id="{4000E53A-20D8-8018-640E-AEE6CFF206F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982964" y="3339626"/>
            <a:ext cx="2846225" cy="5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LB" b="1" dirty="0">
                <a:solidFill>
                  <a:schemeClr val="bg2">
                    <a:lumMod val="50000"/>
                  </a:schemeClr>
                </a:solidFill>
                <a:latin typeface="+mj-lt"/>
                <a:cs typeface="+mn-cs"/>
              </a:rPr>
              <a:t>تقديم الطلاب :</a:t>
            </a:r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LB" b="1" dirty="0">
                <a:solidFill>
                  <a:schemeClr val="bg2">
                    <a:lumMod val="50000"/>
                  </a:schemeClr>
                </a:solidFill>
                <a:latin typeface="+mj-lt"/>
                <a:cs typeface="+mn-cs"/>
              </a:rPr>
              <a:t>هاجر الزعبي – سامح يحيى عرابي</a:t>
            </a:r>
          </a:p>
        </p:txBody>
      </p:sp>
      <p:sp>
        <p:nvSpPr>
          <p:cNvPr id="7" name="Google Shape;202;p32">
            <a:extLst>
              <a:ext uri="{FF2B5EF4-FFF2-40B4-BE49-F238E27FC236}">
                <a16:creationId xmlns:a16="http://schemas.microsoft.com/office/drawing/2014/main" id="{22098C9D-4B24-C8BF-9767-CD2862F81041}"/>
              </a:ext>
            </a:extLst>
          </p:cNvPr>
          <p:cNvSpPr txBox="1">
            <a:spLocks/>
          </p:cNvSpPr>
          <p:nvPr/>
        </p:nvSpPr>
        <p:spPr>
          <a:xfrm>
            <a:off x="5111426" y="3896945"/>
            <a:ext cx="2589300" cy="836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772E"/>
              </a:buClr>
              <a:buSzPts val="1800"/>
              <a:buFont typeface="Lato"/>
              <a:buNone/>
              <a:defRPr sz="18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FB5"/>
              </a:buClr>
              <a:buSzPts val="1800"/>
              <a:buFont typeface="Lato"/>
              <a:buNone/>
              <a:defRPr sz="1800" b="0" i="0" u="none" strike="noStrike" cap="none">
                <a:solidFill>
                  <a:srgbClr val="E6EFB5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FB5"/>
              </a:buClr>
              <a:buSzPts val="1800"/>
              <a:buFont typeface="Lato"/>
              <a:buNone/>
              <a:defRPr sz="1800" b="0" i="0" u="none" strike="noStrike" cap="none">
                <a:solidFill>
                  <a:srgbClr val="E6EFB5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FB5"/>
              </a:buClr>
              <a:buSzPts val="1800"/>
              <a:buFont typeface="Lato"/>
              <a:buNone/>
              <a:defRPr sz="1800" b="0" i="0" u="none" strike="noStrike" cap="none">
                <a:solidFill>
                  <a:srgbClr val="E6EFB5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FB5"/>
              </a:buClr>
              <a:buSzPts val="1800"/>
              <a:buFont typeface="Lato"/>
              <a:buNone/>
              <a:defRPr sz="1800" b="0" i="0" u="none" strike="noStrike" cap="none">
                <a:solidFill>
                  <a:srgbClr val="E6EFB5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FB5"/>
              </a:buClr>
              <a:buSzPts val="1800"/>
              <a:buFont typeface="Lato"/>
              <a:buNone/>
              <a:defRPr sz="1800" b="0" i="0" u="none" strike="noStrike" cap="none">
                <a:solidFill>
                  <a:srgbClr val="E6EFB5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FB5"/>
              </a:buClr>
              <a:buSzPts val="1800"/>
              <a:buFont typeface="Lato"/>
              <a:buNone/>
              <a:defRPr sz="1800" b="0" i="0" u="none" strike="noStrike" cap="none">
                <a:solidFill>
                  <a:srgbClr val="E6EFB5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FB5"/>
              </a:buClr>
              <a:buSzPts val="1800"/>
              <a:buFont typeface="Lato"/>
              <a:buNone/>
              <a:defRPr sz="1800" b="0" i="0" u="none" strike="noStrike" cap="none">
                <a:solidFill>
                  <a:srgbClr val="E6EFB5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FB5"/>
              </a:buClr>
              <a:buSzPts val="1800"/>
              <a:buFont typeface="Lato"/>
              <a:buNone/>
              <a:defRPr sz="1800" b="0" i="0" u="none" strike="noStrike" cap="none">
                <a:solidFill>
                  <a:srgbClr val="E6EFB5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ctr" rtl="1"/>
            <a:r>
              <a:rPr lang="ar-LB" b="1" dirty="0">
                <a:solidFill>
                  <a:schemeClr val="bg2">
                    <a:lumMod val="50000"/>
                  </a:schemeClr>
                </a:solidFill>
                <a:latin typeface="+mj-lt"/>
                <a:cs typeface="+mn-cs"/>
              </a:rPr>
              <a:t>إشراف :</a:t>
            </a:r>
          </a:p>
          <a:p>
            <a:pPr marL="0" indent="0" algn="ctr" rtl="1"/>
            <a:r>
              <a:rPr lang="ar-LB" b="1" dirty="0">
                <a:solidFill>
                  <a:schemeClr val="bg2">
                    <a:lumMod val="50000"/>
                  </a:schemeClr>
                </a:solidFill>
                <a:latin typeface="+mj-lt"/>
                <a:cs typeface="+mn-cs"/>
              </a:rPr>
              <a:t>م.شادي بليدي</a:t>
            </a:r>
          </a:p>
          <a:p>
            <a:pPr marL="0" indent="0" algn="ctr" rtl="1"/>
            <a:r>
              <a:rPr lang="ar-LB" b="1" dirty="0">
                <a:solidFill>
                  <a:schemeClr val="bg2">
                    <a:lumMod val="50000"/>
                  </a:schemeClr>
                </a:solidFill>
                <a:latin typeface="+mj-lt"/>
                <a:cs typeface="+mn-cs"/>
              </a:rPr>
              <a:t>2025-2026 الفصل الأول</a:t>
            </a:r>
            <a:endParaRPr lang="en-GB" b="1" dirty="0">
              <a:solidFill>
                <a:schemeClr val="bg2">
                  <a:lumMod val="50000"/>
                </a:schemeClr>
              </a:solidFill>
              <a:latin typeface="+mj-lt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161A3A-4D9F-542C-FD4C-622415AA5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3602" y="0"/>
            <a:ext cx="2040398" cy="101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238;p42">
            <a:extLst>
              <a:ext uri="{FF2B5EF4-FFF2-40B4-BE49-F238E27FC236}">
                <a16:creationId xmlns:a16="http://schemas.microsoft.com/office/drawing/2014/main" id="{252CF7A4-9000-0BD7-5C1E-ACEDF6DB5B41}"/>
              </a:ext>
            </a:extLst>
          </p:cNvPr>
          <p:cNvSpPr txBox="1">
            <a:spLocks/>
          </p:cNvSpPr>
          <p:nvPr/>
        </p:nvSpPr>
        <p:spPr>
          <a:xfrm>
            <a:off x="4405817" y="77454"/>
            <a:ext cx="2756400" cy="858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6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xo"/>
              <a:buNone/>
              <a:defRPr sz="18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xo"/>
              <a:buNone/>
              <a:defRPr sz="18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xo"/>
              <a:buNone/>
              <a:defRPr sz="18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xo"/>
              <a:buNone/>
              <a:defRPr sz="18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xo"/>
              <a:buNone/>
              <a:defRPr sz="18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xo"/>
              <a:buNone/>
              <a:defRPr sz="18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xo"/>
              <a:buNone/>
              <a:defRPr sz="18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xo"/>
              <a:buNone/>
              <a:defRPr sz="18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pPr marL="0" indent="0"/>
            <a:r>
              <a:rPr lang="ar-EG" dirty="0"/>
              <a:t>كلية هندسة الحاسوب و المعلوماتية</a:t>
            </a:r>
            <a:br>
              <a:rPr lang="ar-EG" dirty="0"/>
            </a:br>
            <a:r>
              <a:rPr lang="ar-EG" dirty="0"/>
              <a:t>قسم هندسة البرمجيات و نظم المعلومات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38"/>
          <p:cNvSpPr txBox="1">
            <a:spLocks noGrp="1"/>
          </p:cNvSpPr>
          <p:nvPr>
            <p:ph type="title"/>
          </p:nvPr>
        </p:nvSpPr>
        <p:spPr>
          <a:xfrm>
            <a:off x="3283850" y="270224"/>
            <a:ext cx="2576200" cy="59107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ar-LB" sz="3200" b="1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أهمية المشروع</a:t>
            </a:r>
            <a:endParaRPr kumimoji="0" lang="en-GB" sz="3200" b="1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10" name="Google Shape;1110;p38"/>
          <p:cNvSpPr txBox="1">
            <a:spLocks noGrp="1"/>
          </p:cNvSpPr>
          <p:nvPr>
            <p:ph type="subTitle" idx="1"/>
          </p:nvPr>
        </p:nvSpPr>
        <p:spPr>
          <a:xfrm>
            <a:off x="1908371" y="985193"/>
            <a:ext cx="5338646" cy="41919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32B"/>
              </a:buClr>
              <a:buSzTx/>
              <a:buFont typeface="+mj-lt"/>
              <a:buAutoNum type="arabicPeriod"/>
              <a:tabLst/>
              <a:defRPr/>
            </a:pPr>
            <a:r>
              <a:rPr kumimoji="0" lang="ar-LB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رفع كفاءة التعلم وجاذبيته: يوفر بيئة تعليمية محفزة وممتعة للأطفال</a:t>
            </a:r>
            <a:r>
              <a:rPr lang="ar-EG" dirty="0">
                <a:solidFill>
                  <a:schemeClr val="bg2">
                    <a:lumMod val="50000"/>
                  </a:schemeClr>
                </a:solidFill>
                <a:latin typeface="Arial"/>
                <a:cs typeface="Arial"/>
                <a:sym typeface="Arial"/>
              </a:rPr>
              <a:t> من عمر 8-14</a:t>
            </a:r>
            <a:r>
              <a:rPr kumimoji="0" lang="ar-LB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، مما يزيد من تفاعلهم ورغبتهم في التعلم، ويتغلب على الملل المصاحب للطرق التقليدية.</a:t>
            </a: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32B"/>
              </a:buClr>
              <a:buSzTx/>
              <a:buFont typeface="+mj-lt"/>
              <a:buAutoNum type="arabicPeriod"/>
              <a:tabLst/>
              <a:defRPr/>
            </a:pPr>
            <a:r>
              <a:rPr kumimoji="0" lang="ar-LB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تطوير المهارات اللغوية المبكرة: يركز على بناء أساس قوي في اللغة الإنجليزية، خاصة في المفردات، والنطق، والاستماع، وهي مهارات ضرورية في المراحل التعليمية الأولى.</a:t>
            </a: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32B"/>
              </a:buClr>
              <a:buSzTx/>
              <a:buFont typeface="+mj-lt"/>
              <a:buAutoNum type="arabicPeriod"/>
              <a:tabLst/>
              <a:defRPr/>
            </a:pPr>
            <a:r>
              <a:rPr kumimoji="0" lang="ar-LB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ضمان حداثة المحتوى واستمراريته: تمكين مُضيف المحتوى من إضافة وتحديث المراحل والألعاب بسهولة عبر لوحة التحكم، مما يضمن بقاء المحتوى مواكبًا للمناهج التعليمية الحديثة.</a:t>
            </a: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32B"/>
              </a:buClr>
              <a:buSzTx/>
              <a:buFont typeface="+mj-lt"/>
              <a:buAutoNum type="arabicPeriod"/>
              <a:tabLst/>
              <a:defRPr/>
            </a:pPr>
            <a:r>
              <a:rPr kumimoji="0" lang="ar-LB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تمكين الإشراف والمتابعة الأبوية/الإدارية: تتيح لوحة التحكم للمدير ومقدمي الرعاية تتبع تقدم الطفل بشكل دقيق وتحديد نقاط القوة والضعف، مما يسهل عملية التوجيه الشخصي.</a:t>
            </a: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32B"/>
              </a:buClr>
              <a:buSzTx/>
              <a:buFont typeface="+mj-lt"/>
              <a:buAutoNum type="arabicPeriod"/>
              <a:tabLst/>
              <a:defRPr/>
            </a:pPr>
            <a:r>
              <a:rPr kumimoji="0" lang="ar-LB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قابلية الوصول والتوسع: يوفر حلًا تعليميًا مرنًا ومتاحًا عبر الأجهزة الذكية، مما يوسع نطاق الوصول إلى تعليم اللغة الإنجليزية عالي الجودة بغض النظر عن الموقع الجغرافي.</a:t>
            </a:r>
          </a:p>
        </p:txBody>
      </p:sp>
      <p:cxnSp>
        <p:nvCxnSpPr>
          <p:cNvPr id="1111" name="Google Shape;1111;p38"/>
          <p:cNvCxnSpPr/>
          <p:nvPr/>
        </p:nvCxnSpPr>
        <p:spPr>
          <a:xfrm>
            <a:off x="3016000" y="936560"/>
            <a:ext cx="311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12" name="Google Shape;1112;p38"/>
          <p:cNvGrpSpPr/>
          <p:nvPr/>
        </p:nvGrpSpPr>
        <p:grpSpPr>
          <a:xfrm flipH="1">
            <a:off x="644730" y="3467075"/>
            <a:ext cx="1083645" cy="1354938"/>
            <a:chOff x="4928489" y="1985645"/>
            <a:chExt cx="327405" cy="409384"/>
          </a:xfrm>
        </p:grpSpPr>
        <p:grpSp>
          <p:nvGrpSpPr>
            <p:cNvPr id="1113" name="Google Shape;1113;p38"/>
            <p:cNvGrpSpPr/>
            <p:nvPr/>
          </p:nvGrpSpPr>
          <p:grpSpPr>
            <a:xfrm>
              <a:off x="4928489" y="1985645"/>
              <a:ext cx="327405" cy="409384"/>
              <a:chOff x="4928489" y="1985645"/>
              <a:chExt cx="327405" cy="409384"/>
            </a:xfrm>
          </p:grpSpPr>
          <p:sp>
            <p:nvSpPr>
              <p:cNvPr id="1114" name="Google Shape;1114;p38"/>
              <p:cNvSpPr/>
              <p:nvPr/>
            </p:nvSpPr>
            <p:spPr>
              <a:xfrm>
                <a:off x="4928489" y="1985645"/>
                <a:ext cx="327405" cy="327405"/>
              </a:xfrm>
              <a:custGeom>
                <a:avLst/>
                <a:gdLst/>
                <a:ahLst/>
                <a:cxnLst/>
                <a:rect l="l" t="t" r="r" b="b"/>
                <a:pathLst>
                  <a:path w="327405" h="327405" extrusionOk="0">
                    <a:moveTo>
                      <a:pt x="327406" y="163703"/>
                    </a:moveTo>
                    <a:cubicBezTo>
                      <a:pt x="327406" y="254114"/>
                      <a:pt x="254114" y="327406"/>
                      <a:pt x="163703" y="327406"/>
                    </a:cubicBezTo>
                    <a:cubicBezTo>
                      <a:pt x="73292" y="327406"/>
                      <a:pt x="0" y="254114"/>
                      <a:pt x="0" y="163703"/>
                    </a:cubicBezTo>
                    <a:cubicBezTo>
                      <a:pt x="0" y="73292"/>
                      <a:pt x="73292" y="0"/>
                      <a:pt x="163703" y="0"/>
                    </a:cubicBezTo>
                    <a:cubicBezTo>
                      <a:pt x="254114" y="0"/>
                      <a:pt x="327406" y="73293"/>
                      <a:pt x="327406" y="16370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5" name="Google Shape;1115;p38"/>
              <p:cNvSpPr/>
              <p:nvPr/>
            </p:nvSpPr>
            <p:spPr>
              <a:xfrm>
                <a:off x="5115814" y="2255075"/>
                <a:ext cx="94424" cy="139954"/>
              </a:xfrm>
              <a:custGeom>
                <a:avLst/>
                <a:gdLst/>
                <a:ahLst/>
                <a:cxnLst/>
                <a:rect l="l" t="t" r="r" b="b"/>
                <a:pathLst>
                  <a:path w="94424" h="139954" extrusionOk="0">
                    <a:moveTo>
                      <a:pt x="65405" y="0"/>
                    </a:moveTo>
                    <a:lnTo>
                      <a:pt x="94424" y="139954"/>
                    </a:lnTo>
                    <a:lnTo>
                      <a:pt x="0" y="374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16" name="Google Shape;1116;p38"/>
            <p:cNvGrpSpPr/>
            <p:nvPr/>
          </p:nvGrpSpPr>
          <p:grpSpPr>
            <a:xfrm>
              <a:off x="4987797" y="2038985"/>
              <a:ext cx="208788" cy="215392"/>
              <a:chOff x="4987797" y="2038985"/>
              <a:chExt cx="208788" cy="215392"/>
            </a:xfrm>
          </p:grpSpPr>
          <p:grpSp>
            <p:nvGrpSpPr>
              <p:cNvPr id="1117" name="Google Shape;1117;p38"/>
              <p:cNvGrpSpPr/>
              <p:nvPr/>
            </p:nvGrpSpPr>
            <p:grpSpPr>
              <a:xfrm>
                <a:off x="5040823" y="2090106"/>
                <a:ext cx="102740" cy="164271"/>
                <a:chOff x="5040823" y="2090106"/>
                <a:chExt cx="102740" cy="164271"/>
              </a:xfrm>
            </p:grpSpPr>
            <p:sp>
              <p:nvSpPr>
                <p:cNvPr id="1118" name="Google Shape;1118;p38"/>
                <p:cNvSpPr/>
                <p:nvPr/>
              </p:nvSpPr>
              <p:spPr>
                <a:xfrm>
                  <a:off x="5040823" y="2090106"/>
                  <a:ext cx="102740" cy="1266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740" h="126615" extrusionOk="0">
                      <a:moveTo>
                        <a:pt x="102740" y="51368"/>
                      </a:moveTo>
                      <a:cubicBezTo>
                        <a:pt x="102740" y="21078"/>
                        <a:pt x="76515" y="-3051"/>
                        <a:pt x="45527" y="314"/>
                      </a:cubicBezTo>
                      <a:cubicBezTo>
                        <a:pt x="22730" y="2854"/>
                        <a:pt x="3934" y="20888"/>
                        <a:pt x="569" y="43621"/>
                      </a:cubicBezTo>
                      <a:cubicBezTo>
                        <a:pt x="-1590" y="58353"/>
                        <a:pt x="2537" y="72069"/>
                        <a:pt x="10602" y="82546"/>
                      </a:cubicBezTo>
                      <a:cubicBezTo>
                        <a:pt x="16634" y="90421"/>
                        <a:pt x="21142" y="99374"/>
                        <a:pt x="23048" y="109153"/>
                      </a:cubicBezTo>
                      <a:lnTo>
                        <a:pt x="25461" y="121599"/>
                      </a:lnTo>
                      <a:cubicBezTo>
                        <a:pt x="26032" y="124520"/>
                        <a:pt x="28572" y="126615"/>
                        <a:pt x="31557" y="126615"/>
                      </a:cubicBezTo>
                      <a:lnTo>
                        <a:pt x="71117" y="126615"/>
                      </a:lnTo>
                      <a:cubicBezTo>
                        <a:pt x="74102" y="126615"/>
                        <a:pt x="76642" y="124520"/>
                        <a:pt x="77213" y="121599"/>
                      </a:cubicBezTo>
                      <a:lnTo>
                        <a:pt x="79626" y="109153"/>
                      </a:lnTo>
                      <a:cubicBezTo>
                        <a:pt x="81531" y="99374"/>
                        <a:pt x="86103" y="90357"/>
                        <a:pt x="92136" y="82483"/>
                      </a:cubicBezTo>
                      <a:cubicBezTo>
                        <a:pt x="98803" y="73847"/>
                        <a:pt x="102740" y="63052"/>
                        <a:pt x="102740" y="5136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19" name="Google Shape;1119;p38"/>
                <p:cNvGrpSpPr/>
                <p:nvPr/>
              </p:nvGrpSpPr>
              <p:grpSpPr>
                <a:xfrm>
                  <a:off x="5067490" y="2216721"/>
                  <a:ext cx="48260" cy="37656"/>
                  <a:chOff x="5067490" y="2216721"/>
                  <a:chExt cx="48260" cy="37656"/>
                </a:xfrm>
              </p:grpSpPr>
              <p:sp>
                <p:nvSpPr>
                  <p:cNvPr id="1120" name="Google Shape;1120;p38"/>
                  <p:cNvSpPr/>
                  <p:nvPr/>
                </p:nvSpPr>
                <p:spPr>
                  <a:xfrm>
                    <a:off x="5075999" y="2236216"/>
                    <a:ext cx="31369" cy="181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369" h="18161" extrusionOk="0">
                        <a:moveTo>
                          <a:pt x="31369" y="9080"/>
                        </a:moveTo>
                        <a:cubicBezTo>
                          <a:pt x="31369" y="14095"/>
                          <a:pt x="24347" y="18161"/>
                          <a:pt x="15685" y="18161"/>
                        </a:cubicBezTo>
                        <a:cubicBezTo>
                          <a:pt x="7022" y="18161"/>
                          <a:pt x="0" y="14095"/>
                          <a:pt x="0" y="9080"/>
                        </a:cubicBezTo>
                        <a:cubicBezTo>
                          <a:pt x="0" y="4065"/>
                          <a:pt x="7022" y="0"/>
                          <a:pt x="15685" y="0"/>
                        </a:cubicBezTo>
                        <a:cubicBezTo>
                          <a:pt x="24347" y="0"/>
                          <a:pt x="31369" y="4065"/>
                          <a:pt x="31369" y="908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1" name="Google Shape;1121;p38"/>
                  <p:cNvSpPr/>
                  <p:nvPr/>
                </p:nvSpPr>
                <p:spPr>
                  <a:xfrm>
                    <a:off x="5067490" y="2216721"/>
                    <a:ext cx="48260" cy="312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260" h="31242" extrusionOk="0">
                        <a:moveTo>
                          <a:pt x="42164" y="31242"/>
                        </a:moveTo>
                        <a:lnTo>
                          <a:pt x="6159" y="31242"/>
                        </a:lnTo>
                        <a:cubicBezTo>
                          <a:pt x="2794" y="31242"/>
                          <a:pt x="0" y="28511"/>
                          <a:pt x="0" y="25083"/>
                        </a:cubicBezTo>
                        <a:lnTo>
                          <a:pt x="0" y="3746"/>
                        </a:lnTo>
                        <a:cubicBezTo>
                          <a:pt x="0" y="1651"/>
                          <a:pt x="1651" y="0"/>
                          <a:pt x="3746" y="0"/>
                        </a:cubicBezTo>
                        <a:lnTo>
                          <a:pt x="44513" y="0"/>
                        </a:lnTo>
                        <a:cubicBezTo>
                          <a:pt x="46609" y="0"/>
                          <a:pt x="48260" y="1651"/>
                          <a:pt x="48260" y="3746"/>
                        </a:cubicBezTo>
                        <a:lnTo>
                          <a:pt x="48260" y="25083"/>
                        </a:lnTo>
                        <a:cubicBezTo>
                          <a:pt x="48323" y="28511"/>
                          <a:pt x="45593" y="31242"/>
                          <a:pt x="42164" y="3124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122" name="Google Shape;1122;p38"/>
                <p:cNvSpPr/>
                <p:nvPr/>
              </p:nvSpPr>
              <p:spPr>
                <a:xfrm>
                  <a:off x="5061077" y="2136838"/>
                  <a:ext cx="62483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83" h="23812" extrusionOk="0">
                      <a:moveTo>
                        <a:pt x="60960" y="23813"/>
                      </a:moveTo>
                      <a:cubicBezTo>
                        <a:pt x="58039" y="23813"/>
                        <a:pt x="55499" y="22479"/>
                        <a:pt x="53530" y="20002"/>
                      </a:cubicBezTo>
                      <a:cubicBezTo>
                        <a:pt x="51562" y="22479"/>
                        <a:pt x="49022" y="23813"/>
                        <a:pt x="46101" y="23813"/>
                      </a:cubicBezTo>
                      <a:cubicBezTo>
                        <a:pt x="43116" y="23813"/>
                        <a:pt x="40640" y="22479"/>
                        <a:pt x="38671" y="20002"/>
                      </a:cubicBezTo>
                      <a:cubicBezTo>
                        <a:pt x="36703" y="22479"/>
                        <a:pt x="34163" y="23813"/>
                        <a:pt x="31242" y="23813"/>
                      </a:cubicBezTo>
                      <a:cubicBezTo>
                        <a:pt x="28321" y="23813"/>
                        <a:pt x="25781" y="22479"/>
                        <a:pt x="23813" y="20002"/>
                      </a:cubicBezTo>
                      <a:cubicBezTo>
                        <a:pt x="21844" y="22479"/>
                        <a:pt x="19304" y="23813"/>
                        <a:pt x="16383" y="23813"/>
                      </a:cubicBezTo>
                      <a:cubicBezTo>
                        <a:pt x="13462" y="23813"/>
                        <a:pt x="10922" y="22479"/>
                        <a:pt x="8953" y="20002"/>
                      </a:cubicBezTo>
                      <a:cubicBezTo>
                        <a:pt x="6985" y="22479"/>
                        <a:pt x="4445" y="23813"/>
                        <a:pt x="1524" y="23813"/>
                      </a:cubicBezTo>
                      <a:cubicBezTo>
                        <a:pt x="698" y="23813"/>
                        <a:pt x="0" y="23114"/>
                        <a:pt x="0" y="22288"/>
                      </a:cubicBezTo>
                      <a:cubicBezTo>
                        <a:pt x="0" y="21463"/>
                        <a:pt x="698" y="20764"/>
                        <a:pt x="1524" y="20764"/>
                      </a:cubicBezTo>
                      <a:cubicBezTo>
                        <a:pt x="4064" y="20764"/>
                        <a:pt x="5905" y="19304"/>
                        <a:pt x="7239" y="17208"/>
                      </a:cubicBezTo>
                      <a:cubicBezTo>
                        <a:pt x="6159" y="14986"/>
                        <a:pt x="5270" y="12319"/>
                        <a:pt x="4699" y="9080"/>
                      </a:cubicBezTo>
                      <a:cubicBezTo>
                        <a:pt x="4191" y="6223"/>
                        <a:pt x="4826" y="3111"/>
                        <a:pt x="6223" y="1397"/>
                      </a:cubicBezTo>
                      <a:cubicBezTo>
                        <a:pt x="7176" y="254"/>
                        <a:pt x="8255" y="0"/>
                        <a:pt x="8953" y="0"/>
                      </a:cubicBezTo>
                      <a:cubicBezTo>
                        <a:pt x="9652" y="0"/>
                        <a:pt x="10732" y="254"/>
                        <a:pt x="11684" y="1397"/>
                      </a:cubicBezTo>
                      <a:cubicBezTo>
                        <a:pt x="13145" y="3111"/>
                        <a:pt x="13716" y="6160"/>
                        <a:pt x="13208" y="9080"/>
                      </a:cubicBezTo>
                      <a:cubicBezTo>
                        <a:pt x="12636" y="12319"/>
                        <a:pt x="11811" y="14986"/>
                        <a:pt x="10668" y="17208"/>
                      </a:cubicBezTo>
                      <a:cubicBezTo>
                        <a:pt x="12001" y="19240"/>
                        <a:pt x="13843" y="20764"/>
                        <a:pt x="16383" y="20764"/>
                      </a:cubicBezTo>
                      <a:cubicBezTo>
                        <a:pt x="18923" y="20764"/>
                        <a:pt x="20764" y="19304"/>
                        <a:pt x="22098" y="17208"/>
                      </a:cubicBezTo>
                      <a:cubicBezTo>
                        <a:pt x="20955" y="14986"/>
                        <a:pt x="20129" y="12319"/>
                        <a:pt x="19558" y="9080"/>
                      </a:cubicBezTo>
                      <a:cubicBezTo>
                        <a:pt x="19050" y="6223"/>
                        <a:pt x="19685" y="3111"/>
                        <a:pt x="21082" y="1397"/>
                      </a:cubicBezTo>
                      <a:cubicBezTo>
                        <a:pt x="22034" y="254"/>
                        <a:pt x="23114" y="0"/>
                        <a:pt x="23813" y="0"/>
                      </a:cubicBezTo>
                      <a:cubicBezTo>
                        <a:pt x="24511" y="0"/>
                        <a:pt x="25590" y="254"/>
                        <a:pt x="26543" y="1397"/>
                      </a:cubicBezTo>
                      <a:cubicBezTo>
                        <a:pt x="28003" y="3111"/>
                        <a:pt x="28575" y="6160"/>
                        <a:pt x="28067" y="9080"/>
                      </a:cubicBezTo>
                      <a:cubicBezTo>
                        <a:pt x="27495" y="12319"/>
                        <a:pt x="26670" y="14986"/>
                        <a:pt x="25527" y="17208"/>
                      </a:cubicBezTo>
                      <a:cubicBezTo>
                        <a:pt x="26860" y="19240"/>
                        <a:pt x="28702" y="20764"/>
                        <a:pt x="31242" y="20764"/>
                      </a:cubicBezTo>
                      <a:cubicBezTo>
                        <a:pt x="33782" y="20764"/>
                        <a:pt x="35623" y="19304"/>
                        <a:pt x="36957" y="17208"/>
                      </a:cubicBezTo>
                      <a:cubicBezTo>
                        <a:pt x="35877" y="14986"/>
                        <a:pt x="34989" y="12319"/>
                        <a:pt x="34417" y="9080"/>
                      </a:cubicBezTo>
                      <a:cubicBezTo>
                        <a:pt x="33909" y="6223"/>
                        <a:pt x="34544" y="3111"/>
                        <a:pt x="35941" y="1397"/>
                      </a:cubicBezTo>
                      <a:cubicBezTo>
                        <a:pt x="36893" y="254"/>
                        <a:pt x="37973" y="0"/>
                        <a:pt x="38671" y="0"/>
                      </a:cubicBezTo>
                      <a:cubicBezTo>
                        <a:pt x="39370" y="0"/>
                        <a:pt x="40449" y="254"/>
                        <a:pt x="41402" y="1397"/>
                      </a:cubicBezTo>
                      <a:cubicBezTo>
                        <a:pt x="42863" y="3111"/>
                        <a:pt x="43434" y="6160"/>
                        <a:pt x="42926" y="9080"/>
                      </a:cubicBezTo>
                      <a:cubicBezTo>
                        <a:pt x="42354" y="12319"/>
                        <a:pt x="41529" y="14986"/>
                        <a:pt x="40386" y="17208"/>
                      </a:cubicBezTo>
                      <a:cubicBezTo>
                        <a:pt x="41720" y="19240"/>
                        <a:pt x="43561" y="20764"/>
                        <a:pt x="46101" y="20764"/>
                      </a:cubicBezTo>
                      <a:cubicBezTo>
                        <a:pt x="48641" y="20764"/>
                        <a:pt x="50482" y="19304"/>
                        <a:pt x="51816" y="17208"/>
                      </a:cubicBezTo>
                      <a:cubicBezTo>
                        <a:pt x="50673" y="14986"/>
                        <a:pt x="49847" y="12319"/>
                        <a:pt x="49276" y="9080"/>
                      </a:cubicBezTo>
                      <a:cubicBezTo>
                        <a:pt x="48768" y="6223"/>
                        <a:pt x="49403" y="3111"/>
                        <a:pt x="50800" y="1397"/>
                      </a:cubicBezTo>
                      <a:cubicBezTo>
                        <a:pt x="51752" y="254"/>
                        <a:pt x="52832" y="0"/>
                        <a:pt x="53530" y="0"/>
                      </a:cubicBezTo>
                      <a:cubicBezTo>
                        <a:pt x="54229" y="0"/>
                        <a:pt x="55308" y="254"/>
                        <a:pt x="56261" y="1397"/>
                      </a:cubicBezTo>
                      <a:cubicBezTo>
                        <a:pt x="57721" y="3111"/>
                        <a:pt x="58293" y="6160"/>
                        <a:pt x="57785" y="9080"/>
                      </a:cubicBezTo>
                      <a:cubicBezTo>
                        <a:pt x="57214" y="12319"/>
                        <a:pt x="56388" y="14986"/>
                        <a:pt x="55245" y="17208"/>
                      </a:cubicBezTo>
                      <a:cubicBezTo>
                        <a:pt x="56578" y="19240"/>
                        <a:pt x="58420" y="20764"/>
                        <a:pt x="60960" y="20764"/>
                      </a:cubicBezTo>
                      <a:cubicBezTo>
                        <a:pt x="61785" y="20764"/>
                        <a:pt x="62484" y="21463"/>
                        <a:pt x="62484" y="22288"/>
                      </a:cubicBezTo>
                      <a:cubicBezTo>
                        <a:pt x="62484" y="23114"/>
                        <a:pt x="61785" y="23813"/>
                        <a:pt x="60960" y="23813"/>
                      </a:cubicBezTo>
                      <a:close/>
                      <a:moveTo>
                        <a:pt x="8763" y="3111"/>
                      </a:moveTo>
                      <a:cubicBezTo>
                        <a:pt x="8699" y="3111"/>
                        <a:pt x="8509" y="3238"/>
                        <a:pt x="8382" y="3429"/>
                      </a:cubicBezTo>
                      <a:cubicBezTo>
                        <a:pt x="7683" y="4318"/>
                        <a:pt x="7112" y="6413"/>
                        <a:pt x="7493" y="8636"/>
                      </a:cubicBezTo>
                      <a:cubicBezTo>
                        <a:pt x="7747" y="10096"/>
                        <a:pt x="8128" y="11938"/>
                        <a:pt x="8763" y="13652"/>
                      </a:cubicBezTo>
                      <a:cubicBezTo>
                        <a:pt x="9398" y="11874"/>
                        <a:pt x="9779" y="10096"/>
                        <a:pt x="10033" y="8636"/>
                      </a:cubicBezTo>
                      <a:cubicBezTo>
                        <a:pt x="10414" y="6413"/>
                        <a:pt x="9842" y="4318"/>
                        <a:pt x="9144" y="3429"/>
                      </a:cubicBezTo>
                      <a:cubicBezTo>
                        <a:pt x="8953" y="3238"/>
                        <a:pt x="8826" y="3111"/>
                        <a:pt x="8763" y="3111"/>
                      </a:cubicBezTo>
                      <a:close/>
                      <a:moveTo>
                        <a:pt x="23685" y="3111"/>
                      </a:moveTo>
                      <a:cubicBezTo>
                        <a:pt x="23622" y="3111"/>
                        <a:pt x="23432" y="3238"/>
                        <a:pt x="23304" y="3429"/>
                      </a:cubicBezTo>
                      <a:cubicBezTo>
                        <a:pt x="22606" y="4318"/>
                        <a:pt x="22034" y="6413"/>
                        <a:pt x="22415" y="8636"/>
                      </a:cubicBezTo>
                      <a:cubicBezTo>
                        <a:pt x="22670" y="10096"/>
                        <a:pt x="23051" y="11938"/>
                        <a:pt x="23685" y="13652"/>
                      </a:cubicBezTo>
                      <a:cubicBezTo>
                        <a:pt x="24320" y="11874"/>
                        <a:pt x="24701" y="10096"/>
                        <a:pt x="24955" y="8636"/>
                      </a:cubicBezTo>
                      <a:cubicBezTo>
                        <a:pt x="25336" y="6413"/>
                        <a:pt x="24765" y="4318"/>
                        <a:pt x="24066" y="3429"/>
                      </a:cubicBezTo>
                      <a:cubicBezTo>
                        <a:pt x="23876" y="3238"/>
                        <a:pt x="23749" y="3111"/>
                        <a:pt x="23685" y="3111"/>
                      </a:cubicBezTo>
                      <a:close/>
                      <a:moveTo>
                        <a:pt x="53467" y="3111"/>
                      </a:moveTo>
                      <a:cubicBezTo>
                        <a:pt x="53403" y="3111"/>
                        <a:pt x="53213" y="3238"/>
                        <a:pt x="53086" y="3429"/>
                      </a:cubicBezTo>
                      <a:cubicBezTo>
                        <a:pt x="52388" y="4318"/>
                        <a:pt x="51816" y="6413"/>
                        <a:pt x="52197" y="8636"/>
                      </a:cubicBezTo>
                      <a:cubicBezTo>
                        <a:pt x="52451" y="10096"/>
                        <a:pt x="52832" y="11938"/>
                        <a:pt x="53467" y="13652"/>
                      </a:cubicBezTo>
                      <a:cubicBezTo>
                        <a:pt x="54102" y="11874"/>
                        <a:pt x="54483" y="10096"/>
                        <a:pt x="54737" y="8636"/>
                      </a:cubicBezTo>
                      <a:cubicBezTo>
                        <a:pt x="55118" y="6413"/>
                        <a:pt x="54546" y="4318"/>
                        <a:pt x="53848" y="3429"/>
                      </a:cubicBezTo>
                      <a:cubicBezTo>
                        <a:pt x="53721" y="3238"/>
                        <a:pt x="53530" y="3111"/>
                        <a:pt x="53467" y="3111"/>
                      </a:cubicBezTo>
                      <a:close/>
                      <a:moveTo>
                        <a:pt x="38545" y="3111"/>
                      </a:moveTo>
                      <a:cubicBezTo>
                        <a:pt x="38481" y="3111"/>
                        <a:pt x="38290" y="3238"/>
                        <a:pt x="38164" y="3429"/>
                      </a:cubicBezTo>
                      <a:cubicBezTo>
                        <a:pt x="37465" y="4318"/>
                        <a:pt x="36893" y="6413"/>
                        <a:pt x="37274" y="8636"/>
                      </a:cubicBezTo>
                      <a:cubicBezTo>
                        <a:pt x="37528" y="10096"/>
                        <a:pt x="37909" y="11938"/>
                        <a:pt x="38545" y="13652"/>
                      </a:cubicBezTo>
                      <a:cubicBezTo>
                        <a:pt x="39179" y="11874"/>
                        <a:pt x="39560" y="10096"/>
                        <a:pt x="39814" y="8636"/>
                      </a:cubicBezTo>
                      <a:cubicBezTo>
                        <a:pt x="40195" y="6413"/>
                        <a:pt x="39624" y="4318"/>
                        <a:pt x="38926" y="3429"/>
                      </a:cubicBezTo>
                      <a:cubicBezTo>
                        <a:pt x="38798" y="3238"/>
                        <a:pt x="38671" y="3111"/>
                        <a:pt x="38545" y="311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23" name="Google Shape;1123;p38"/>
              <p:cNvGrpSpPr/>
              <p:nvPr/>
            </p:nvGrpSpPr>
            <p:grpSpPr>
              <a:xfrm>
                <a:off x="4987797" y="2038985"/>
                <a:ext cx="208788" cy="109791"/>
                <a:chOff x="4987797" y="2038985"/>
                <a:chExt cx="208788" cy="109791"/>
              </a:xfrm>
            </p:grpSpPr>
            <p:sp>
              <p:nvSpPr>
                <p:cNvPr id="1124" name="Google Shape;1124;p38"/>
                <p:cNvSpPr/>
                <p:nvPr/>
              </p:nvSpPr>
              <p:spPr>
                <a:xfrm>
                  <a:off x="5086794" y="2038985"/>
                  <a:ext cx="10795" cy="439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5" h="43941" extrusionOk="0">
                      <a:moveTo>
                        <a:pt x="5397" y="43942"/>
                      </a:moveTo>
                      <a:cubicBezTo>
                        <a:pt x="2413" y="43942"/>
                        <a:pt x="0" y="41529"/>
                        <a:pt x="0" y="38545"/>
                      </a:cubicBezTo>
                      <a:lnTo>
                        <a:pt x="0" y="5398"/>
                      </a:lnTo>
                      <a:cubicBezTo>
                        <a:pt x="0" y="2413"/>
                        <a:pt x="2413" y="0"/>
                        <a:pt x="5397" y="0"/>
                      </a:cubicBezTo>
                      <a:cubicBezTo>
                        <a:pt x="8382" y="0"/>
                        <a:pt x="10795" y="2413"/>
                        <a:pt x="10795" y="5398"/>
                      </a:cubicBezTo>
                      <a:lnTo>
                        <a:pt x="10795" y="38545"/>
                      </a:lnTo>
                      <a:cubicBezTo>
                        <a:pt x="10795" y="41529"/>
                        <a:pt x="8382" y="43942"/>
                        <a:pt x="5397" y="4394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25" name="Google Shape;1125;p38"/>
                <p:cNvSpPr/>
                <p:nvPr/>
              </p:nvSpPr>
              <p:spPr>
                <a:xfrm>
                  <a:off x="5037281" y="2052174"/>
                  <a:ext cx="27462" cy="395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62" h="39579" extrusionOk="0">
                      <a:moveTo>
                        <a:pt x="22018" y="39579"/>
                      </a:moveTo>
                      <a:cubicBezTo>
                        <a:pt x="20113" y="39579"/>
                        <a:pt x="18335" y="38627"/>
                        <a:pt x="17319" y="36849"/>
                      </a:cubicBezTo>
                      <a:lnTo>
                        <a:pt x="746" y="8147"/>
                      </a:lnTo>
                      <a:cubicBezTo>
                        <a:pt x="-778" y="5543"/>
                        <a:pt x="110" y="2241"/>
                        <a:pt x="2714" y="717"/>
                      </a:cubicBezTo>
                      <a:cubicBezTo>
                        <a:pt x="5317" y="-743"/>
                        <a:pt x="8620" y="82"/>
                        <a:pt x="10143" y="2686"/>
                      </a:cubicBezTo>
                      <a:lnTo>
                        <a:pt x="26717" y="31388"/>
                      </a:lnTo>
                      <a:cubicBezTo>
                        <a:pt x="28241" y="33991"/>
                        <a:pt x="27352" y="37293"/>
                        <a:pt x="24748" y="38817"/>
                      </a:cubicBezTo>
                      <a:cubicBezTo>
                        <a:pt x="23860" y="39325"/>
                        <a:pt x="22907" y="39579"/>
                        <a:pt x="22018" y="3957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26" name="Google Shape;1126;p38"/>
                <p:cNvSpPr/>
                <p:nvPr/>
              </p:nvSpPr>
              <p:spPr>
                <a:xfrm>
                  <a:off x="5001022" y="2088404"/>
                  <a:ext cx="39591" cy="274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91" h="27415" extrusionOk="0">
                      <a:moveTo>
                        <a:pt x="34147" y="27416"/>
                      </a:moveTo>
                      <a:cubicBezTo>
                        <a:pt x="33257" y="27416"/>
                        <a:pt x="32305" y="27162"/>
                        <a:pt x="31416" y="26717"/>
                      </a:cubicBezTo>
                      <a:lnTo>
                        <a:pt x="2714" y="10144"/>
                      </a:lnTo>
                      <a:cubicBezTo>
                        <a:pt x="111" y="8619"/>
                        <a:pt x="-778" y="5318"/>
                        <a:pt x="745" y="2714"/>
                      </a:cubicBezTo>
                      <a:cubicBezTo>
                        <a:pt x="2269" y="110"/>
                        <a:pt x="5572" y="-778"/>
                        <a:pt x="8175" y="746"/>
                      </a:cubicBezTo>
                      <a:lnTo>
                        <a:pt x="36877" y="17319"/>
                      </a:lnTo>
                      <a:cubicBezTo>
                        <a:pt x="39481" y="18843"/>
                        <a:pt x="40369" y="22145"/>
                        <a:pt x="38845" y="24749"/>
                      </a:cubicBezTo>
                      <a:cubicBezTo>
                        <a:pt x="37830" y="26463"/>
                        <a:pt x="36051" y="27416"/>
                        <a:pt x="34147" y="2741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27" name="Google Shape;1127;p38"/>
                <p:cNvSpPr/>
                <p:nvPr/>
              </p:nvSpPr>
              <p:spPr>
                <a:xfrm>
                  <a:off x="4987797" y="2137981"/>
                  <a:ext cx="43942" cy="107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42" h="10795" extrusionOk="0">
                      <a:moveTo>
                        <a:pt x="38545" y="10795"/>
                      </a:moveTo>
                      <a:lnTo>
                        <a:pt x="5398" y="10795"/>
                      </a:lnTo>
                      <a:cubicBezTo>
                        <a:pt x="2413" y="10795"/>
                        <a:pt x="0" y="8382"/>
                        <a:pt x="0" y="5398"/>
                      </a:cubicBezTo>
                      <a:cubicBezTo>
                        <a:pt x="0" y="2413"/>
                        <a:pt x="2413" y="0"/>
                        <a:pt x="5398" y="0"/>
                      </a:cubicBezTo>
                      <a:lnTo>
                        <a:pt x="38545" y="0"/>
                      </a:lnTo>
                      <a:cubicBezTo>
                        <a:pt x="41529" y="0"/>
                        <a:pt x="43942" y="2413"/>
                        <a:pt x="43942" y="5398"/>
                      </a:cubicBezTo>
                      <a:cubicBezTo>
                        <a:pt x="43942" y="8382"/>
                        <a:pt x="41529" y="10795"/>
                        <a:pt x="38545" y="107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28" name="Google Shape;1128;p38"/>
                <p:cNvSpPr/>
                <p:nvPr/>
              </p:nvSpPr>
              <p:spPr>
                <a:xfrm>
                  <a:off x="5152644" y="2137981"/>
                  <a:ext cx="43941" cy="107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41" h="10795" extrusionOk="0">
                      <a:moveTo>
                        <a:pt x="38545" y="10795"/>
                      </a:moveTo>
                      <a:lnTo>
                        <a:pt x="5397" y="10795"/>
                      </a:lnTo>
                      <a:cubicBezTo>
                        <a:pt x="2413" y="10795"/>
                        <a:pt x="0" y="8382"/>
                        <a:pt x="0" y="5398"/>
                      </a:cubicBezTo>
                      <a:cubicBezTo>
                        <a:pt x="0" y="2413"/>
                        <a:pt x="2413" y="0"/>
                        <a:pt x="5397" y="0"/>
                      </a:cubicBezTo>
                      <a:lnTo>
                        <a:pt x="38545" y="0"/>
                      </a:lnTo>
                      <a:cubicBezTo>
                        <a:pt x="41529" y="0"/>
                        <a:pt x="43942" y="2413"/>
                        <a:pt x="43942" y="5398"/>
                      </a:cubicBezTo>
                      <a:cubicBezTo>
                        <a:pt x="43942" y="8382"/>
                        <a:pt x="41529" y="10795"/>
                        <a:pt x="38545" y="107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29" name="Google Shape;1129;p38"/>
                <p:cNvSpPr/>
                <p:nvPr/>
              </p:nvSpPr>
              <p:spPr>
                <a:xfrm>
                  <a:off x="5143770" y="2088340"/>
                  <a:ext cx="39591" cy="274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91" h="27479" extrusionOk="0">
                      <a:moveTo>
                        <a:pt x="5445" y="27479"/>
                      </a:moveTo>
                      <a:cubicBezTo>
                        <a:pt x="3540" y="27479"/>
                        <a:pt x="1762" y="26526"/>
                        <a:pt x="745" y="24748"/>
                      </a:cubicBezTo>
                      <a:cubicBezTo>
                        <a:pt x="-778" y="22145"/>
                        <a:pt x="111" y="18843"/>
                        <a:pt x="2714" y="17319"/>
                      </a:cubicBezTo>
                      <a:lnTo>
                        <a:pt x="31416" y="745"/>
                      </a:lnTo>
                      <a:cubicBezTo>
                        <a:pt x="34020" y="-778"/>
                        <a:pt x="37322" y="111"/>
                        <a:pt x="38845" y="2714"/>
                      </a:cubicBezTo>
                      <a:cubicBezTo>
                        <a:pt x="40370" y="5318"/>
                        <a:pt x="39481" y="8620"/>
                        <a:pt x="36877" y="10144"/>
                      </a:cubicBezTo>
                      <a:lnTo>
                        <a:pt x="8175" y="26717"/>
                      </a:lnTo>
                      <a:cubicBezTo>
                        <a:pt x="7286" y="27289"/>
                        <a:pt x="6334" y="27479"/>
                        <a:pt x="5445" y="2747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0" name="Google Shape;1130;p38"/>
                <p:cNvSpPr/>
                <p:nvPr/>
              </p:nvSpPr>
              <p:spPr>
                <a:xfrm>
                  <a:off x="5119640" y="2052209"/>
                  <a:ext cx="27462" cy="395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62" h="39544" extrusionOk="0">
                      <a:moveTo>
                        <a:pt x="5444" y="39544"/>
                      </a:moveTo>
                      <a:cubicBezTo>
                        <a:pt x="4556" y="39544"/>
                        <a:pt x="3603" y="39290"/>
                        <a:pt x="2714" y="38845"/>
                      </a:cubicBezTo>
                      <a:cubicBezTo>
                        <a:pt x="111" y="37322"/>
                        <a:pt x="-778" y="34020"/>
                        <a:pt x="745" y="31416"/>
                      </a:cubicBezTo>
                      <a:lnTo>
                        <a:pt x="17319" y="2714"/>
                      </a:lnTo>
                      <a:cubicBezTo>
                        <a:pt x="18843" y="111"/>
                        <a:pt x="22145" y="-778"/>
                        <a:pt x="24749" y="745"/>
                      </a:cubicBezTo>
                      <a:cubicBezTo>
                        <a:pt x="27352" y="2270"/>
                        <a:pt x="28241" y="5572"/>
                        <a:pt x="26717" y="8175"/>
                      </a:cubicBezTo>
                      <a:lnTo>
                        <a:pt x="10144" y="36877"/>
                      </a:lnTo>
                      <a:cubicBezTo>
                        <a:pt x="9191" y="38592"/>
                        <a:pt x="7350" y="39544"/>
                        <a:pt x="5444" y="3954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131" name="Google Shape;1131;p38"/>
          <p:cNvGrpSpPr/>
          <p:nvPr/>
        </p:nvGrpSpPr>
        <p:grpSpPr>
          <a:xfrm>
            <a:off x="340265" y="1245520"/>
            <a:ext cx="8461843" cy="1404713"/>
            <a:chOff x="340265" y="1245520"/>
            <a:chExt cx="8461843" cy="1404713"/>
          </a:xfrm>
        </p:grpSpPr>
        <p:sp>
          <p:nvSpPr>
            <p:cNvPr id="1132" name="Google Shape;1132;p38"/>
            <p:cNvSpPr/>
            <p:nvPr/>
          </p:nvSpPr>
          <p:spPr>
            <a:xfrm>
              <a:off x="8584806" y="2393325"/>
              <a:ext cx="217303" cy="256907"/>
            </a:xfrm>
            <a:custGeom>
              <a:avLst/>
              <a:gdLst/>
              <a:ahLst/>
              <a:cxnLst/>
              <a:rect l="l" t="t" r="r" b="b"/>
              <a:pathLst>
                <a:path w="98774" h="116776" extrusionOk="0">
                  <a:moveTo>
                    <a:pt x="97584" y="59722"/>
                  </a:moveTo>
                  <a:cubicBezTo>
                    <a:pt x="61389" y="64675"/>
                    <a:pt x="54848" y="72041"/>
                    <a:pt x="50721" y="115538"/>
                  </a:cubicBezTo>
                  <a:cubicBezTo>
                    <a:pt x="50594" y="117189"/>
                    <a:pt x="48181" y="117189"/>
                    <a:pt x="48054" y="115538"/>
                  </a:cubicBezTo>
                  <a:cubicBezTo>
                    <a:pt x="43990" y="72041"/>
                    <a:pt x="37386" y="64675"/>
                    <a:pt x="1191" y="59722"/>
                  </a:cubicBezTo>
                  <a:cubicBezTo>
                    <a:pt x="-397" y="59531"/>
                    <a:pt x="-397" y="57245"/>
                    <a:pt x="1191" y="57055"/>
                  </a:cubicBezTo>
                  <a:cubicBezTo>
                    <a:pt x="37386" y="52102"/>
                    <a:pt x="43926" y="44736"/>
                    <a:pt x="48054" y="1238"/>
                  </a:cubicBezTo>
                  <a:cubicBezTo>
                    <a:pt x="48181" y="-413"/>
                    <a:pt x="50594" y="-413"/>
                    <a:pt x="50721" y="1238"/>
                  </a:cubicBezTo>
                  <a:cubicBezTo>
                    <a:pt x="54785" y="44736"/>
                    <a:pt x="61389" y="52102"/>
                    <a:pt x="97584" y="57055"/>
                  </a:cubicBezTo>
                  <a:cubicBezTo>
                    <a:pt x="99171" y="57245"/>
                    <a:pt x="99171" y="59531"/>
                    <a:pt x="97584" y="5972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38"/>
            <p:cNvSpPr/>
            <p:nvPr/>
          </p:nvSpPr>
          <p:spPr>
            <a:xfrm>
              <a:off x="340265" y="1245520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4" name="Google Shape;1134;p38"/>
          <p:cNvSpPr/>
          <p:nvPr/>
        </p:nvSpPr>
        <p:spPr>
          <a:xfrm>
            <a:off x="7110018" y="5145805"/>
            <a:ext cx="132604" cy="156772"/>
          </a:xfrm>
          <a:custGeom>
            <a:avLst/>
            <a:gdLst/>
            <a:ahLst/>
            <a:cxnLst/>
            <a:rect l="l" t="t" r="r" b="b"/>
            <a:pathLst>
              <a:path w="98774" h="116776" extrusionOk="0">
                <a:moveTo>
                  <a:pt x="97584" y="59722"/>
                </a:moveTo>
                <a:cubicBezTo>
                  <a:pt x="61389" y="64675"/>
                  <a:pt x="54848" y="72041"/>
                  <a:pt x="50721" y="115538"/>
                </a:cubicBezTo>
                <a:cubicBezTo>
                  <a:pt x="50594" y="117189"/>
                  <a:pt x="48181" y="117189"/>
                  <a:pt x="48054" y="115538"/>
                </a:cubicBezTo>
                <a:cubicBezTo>
                  <a:pt x="43990" y="72041"/>
                  <a:pt x="37386" y="64675"/>
                  <a:pt x="1191" y="59722"/>
                </a:cubicBezTo>
                <a:cubicBezTo>
                  <a:pt x="-397" y="59531"/>
                  <a:pt x="-397" y="57245"/>
                  <a:pt x="1191" y="57055"/>
                </a:cubicBezTo>
                <a:cubicBezTo>
                  <a:pt x="37386" y="52102"/>
                  <a:pt x="43926" y="44736"/>
                  <a:pt x="48054" y="1238"/>
                </a:cubicBezTo>
                <a:cubicBezTo>
                  <a:pt x="48181" y="-413"/>
                  <a:pt x="50594" y="-413"/>
                  <a:pt x="50721" y="1238"/>
                </a:cubicBezTo>
                <a:cubicBezTo>
                  <a:pt x="54785" y="44736"/>
                  <a:pt x="61389" y="52102"/>
                  <a:pt x="97584" y="57055"/>
                </a:cubicBezTo>
                <a:cubicBezTo>
                  <a:pt x="99171" y="57245"/>
                  <a:pt x="99171" y="59531"/>
                  <a:pt x="97584" y="5972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5" name="Google Shape;1135;p38"/>
          <p:cNvGrpSpPr/>
          <p:nvPr/>
        </p:nvGrpSpPr>
        <p:grpSpPr>
          <a:xfrm>
            <a:off x="193874" y="-218148"/>
            <a:ext cx="2372754" cy="2688856"/>
            <a:chOff x="473274" y="124752"/>
            <a:chExt cx="2372754" cy="2688856"/>
          </a:xfrm>
        </p:grpSpPr>
        <p:grpSp>
          <p:nvGrpSpPr>
            <p:cNvPr id="1136" name="Google Shape;1136;p38"/>
            <p:cNvGrpSpPr/>
            <p:nvPr/>
          </p:nvGrpSpPr>
          <p:grpSpPr>
            <a:xfrm rot="-564100" flipH="1">
              <a:off x="634846" y="244003"/>
              <a:ext cx="1633746" cy="2112520"/>
              <a:chOff x="-77414" y="210905"/>
              <a:chExt cx="508246" cy="657189"/>
            </a:xfrm>
          </p:grpSpPr>
          <p:grpSp>
            <p:nvGrpSpPr>
              <p:cNvPr id="1137" name="Google Shape;1137;p38"/>
              <p:cNvGrpSpPr/>
              <p:nvPr/>
            </p:nvGrpSpPr>
            <p:grpSpPr>
              <a:xfrm>
                <a:off x="-77414" y="423214"/>
                <a:ext cx="389218" cy="444880"/>
                <a:chOff x="6299617" y="2845180"/>
                <a:chExt cx="389218" cy="444880"/>
              </a:xfrm>
            </p:grpSpPr>
            <p:sp>
              <p:nvSpPr>
                <p:cNvPr id="1138" name="Google Shape;1138;p38"/>
                <p:cNvSpPr/>
                <p:nvPr/>
              </p:nvSpPr>
              <p:spPr>
                <a:xfrm>
                  <a:off x="6299617" y="2845180"/>
                  <a:ext cx="389218" cy="444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218" h="444880" extrusionOk="0">
                      <a:moveTo>
                        <a:pt x="389218" y="322453"/>
                      </a:moveTo>
                      <a:cubicBezTo>
                        <a:pt x="311113" y="362014"/>
                        <a:pt x="227928" y="402654"/>
                        <a:pt x="137377" y="444881"/>
                      </a:cubicBezTo>
                      <a:cubicBezTo>
                        <a:pt x="184558" y="282194"/>
                        <a:pt x="-93128" y="181166"/>
                        <a:pt x="33301" y="0"/>
                      </a:cubicBezTo>
                      <a:cubicBezTo>
                        <a:pt x="102897" y="8318"/>
                        <a:pt x="180430" y="14923"/>
                        <a:pt x="263488" y="20320"/>
                      </a:cubicBezTo>
                      <a:cubicBezTo>
                        <a:pt x="234850" y="133858"/>
                        <a:pt x="362929" y="219774"/>
                        <a:pt x="389218" y="32245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39" name="Google Shape;1139;p38"/>
                <p:cNvGrpSpPr/>
                <p:nvPr/>
              </p:nvGrpSpPr>
              <p:grpSpPr>
                <a:xfrm>
                  <a:off x="6337672" y="2908109"/>
                  <a:ext cx="290457" cy="307720"/>
                  <a:chOff x="6337672" y="2908109"/>
                  <a:chExt cx="290457" cy="307720"/>
                </a:xfrm>
              </p:grpSpPr>
              <p:sp>
                <p:nvSpPr>
                  <p:cNvPr id="1140" name="Google Shape;1140;p38"/>
                  <p:cNvSpPr/>
                  <p:nvPr/>
                </p:nvSpPr>
                <p:spPr>
                  <a:xfrm>
                    <a:off x="6338442" y="2908109"/>
                    <a:ext cx="115061" cy="73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5061" h="7366" extrusionOk="0">
                        <a:moveTo>
                          <a:pt x="2921" y="7366"/>
                        </a:moveTo>
                        <a:cubicBezTo>
                          <a:pt x="1334" y="7366"/>
                          <a:pt x="0" y="6096"/>
                          <a:pt x="0" y="4445"/>
                        </a:cubicBezTo>
                        <a:cubicBezTo>
                          <a:pt x="0" y="2794"/>
                          <a:pt x="1270" y="1461"/>
                          <a:pt x="2921" y="1461"/>
                        </a:cubicBezTo>
                        <a:cubicBezTo>
                          <a:pt x="38798" y="1080"/>
                          <a:pt x="75184" y="571"/>
                          <a:pt x="112078" y="0"/>
                        </a:cubicBezTo>
                        <a:cubicBezTo>
                          <a:pt x="113792" y="0"/>
                          <a:pt x="115062" y="1270"/>
                          <a:pt x="115062" y="2921"/>
                        </a:cubicBezTo>
                        <a:cubicBezTo>
                          <a:pt x="115062" y="4572"/>
                          <a:pt x="113792" y="5905"/>
                          <a:pt x="112141" y="5905"/>
                        </a:cubicBezTo>
                        <a:cubicBezTo>
                          <a:pt x="75184" y="6477"/>
                          <a:pt x="38798" y="6985"/>
                          <a:pt x="2921" y="7366"/>
                        </a:cubicBezTo>
                        <a:cubicBezTo>
                          <a:pt x="2921" y="7366"/>
                          <a:pt x="2921" y="7366"/>
                          <a:pt x="2921" y="736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1" name="Google Shape;1141;p38"/>
                  <p:cNvSpPr/>
                  <p:nvPr/>
                </p:nvSpPr>
                <p:spPr>
                  <a:xfrm>
                    <a:off x="6337672" y="2934634"/>
                    <a:ext cx="187532" cy="17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7532" h="17480" extrusionOk="0">
                        <a:moveTo>
                          <a:pt x="2930" y="17481"/>
                        </a:moveTo>
                        <a:cubicBezTo>
                          <a:pt x="1406" y="17481"/>
                          <a:pt x="72" y="16274"/>
                          <a:pt x="9" y="14687"/>
                        </a:cubicBezTo>
                        <a:cubicBezTo>
                          <a:pt x="-118" y="13036"/>
                          <a:pt x="1152" y="11639"/>
                          <a:pt x="2739" y="11575"/>
                        </a:cubicBezTo>
                        <a:cubicBezTo>
                          <a:pt x="62683" y="7829"/>
                          <a:pt x="123326" y="3955"/>
                          <a:pt x="184413" y="18"/>
                        </a:cubicBezTo>
                        <a:cubicBezTo>
                          <a:pt x="186000" y="-172"/>
                          <a:pt x="187461" y="1161"/>
                          <a:pt x="187524" y="2749"/>
                        </a:cubicBezTo>
                        <a:cubicBezTo>
                          <a:pt x="187651" y="4400"/>
                          <a:pt x="186382" y="5797"/>
                          <a:pt x="184794" y="5860"/>
                        </a:cubicBezTo>
                        <a:cubicBezTo>
                          <a:pt x="123707" y="9861"/>
                          <a:pt x="63064" y="13734"/>
                          <a:pt x="3120" y="17417"/>
                        </a:cubicBezTo>
                        <a:cubicBezTo>
                          <a:pt x="3057" y="17481"/>
                          <a:pt x="2993" y="17481"/>
                          <a:pt x="2930" y="1748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2" name="Google Shape;1142;p38"/>
                  <p:cNvSpPr/>
                  <p:nvPr/>
                </p:nvSpPr>
                <p:spPr>
                  <a:xfrm>
                    <a:off x="6345725" y="2961556"/>
                    <a:ext cx="187999" cy="254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7999" h="25419" extrusionOk="0">
                        <a:moveTo>
                          <a:pt x="2941" y="25420"/>
                        </a:moveTo>
                        <a:cubicBezTo>
                          <a:pt x="1480" y="25420"/>
                          <a:pt x="147" y="24277"/>
                          <a:pt x="20" y="22816"/>
                        </a:cubicBezTo>
                        <a:cubicBezTo>
                          <a:pt x="-171" y="21229"/>
                          <a:pt x="1036" y="19768"/>
                          <a:pt x="2623" y="19578"/>
                        </a:cubicBezTo>
                        <a:cubicBezTo>
                          <a:pt x="63139" y="13101"/>
                          <a:pt x="123845" y="6560"/>
                          <a:pt x="184742" y="20"/>
                        </a:cubicBezTo>
                        <a:cubicBezTo>
                          <a:pt x="186393" y="-171"/>
                          <a:pt x="187789" y="1036"/>
                          <a:pt x="187980" y="2623"/>
                        </a:cubicBezTo>
                        <a:cubicBezTo>
                          <a:pt x="188170" y="4211"/>
                          <a:pt x="186964" y="5671"/>
                          <a:pt x="185376" y="5862"/>
                        </a:cubicBezTo>
                        <a:cubicBezTo>
                          <a:pt x="124480" y="12402"/>
                          <a:pt x="63774" y="18943"/>
                          <a:pt x="3258" y="25420"/>
                        </a:cubicBezTo>
                        <a:cubicBezTo>
                          <a:pt x="3195" y="25420"/>
                          <a:pt x="3068" y="25420"/>
                          <a:pt x="2941" y="2542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3" name="Google Shape;1143;p38"/>
                  <p:cNvSpPr/>
                  <p:nvPr/>
                </p:nvSpPr>
                <p:spPr>
                  <a:xfrm>
                    <a:off x="6360632" y="2987639"/>
                    <a:ext cx="185427" cy="328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5427" h="32864" extrusionOk="0">
                        <a:moveTo>
                          <a:pt x="2956" y="32865"/>
                        </a:moveTo>
                        <a:cubicBezTo>
                          <a:pt x="1496" y="32865"/>
                          <a:pt x="289" y="31785"/>
                          <a:pt x="35" y="30325"/>
                        </a:cubicBezTo>
                        <a:cubicBezTo>
                          <a:pt x="-219" y="28737"/>
                          <a:pt x="924" y="27213"/>
                          <a:pt x="2512" y="26959"/>
                        </a:cubicBezTo>
                        <a:lnTo>
                          <a:pt x="182026" y="35"/>
                        </a:lnTo>
                        <a:cubicBezTo>
                          <a:pt x="183677" y="-219"/>
                          <a:pt x="185138" y="924"/>
                          <a:pt x="185392" y="2512"/>
                        </a:cubicBezTo>
                        <a:cubicBezTo>
                          <a:pt x="185646" y="4099"/>
                          <a:pt x="184503" y="5623"/>
                          <a:pt x="182915" y="5877"/>
                        </a:cubicBezTo>
                        <a:lnTo>
                          <a:pt x="3401" y="32801"/>
                        </a:lnTo>
                        <a:cubicBezTo>
                          <a:pt x="3274" y="32865"/>
                          <a:pt x="3147" y="32865"/>
                          <a:pt x="2956" y="3286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4" name="Google Shape;1144;p38"/>
                  <p:cNvSpPr/>
                  <p:nvPr/>
                </p:nvSpPr>
                <p:spPr>
                  <a:xfrm>
                    <a:off x="6380297" y="3024703"/>
                    <a:ext cx="122284" cy="283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284" h="28376" extrusionOk="0">
                        <a:moveTo>
                          <a:pt x="2976" y="28376"/>
                        </a:moveTo>
                        <a:cubicBezTo>
                          <a:pt x="1580" y="28376"/>
                          <a:pt x="373" y="27424"/>
                          <a:pt x="56" y="25964"/>
                        </a:cubicBezTo>
                        <a:cubicBezTo>
                          <a:pt x="-262" y="24376"/>
                          <a:pt x="818" y="22789"/>
                          <a:pt x="2405" y="22535"/>
                        </a:cubicBezTo>
                        <a:lnTo>
                          <a:pt x="118800" y="55"/>
                        </a:lnTo>
                        <a:cubicBezTo>
                          <a:pt x="120388" y="-262"/>
                          <a:pt x="121975" y="817"/>
                          <a:pt x="122230" y="2405"/>
                        </a:cubicBezTo>
                        <a:cubicBezTo>
                          <a:pt x="122547" y="3992"/>
                          <a:pt x="121468" y="5580"/>
                          <a:pt x="119880" y="5834"/>
                        </a:cubicBezTo>
                        <a:lnTo>
                          <a:pt x="3484" y="28313"/>
                        </a:lnTo>
                        <a:cubicBezTo>
                          <a:pt x="3294" y="28376"/>
                          <a:pt x="3167" y="28376"/>
                          <a:pt x="2976" y="2837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5" name="Google Shape;1145;p38"/>
                  <p:cNvSpPr/>
                  <p:nvPr/>
                </p:nvSpPr>
                <p:spPr>
                  <a:xfrm>
                    <a:off x="6425133" y="3063887"/>
                    <a:ext cx="170217" cy="530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0217" h="53073" extrusionOk="0">
                        <a:moveTo>
                          <a:pt x="2972" y="53073"/>
                        </a:moveTo>
                        <a:cubicBezTo>
                          <a:pt x="1702" y="53073"/>
                          <a:pt x="495" y="52248"/>
                          <a:pt x="114" y="50914"/>
                        </a:cubicBezTo>
                        <a:cubicBezTo>
                          <a:pt x="-330" y="49327"/>
                          <a:pt x="559" y="47739"/>
                          <a:pt x="2146" y="47295"/>
                        </a:cubicBezTo>
                        <a:lnTo>
                          <a:pt x="166485" y="114"/>
                        </a:lnTo>
                        <a:cubicBezTo>
                          <a:pt x="168072" y="-330"/>
                          <a:pt x="169660" y="559"/>
                          <a:pt x="170104" y="2146"/>
                        </a:cubicBezTo>
                        <a:cubicBezTo>
                          <a:pt x="170548" y="3734"/>
                          <a:pt x="169660" y="5321"/>
                          <a:pt x="168072" y="5766"/>
                        </a:cubicBezTo>
                        <a:lnTo>
                          <a:pt x="3734" y="52946"/>
                        </a:lnTo>
                        <a:cubicBezTo>
                          <a:pt x="3480" y="53010"/>
                          <a:pt x="3226" y="53073"/>
                          <a:pt x="2972" y="530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6" name="Google Shape;1146;p38"/>
                  <p:cNvSpPr/>
                  <p:nvPr/>
                </p:nvSpPr>
                <p:spPr>
                  <a:xfrm>
                    <a:off x="6446052" y="3089061"/>
                    <a:ext cx="166352" cy="600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6352" h="60030" extrusionOk="0">
                        <a:moveTo>
                          <a:pt x="2944" y="60030"/>
                        </a:moveTo>
                        <a:cubicBezTo>
                          <a:pt x="1737" y="60030"/>
                          <a:pt x="594" y="59268"/>
                          <a:pt x="150" y="57998"/>
                        </a:cubicBezTo>
                        <a:cubicBezTo>
                          <a:pt x="-358" y="56474"/>
                          <a:pt x="467" y="54760"/>
                          <a:pt x="1991" y="54252"/>
                        </a:cubicBezTo>
                        <a:cubicBezTo>
                          <a:pt x="55649" y="36154"/>
                          <a:pt x="109179" y="18120"/>
                          <a:pt x="162456" y="150"/>
                        </a:cubicBezTo>
                        <a:cubicBezTo>
                          <a:pt x="163979" y="-358"/>
                          <a:pt x="165694" y="467"/>
                          <a:pt x="166203" y="1991"/>
                        </a:cubicBezTo>
                        <a:cubicBezTo>
                          <a:pt x="166710" y="3515"/>
                          <a:pt x="165885" y="5230"/>
                          <a:pt x="164361" y="5738"/>
                        </a:cubicBezTo>
                        <a:cubicBezTo>
                          <a:pt x="111021" y="23708"/>
                          <a:pt x="57553" y="41742"/>
                          <a:pt x="3833" y="59840"/>
                        </a:cubicBezTo>
                        <a:cubicBezTo>
                          <a:pt x="3579" y="60030"/>
                          <a:pt x="3261" y="60030"/>
                          <a:pt x="2944" y="6003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7" name="Google Shape;1147;p38"/>
                  <p:cNvSpPr/>
                  <p:nvPr/>
                </p:nvSpPr>
                <p:spPr>
                  <a:xfrm>
                    <a:off x="6463221" y="3114548"/>
                    <a:ext cx="164908" cy="673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908" h="67373" extrusionOk="0">
                        <a:moveTo>
                          <a:pt x="2920" y="67373"/>
                        </a:moveTo>
                        <a:cubicBezTo>
                          <a:pt x="1714" y="67373"/>
                          <a:pt x="634" y="66675"/>
                          <a:pt x="190" y="65468"/>
                        </a:cubicBezTo>
                        <a:cubicBezTo>
                          <a:pt x="-382" y="63944"/>
                          <a:pt x="380" y="62230"/>
                          <a:pt x="1904" y="61658"/>
                        </a:cubicBezTo>
                        <a:cubicBezTo>
                          <a:pt x="55435" y="41021"/>
                          <a:pt x="108394" y="20574"/>
                          <a:pt x="160909" y="190"/>
                        </a:cubicBezTo>
                        <a:cubicBezTo>
                          <a:pt x="162432" y="-381"/>
                          <a:pt x="164147" y="381"/>
                          <a:pt x="164718" y="1841"/>
                        </a:cubicBezTo>
                        <a:cubicBezTo>
                          <a:pt x="165290" y="3302"/>
                          <a:pt x="164528" y="5080"/>
                          <a:pt x="163067" y="5651"/>
                        </a:cubicBezTo>
                        <a:cubicBezTo>
                          <a:pt x="110553" y="26035"/>
                          <a:pt x="57594" y="46545"/>
                          <a:pt x="4063" y="67119"/>
                        </a:cubicBezTo>
                        <a:cubicBezTo>
                          <a:pt x="3619" y="67310"/>
                          <a:pt x="3238" y="67373"/>
                          <a:pt x="2920" y="673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8" name="Google Shape;1148;p38"/>
                  <p:cNvSpPr/>
                  <p:nvPr/>
                </p:nvSpPr>
                <p:spPr>
                  <a:xfrm>
                    <a:off x="6474478" y="3184543"/>
                    <a:ext cx="65050" cy="312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050" h="31286" extrusionOk="0">
                        <a:moveTo>
                          <a:pt x="2966" y="31287"/>
                        </a:moveTo>
                        <a:cubicBezTo>
                          <a:pt x="1823" y="31287"/>
                          <a:pt x="743" y="30588"/>
                          <a:pt x="235" y="29509"/>
                        </a:cubicBezTo>
                        <a:cubicBezTo>
                          <a:pt x="-400" y="27985"/>
                          <a:pt x="299" y="26270"/>
                          <a:pt x="1759" y="25635"/>
                        </a:cubicBezTo>
                        <a:cubicBezTo>
                          <a:pt x="21635" y="17126"/>
                          <a:pt x="41383" y="8681"/>
                          <a:pt x="60941" y="235"/>
                        </a:cubicBezTo>
                        <a:cubicBezTo>
                          <a:pt x="62402" y="-400"/>
                          <a:pt x="64179" y="299"/>
                          <a:pt x="64815" y="1759"/>
                        </a:cubicBezTo>
                        <a:cubicBezTo>
                          <a:pt x="65450" y="3283"/>
                          <a:pt x="64751" y="4998"/>
                          <a:pt x="63290" y="5633"/>
                        </a:cubicBezTo>
                        <a:cubicBezTo>
                          <a:pt x="43733" y="14078"/>
                          <a:pt x="23984" y="22524"/>
                          <a:pt x="4109" y="31033"/>
                        </a:cubicBezTo>
                        <a:cubicBezTo>
                          <a:pt x="3728" y="31223"/>
                          <a:pt x="3347" y="31287"/>
                          <a:pt x="2966" y="3128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1149" name="Google Shape;1149;p38"/>
              <p:cNvGrpSpPr/>
              <p:nvPr/>
            </p:nvGrpSpPr>
            <p:grpSpPr>
              <a:xfrm>
                <a:off x="52090" y="210905"/>
                <a:ext cx="378742" cy="312893"/>
                <a:chOff x="6429121" y="2632871"/>
                <a:chExt cx="378742" cy="312893"/>
              </a:xfrm>
            </p:grpSpPr>
            <p:sp>
              <p:nvSpPr>
                <p:cNvPr id="1150" name="Google Shape;1150;p38"/>
                <p:cNvSpPr/>
                <p:nvPr/>
              </p:nvSpPr>
              <p:spPr>
                <a:xfrm>
                  <a:off x="6754558" y="2632871"/>
                  <a:ext cx="53305" cy="519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305" h="51908" extrusionOk="0">
                      <a:moveTo>
                        <a:pt x="24003" y="51908"/>
                      </a:moveTo>
                      <a:lnTo>
                        <a:pt x="0" y="22508"/>
                      </a:lnTo>
                      <a:lnTo>
                        <a:pt x="22289" y="4283"/>
                      </a:lnTo>
                      <a:cubicBezTo>
                        <a:pt x="30417" y="-2321"/>
                        <a:pt x="42355" y="-1178"/>
                        <a:pt x="49023" y="6950"/>
                      </a:cubicBezTo>
                      <a:lnTo>
                        <a:pt x="49023" y="6950"/>
                      </a:lnTo>
                      <a:cubicBezTo>
                        <a:pt x="55626" y="15078"/>
                        <a:pt x="54483" y="27016"/>
                        <a:pt x="46355" y="33684"/>
                      </a:cubicBezTo>
                      <a:lnTo>
                        <a:pt x="24003" y="51908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1" name="Google Shape;1151;p38"/>
                <p:cNvSpPr/>
                <p:nvPr/>
              </p:nvSpPr>
              <p:spPr>
                <a:xfrm rot="3046867">
                  <a:off x="6606840" y="2609505"/>
                  <a:ext cx="39510" cy="34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97" h="349631" extrusionOk="0">
                      <a:moveTo>
                        <a:pt x="0" y="0"/>
                      </a:moveTo>
                      <a:lnTo>
                        <a:pt x="39497" y="0"/>
                      </a:lnTo>
                      <a:lnTo>
                        <a:pt x="39497" y="349632"/>
                      </a:lnTo>
                      <a:lnTo>
                        <a:pt x="0" y="349632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2" name="Google Shape;1152;p38"/>
                <p:cNvSpPr/>
                <p:nvPr/>
              </p:nvSpPr>
              <p:spPr>
                <a:xfrm>
                  <a:off x="6429121" y="2879725"/>
                  <a:ext cx="74612" cy="660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612" h="66039" extrusionOk="0">
                      <a:moveTo>
                        <a:pt x="49593" y="0"/>
                      </a:moveTo>
                      <a:lnTo>
                        <a:pt x="74612" y="30543"/>
                      </a:lnTo>
                      <a:lnTo>
                        <a:pt x="0" y="6604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53" name="Google Shape;1153;p38"/>
                <p:cNvGrpSpPr/>
                <p:nvPr/>
              </p:nvGrpSpPr>
              <p:grpSpPr>
                <a:xfrm>
                  <a:off x="6492866" y="2670991"/>
                  <a:ext cx="269638" cy="224989"/>
                  <a:chOff x="6492866" y="2670991"/>
                  <a:chExt cx="269638" cy="224989"/>
                </a:xfrm>
              </p:grpSpPr>
              <p:sp>
                <p:nvSpPr>
                  <p:cNvPr id="1154" name="Google Shape;1154;p38"/>
                  <p:cNvSpPr/>
                  <p:nvPr/>
                </p:nvSpPr>
                <p:spPr>
                  <a:xfrm>
                    <a:off x="6492866" y="2670991"/>
                    <a:ext cx="260113" cy="2133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13" h="213305" extrusionOk="0">
                        <a:moveTo>
                          <a:pt x="1977" y="213305"/>
                        </a:moveTo>
                        <a:cubicBezTo>
                          <a:pt x="1406" y="213305"/>
                          <a:pt x="834" y="213051"/>
                          <a:pt x="453" y="212543"/>
                        </a:cubicBezTo>
                        <a:cubicBezTo>
                          <a:pt x="-245" y="211718"/>
                          <a:pt x="-118" y="210448"/>
                          <a:pt x="707" y="209749"/>
                        </a:cubicBezTo>
                        <a:lnTo>
                          <a:pt x="256866" y="454"/>
                        </a:lnTo>
                        <a:cubicBezTo>
                          <a:pt x="257692" y="-245"/>
                          <a:pt x="258962" y="-118"/>
                          <a:pt x="259660" y="707"/>
                        </a:cubicBezTo>
                        <a:cubicBezTo>
                          <a:pt x="260359" y="1533"/>
                          <a:pt x="260232" y="2803"/>
                          <a:pt x="259406" y="3501"/>
                        </a:cubicBezTo>
                        <a:lnTo>
                          <a:pt x="3247" y="212798"/>
                        </a:lnTo>
                        <a:cubicBezTo>
                          <a:pt x="2866" y="213179"/>
                          <a:pt x="2422" y="213305"/>
                          <a:pt x="1977" y="21330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55" name="Google Shape;1155;p38"/>
                  <p:cNvSpPr/>
                  <p:nvPr/>
                </p:nvSpPr>
                <p:spPr>
                  <a:xfrm>
                    <a:off x="6502391" y="2682675"/>
                    <a:ext cx="260113" cy="2133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13" h="213305" extrusionOk="0">
                        <a:moveTo>
                          <a:pt x="1978" y="213305"/>
                        </a:moveTo>
                        <a:cubicBezTo>
                          <a:pt x="1406" y="213305"/>
                          <a:pt x="834" y="213051"/>
                          <a:pt x="453" y="212543"/>
                        </a:cubicBezTo>
                        <a:cubicBezTo>
                          <a:pt x="-245" y="211718"/>
                          <a:pt x="-118" y="210448"/>
                          <a:pt x="707" y="209749"/>
                        </a:cubicBezTo>
                        <a:lnTo>
                          <a:pt x="256866" y="453"/>
                        </a:lnTo>
                        <a:cubicBezTo>
                          <a:pt x="257692" y="-245"/>
                          <a:pt x="258962" y="-118"/>
                          <a:pt x="259661" y="707"/>
                        </a:cubicBezTo>
                        <a:cubicBezTo>
                          <a:pt x="260359" y="1533"/>
                          <a:pt x="260232" y="2803"/>
                          <a:pt x="259406" y="3501"/>
                        </a:cubicBezTo>
                        <a:lnTo>
                          <a:pt x="3248" y="212797"/>
                        </a:lnTo>
                        <a:cubicBezTo>
                          <a:pt x="2866" y="213178"/>
                          <a:pt x="2422" y="213305"/>
                          <a:pt x="1978" y="21330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156" name="Google Shape;1156;p38"/>
                <p:cNvSpPr/>
                <p:nvPr/>
              </p:nvSpPr>
              <p:spPr>
                <a:xfrm rot="3046867">
                  <a:off x="6743478" y="2653397"/>
                  <a:ext cx="48912" cy="311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95" h="31178" extrusionOk="0">
                      <a:moveTo>
                        <a:pt x="0" y="0"/>
                      </a:moveTo>
                      <a:lnTo>
                        <a:pt x="48895" y="0"/>
                      </a:lnTo>
                      <a:lnTo>
                        <a:pt x="48895" y="31179"/>
                      </a:lnTo>
                      <a:lnTo>
                        <a:pt x="0" y="3117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7" name="Google Shape;1157;p38"/>
                <p:cNvSpPr/>
                <p:nvPr/>
              </p:nvSpPr>
              <p:spPr>
                <a:xfrm>
                  <a:off x="6636948" y="2678048"/>
                  <a:ext cx="159577" cy="141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577" h="141737" extrusionOk="0">
                      <a:moveTo>
                        <a:pt x="96655" y="80074"/>
                      </a:moveTo>
                      <a:cubicBezTo>
                        <a:pt x="149043" y="57658"/>
                        <a:pt x="164156" y="19114"/>
                        <a:pt x="158441" y="0"/>
                      </a:cubicBezTo>
                      <a:lnTo>
                        <a:pt x="134310" y="19749"/>
                      </a:lnTo>
                      <a:cubicBezTo>
                        <a:pt x="140216" y="47181"/>
                        <a:pt x="83383" y="80772"/>
                        <a:pt x="50871" y="93536"/>
                      </a:cubicBezTo>
                      <a:cubicBezTo>
                        <a:pt x="18296" y="106299"/>
                        <a:pt x="1849" y="128016"/>
                        <a:pt x="1849" y="128016"/>
                      </a:cubicBezTo>
                      <a:lnTo>
                        <a:pt x="1849" y="128080"/>
                      </a:lnTo>
                      <a:cubicBezTo>
                        <a:pt x="-1008" y="131636"/>
                        <a:pt x="-627" y="137160"/>
                        <a:pt x="3500" y="140208"/>
                      </a:cubicBezTo>
                      <a:cubicBezTo>
                        <a:pt x="6041" y="142049"/>
                        <a:pt x="9596" y="142240"/>
                        <a:pt x="12327" y="140716"/>
                      </a:cubicBezTo>
                      <a:cubicBezTo>
                        <a:pt x="16455" y="138430"/>
                        <a:pt x="17597" y="133668"/>
                        <a:pt x="15946" y="129921"/>
                      </a:cubicBezTo>
                      <a:cubicBezTo>
                        <a:pt x="14740" y="127190"/>
                        <a:pt x="15248" y="123952"/>
                        <a:pt x="17280" y="121793"/>
                      </a:cubicBezTo>
                      <a:cubicBezTo>
                        <a:pt x="33028" y="104521"/>
                        <a:pt x="53666" y="98425"/>
                        <a:pt x="96655" y="8007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158" name="Google Shape;1158;p38"/>
            <p:cNvSpPr/>
            <p:nvPr/>
          </p:nvSpPr>
          <p:spPr>
            <a:xfrm>
              <a:off x="1206448" y="2556700"/>
              <a:ext cx="217303" cy="256907"/>
            </a:xfrm>
            <a:custGeom>
              <a:avLst/>
              <a:gdLst/>
              <a:ahLst/>
              <a:cxnLst/>
              <a:rect l="l" t="t" r="r" b="b"/>
              <a:pathLst>
                <a:path w="98774" h="116776" extrusionOk="0">
                  <a:moveTo>
                    <a:pt x="97584" y="59722"/>
                  </a:moveTo>
                  <a:cubicBezTo>
                    <a:pt x="61389" y="64675"/>
                    <a:pt x="54848" y="72041"/>
                    <a:pt x="50721" y="115538"/>
                  </a:cubicBezTo>
                  <a:cubicBezTo>
                    <a:pt x="50594" y="117189"/>
                    <a:pt x="48181" y="117189"/>
                    <a:pt x="48054" y="115538"/>
                  </a:cubicBezTo>
                  <a:cubicBezTo>
                    <a:pt x="43990" y="72041"/>
                    <a:pt x="37386" y="64675"/>
                    <a:pt x="1191" y="59722"/>
                  </a:cubicBezTo>
                  <a:cubicBezTo>
                    <a:pt x="-397" y="59531"/>
                    <a:pt x="-397" y="57245"/>
                    <a:pt x="1191" y="57055"/>
                  </a:cubicBezTo>
                  <a:cubicBezTo>
                    <a:pt x="37386" y="52102"/>
                    <a:pt x="43926" y="44736"/>
                    <a:pt x="48054" y="1238"/>
                  </a:cubicBezTo>
                  <a:cubicBezTo>
                    <a:pt x="48181" y="-413"/>
                    <a:pt x="50594" y="-413"/>
                    <a:pt x="50721" y="1238"/>
                  </a:cubicBezTo>
                  <a:cubicBezTo>
                    <a:pt x="54785" y="44736"/>
                    <a:pt x="61389" y="52102"/>
                    <a:pt x="97584" y="57055"/>
                  </a:cubicBezTo>
                  <a:cubicBezTo>
                    <a:pt x="99171" y="57245"/>
                    <a:pt x="99171" y="59531"/>
                    <a:pt x="97584" y="5972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38"/>
            <p:cNvSpPr/>
            <p:nvPr/>
          </p:nvSpPr>
          <p:spPr>
            <a:xfrm>
              <a:off x="2628815" y="793920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0" name="Google Shape;1160;p38"/>
          <p:cNvGrpSpPr/>
          <p:nvPr/>
        </p:nvGrpSpPr>
        <p:grpSpPr>
          <a:xfrm>
            <a:off x="6826565" y="2136395"/>
            <a:ext cx="2454026" cy="3177695"/>
            <a:chOff x="6636065" y="2136395"/>
            <a:chExt cx="2454026" cy="3177695"/>
          </a:xfrm>
        </p:grpSpPr>
        <p:grpSp>
          <p:nvGrpSpPr>
            <p:cNvPr id="1161" name="Google Shape;1161;p38"/>
            <p:cNvGrpSpPr/>
            <p:nvPr/>
          </p:nvGrpSpPr>
          <p:grpSpPr>
            <a:xfrm rot="-1082057">
              <a:off x="7278324" y="2655139"/>
              <a:ext cx="1461726" cy="2493917"/>
              <a:chOff x="971119" y="3290570"/>
              <a:chExt cx="612189" cy="1044510"/>
            </a:xfrm>
          </p:grpSpPr>
          <p:sp>
            <p:nvSpPr>
              <p:cNvPr id="1162" name="Google Shape;1162;p38"/>
              <p:cNvSpPr/>
              <p:nvPr/>
            </p:nvSpPr>
            <p:spPr>
              <a:xfrm>
                <a:off x="1259586" y="3938904"/>
                <a:ext cx="75691" cy="126428"/>
              </a:xfrm>
              <a:custGeom>
                <a:avLst/>
                <a:gdLst/>
                <a:ahLst/>
                <a:cxnLst/>
                <a:rect l="l" t="t" r="r" b="b"/>
                <a:pathLst>
                  <a:path w="75691" h="126428" extrusionOk="0">
                    <a:moveTo>
                      <a:pt x="0" y="0"/>
                    </a:moveTo>
                    <a:lnTo>
                      <a:pt x="75692" y="0"/>
                    </a:lnTo>
                    <a:lnTo>
                      <a:pt x="75692" y="126428"/>
                    </a:lnTo>
                    <a:lnTo>
                      <a:pt x="0" y="12642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3" name="Google Shape;1163;p38"/>
              <p:cNvSpPr/>
              <p:nvPr/>
            </p:nvSpPr>
            <p:spPr>
              <a:xfrm>
                <a:off x="1259522" y="3940492"/>
                <a:ext cx="75755" cy="24638"/>
              </a:xfrm>
              <a:custGeom>
                <a:avLst/>
                <a:gdLst/>
                <a:ahLst/>
                <a:cxnLst/>
                <a:rect l="l" t="t" r="r" b="b"/>
                <a:pathLst>
                  <a:path w="75755" h="24638" extrusionOk="0">
                    <a:moveTo>
                      <a:pt x="75755" y="889"/>
                    </a:moveTo>
                    <a:cubicBezTo>
                      <a:pt x="62103" y="2413"/>
                      <a:pt x="48260" y="3048"/>
                      <a:pt x="34290" y="2730"/>
                    </a:cubicBezTo>
                    <a:cubicBezTo>
                      <a:pt x="22733" y="2477"/>
                      <a:pt x="11303" y="1524"/>
                      <a:pt x="0" y="0"/>
                    </a:cubicBezTo>
                    <a:lnTo>
                      <a:pt x="0" y="22035"/>
                    </a:lnTo>
                    <a:cubicBezTo>
                      <a:pt x="11113" y="23432"/>
                      <a:pt x="22415" y="24257"/>
                      <a:pt x="33782" y="24574"/>
                    </a:cubicBezTo>
                    <a:cubicBezTo>
                      <a:pt x="36385" y="24638"/>
                      <a:pt x="39052" y="24638"/>
                      <a:pt x="41656" y="24638"/>
                    </a:cubicBezTo>
                    <a:cubicBezTo>
                      <a:pt x="53149" y="24638"/>
                      <a:pt x="64516" y="24003"/>
                      <a:pt x="75755" y="22860"/>
                    </a:cubicBezTo>
                    <a:lnTo>
                      <a:pt x="75755" y="88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4" name="Google Shape;1164;p38"/>
              <p:cNvSpPr/>
              <p:nvPr/>
            </p:nvSpPr>
            <p:spPr>
              <a:xfrm>
                <a:off x="1259586" y="4034154"/>
                <a:ext cx="75691" cy="31241"/>
              </a:xfrm>
              <a:custGeom>
                <a:avLst/>
                <a:gdLst/>
                <a:ahLst/>
                <a:cxnLst/>
                <a:rect l="l" t="t" r="r" b="b"/>
                <a:pathLst>
                  <a:path w="75691" h="31241" extrusionOk="0">
                    <a:moveTo>
                      <a:pt x="75692" y="31242"/>
                    </a:moveTo>
                    <a:lnTo>
                      <a:pt x="0" y="31242"/>
                    </a:lnTo>
                    <a:lnTo>
                      <a:pt x="0" y="0"/>
                    </a:lnTo>
                    <a:lnTo>
                      <a:pt x="75692" y="1530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5" name="Google Shape;1165;p38"/>
              <p:cNvSpPr/>
              <p:nvPr/>
            </p:nvSpPr>
            <p:spPr>
              <a:xfrm>
                <a:off x="1200150" y="4065396"/>
                <a:ext cx="194627" cy="117665"/>
              </a:xfrm>
              <a:custGeom>
                <a:avLst/>
                <a:gdLst/>
                <a:ahLst/>
                <a:cxnLst/>
                <a:rect l="l" t="t" r="r" b="b"/>
                <a:pathLst>
                  <a:path w="194627" h="117665" extrusionOk="0">
                    <a:moveTo>
                      <a:pt x="142748" y="0"/>
                    </a:moveTo>
                    <a:lnTo>
                      <a:pt x="51879" y="0"/>
                    </a:lnTo>
                    <a:cubicBezTo>
                      <a:pt x="38354" y="0"/>
                      <a:pt x="26543" y="9271"/>
                      <a:pt x="23304" y="22416"/>
                    </a:cubicBezTo>
                    <a:lnTo>
                      <a:pt x="0" y="117666"/>
                    </a:lnTo>
                    <a:lnTo>
                      <a:pt x="194627" y="117666"/>
                    </a:lnTo>
                    <a:lnTo>
                      <a:pt x="171323" y="22416"/>
                    </a:lnTo>
                    <a:cubicBezTo>
                      <a:pt x="168085" y="9208"/>
                      <a:pt x="156274" y="0"/>
                      <a:pt x="14274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6" name="Google Shape;1166;p38"/>
              <p:cNvSpPr/>
              <p:nvPr/>
            </p:nvSpPr>
            <p:spPr>
              <a:xfrm>
                <a:off x="1107821" y="4182998"/>
                <a:ext cx="379348" cy="152082"/>
              </a:xfrm>
              <a:custGeom>
                <a:avLst/>
                <a:gdLst/>
                <a:ahLst/>
                <a:cxnLst/>
                <a:rect l="l" t="t" r="r" b="b"/>
                <a:pathLst>
                  <a:path w="379348" h="152082" extrusionOk="0">
                    <a:moveTo>
                      <a:pt x="298767" y="0"/>
                    </a:moveTo>
                    <a:lnTo>
                      <a:pt x="80518" y="0"/>
                    </a:lnTo>
                    <a:cubicBezTo>
                      <a:pt x="61277" y="0"/>
                      <a:pt x="44259" y="12446"/>
                      <a:pt x="38481" y="30798"/>
                    </a:cubicBezTo>
                    <a:lnTo>
                      <a:pt x="0" y="152083"/>
                    </a:lnTo>
                    <a:lnTo>
                      <a:pt x="379349" y="152083"/>
                    </a:lnTo>
                    <a:lnTo>
                      <a:pt x="340868" y="30798"/>
                    </a:lnTo>
                    <a:cubicBezTo>
                      <a:pt x="334963" y="12446"/>
                      <a:pt x="317944" y="0"/>
                      <a:pt x="29876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7" name="Google Shape;1167;p38"/>
              <p:cNvSpPr/>
              <p:nvPr/>
            </p:nvSpPr>
            <p:spPr>
              <a:xfrm>
                <a:off x="1200150" y="4152138"/>
                <a:ext cx="194627" cy="30860"/>
              </a:xfrm>
              <a:custGeom>
                <a:avLst/>
                <a:gdLst/>
                <a:ahLst/>
                <a:cxnLst/>
                <a:rect l="l" t="t" r="r" b="b"/>
                <a:pathLst>
                  <a:path w="194627" h="30860" extrusionOk="0">
                    <a:moveTo>
                      <a:pt x="0" y="30861"/>
                    </a:moveTo>
                    <a:lnTo>
                      <a:pt x="194627" y="30861"/>
                    </a:lnTo>
                    <a:lnTo>
                      <a:pt x="191770" y="19240"/>
                    </a:lnTo>
                    <a:lnTo>
                      <a:pt x="755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68" name="Google Shape;1168;p38"/>
              <p:cNvGrpSpPr/>
              <p:nvPr/>
            </p:nvGrpSpPr>
            <p:grpSpPr>
              <a:xfrm>
                <a:off x="971119" y="3290570"/>
                <a:ext cx="612189" cy="657478"/>
                <a:chOff x="971119" y="3290570"/>
                <a:chExt cx="612189" cy="657478"/>
              </a:xfrm>
            </p:grpSpPr>
            <p:sp>
              <p:nvSpPr>
                <p:cNvPr id="1169" name="Google Shape;1169;p38"/>
                <p:cNvSpPr/>
                <p:nvPr/>
              </p:nvSpPr>
              <p:spPr>
                <a:xfrm rot="-1193110">
                  <a:off x="1296820" y="3298958"/>
                  <a:ext cx="6728" cy="6336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31" h="633926" extrusionOk="0">
                      <a:moveTo>
                        <a:pt x="0" y="0"/>
                      </a:moveTo>
                      <a:lnTo>
                        <a:pt x="6731" y="0"/>
                      </a:lnTo>
                      <a:lnTo>
                        <a:pt x="6731" y="633927"/>
                      </a:lnTo>
                      <a:lnTo>
                        <a:pt x="0" y="63392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70" name="Google Shape;1170;p38"/>
                <p:cNvGrpSpPr/>
                <p:nvPr/>
              </p:nvGrpSpPr>
              <p:grpSpPr>
                <a:xfrm>
                  <a:off x="1018666" y="3335654"/>
                  <a:ext cx="564642" cy="564642"/>
                  <a:chOff x="1018666" y="3335654"/>
                  <a:chExt cx="564642" cy="564642"/>
                </a:xfrm>
              </p:grpSpPr>
              <p:sp>
                <p:nvSpPr>
                  <p:cNvPr id="1171" name="Google Shape;1171;p38"/>
                  <p:cNvSpPr/>
                  <p:nvPr/>
                </p:nvSpPr>
                <p:spPr>
                  <a:xfrm>
                    <a:off x="1018666" y="3335654"/>
                    <a:ext cx="564642" cy="5646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4642" h="564642" extrusionOk="0">
                        <a:moveTo>
                          <a:pt x="564642" y="282321"/>
                        </a:moveTo>
                        <a:cubicBezTo>
                          <a:pt x="564642" y="438243"/>
                          <a:pt x="438243" y="564642"/>
                          <a:pt x="282321" y="564642"/>
                        </a:cubicBezTo>
                        <a:cubicBezTo>
                          <a:pt x="126399" y="564642"/>
                          <a:pt x="0" y="438243"/>
                          <a:pt x="0" y="282321"/>
                        </a:cubicBezTo>
                        <a:cubicBezTo>
                          <a:pt x="0" y="126400"/>
                          <a:pt x="126399" y="0"/>
                          <a:pt x="282321" y="0"/>
                        </a:cubicBezTo>
                        <a:cubicBezTo>
                          <a:pt x="438243" y="0"/>
                          <a:pt x="564642" y="126399"/>
                          <a:pt x="564642" y="28232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172" name="Google Shape;1172;p38"/>
                  <p:cNvGrpSpPr/>
                  <p:nvPr/>
                </p:nvGrpSpPr>
                <p:grpSpPr>
                  <a:xfrm>
                    <a:off x="1018954" y="3336099"/>
                    <a:ext cx="555718" cy="499427"/>
                    <a:chOff x="1018954" y="3336099"/>
                    <a:chExt cx="555718" cy="499427"/>
                  </a:xfrm>
                </p:grpSpPr>
                <p:sp>
                  <p:nvSpPr>
                    <p:cNvPr id="1173" name="Google Shape;1173;p38"/>
                    <p:cNvSpPr/>
                    <p:nvPr/>
                  </p:nvSpPr>
                  <p:spPr>
                    <a:xfrm>
                      <a:off x="1238377" y="3336099"/>
                      <a:ext cx="51815" cy="3284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1815" h="32847" extrusionOk="0">
                          <a:moveTo>
                            <a:pt x="8128" y="17653"/>
                          </a:moveTo>
                          <a:cubicBezTo>
                            <a:pt x="10541" y="22035"/>
                            <a:pt x="12446" y="26734"/>
                            <a:pt x="15430" y="30734"/>
                          </a:cubicBezTo>
                          <a:cubicBezTo>
                            <a:pt x="16002" y="31433"/>
                            <a:pt x="16574" y="32131"/>
                            <a:pt x="17399" y="32512"/>
                          </a:cubicBezTo>
                          <a:cubicBezTo>
                            <a:pt x="18351" y="32957"/>
                            <a:pt x="19494" y="32893"/>
                            <a:pt x="20510" y="32703"/>
                          </a:cubicBezTo>
                          <a:cubicBezTo>
                            <a:pt x="28194" y="31560"/>
                            <a:pt x="34925" y="26734"/>
                            <a:pt x="39878" y="20765"/>
                          </a:cubicBezTo>
                          <a:cubicBezTo>
                            <a:pt x="44894" y="14859"/>
                            <a:pt x="48387" y="7810"/>
                            <a:pt x="51816" y="889"/>
                          </a:cubicBezTo>
                          <a:cubicBezTo>
                            <a:pt x="49784" y="572"/>
                            <a:pt x="47815" y="317"/>
                            <a:pt x="45783" y="0"/>
                          </a:cubicBezTo>
                          <a:cubicBezTo>
                            <a:pt x="30416" y="889"/>
                            <a:pt x="15113" y="3048"/>
                            <a:pt x="0" y="6477"/>
                          </a:cubicBezTo>
                          <a:cubicBezTo>
                            <a:pt x="3175" y="9970"/>
                            <a:pt x="5905" y="13653"/>
                            <a:pt x="8128" y="17653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74" name="Google Shape;1174;p38"/>
                    <p:cNvSpPr/>
                    <p:nvPr/>
                  </p:nvSpPr>
                  <p:spPr>
                    <a:xfrm>
                      <a:off x="1325635" y="3360737"/>
                      <a:ext cx="249037" cy="19349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9037" h="193496" extrusionOk="0">
                          <a:moveTo>
                            <a:pt x="135754" y="24828"/>
                          </a:moveTo>
                          <a:cubicBezTo>
                            <a:pt x="130166" y="26734"/>
                            <a:pt x="124832" y="29528"/>
                            <a:pt x="120133" y="33084"/>
                          </a:cubicBezTo>
                          <a:cubicBezTo>
                            <a:pt x="118482" y="34353"/>
                            <a:pt x="116640" y="35751"/>
                            <a:pt x="114545" y="35560"/>
                          </a:cubicBezTo>
                          <a:cubicBezTo>
                            <a:pt x="112005" y="35242"/>
                            <a:pt x="110481" y="32639"/>
                            <a:pt x="108322" y="31178"/>
                          </a:cubicBezTo>
                          <a:cubicBezTo>
                            <a:pt x="103686" y="28067"/>
                            <a:pt x="95812" y="30226"/>
                            <a:pt x="93272" y="25273"/>
                          </a:cubicBezTo>
                          <a:cubicBezTo>
                            <a:pt x="91939" y="22670"/>
                            <a:pt x="93082" y="19495"/>
                            <a:pt x="94288" y="16828"/>
                          </a:cubicBezTo>
                          <a:cubicBezTo>
                            <a:pt x="96257" y="12573"/>
                            <a:pt x="98479" y="8382"/>
                            <a:pt x="100892" y="4382"/>
                          </a:cubicBezTo>
                          <a:cubicBezTo>
                            <a:pt x="97781" y="2858"/>
                            <a:pt x="94669" y="1460"/>
                            <a:pt x="91558" y="0"/>
                          </a:cubicBezTo>
                          <a:cubicBezTo>
                            <a:pt x="89589" y="3683"/>
                            <a:pt x="87684" y="7429"/>
                            <a:pt x="85970" y="11240"/>
                          </a:cubicBezTo>
                          <a:cubicBezTo>
                            <a:pt x="83176" y="17463"/>
                            <a:pt x="80636" y="24003"/>
                            <a:pt x="75746" y="28766"/>
                          </a:cubicBezTo>
                          <a:cubicBezTo>
                            <a:pt x="72317" y="32131"/>
                            <a:pt x="67872" y="34353"/>
                            <a:pt x="64380" y="37655"/>
                          </a:cubicBezTo>
                          <a:cubicBezTo>
                            <a:pt x="60887" y="40958"/>
                            <a:pt x="58284" y="46038"/>
                            <a:pt x="60062" y="50546"/>
                          </a:cubicBezTo>
                          <a:cubicBezTo>
                            <a:pt x="60760" y="52388"/>
                            <a:pt x="62094" y="53911"/>
                            <a:pt x="63173" y="55563"/>
                          </a:cubicBezTo>
                          <a:cubicBezTo>
                            <a:pt x="64189" y="57277"/>
                            <a:pt x="64888" y="59372"/>
                            <a:pt x="64126" y="61151"/>
                          </a:cubicBezTo>
                          <a:cubicBezTo>
                            <a:pt x="63364" y="62992"/>
                            <a:pt x="58220" y="65341"/>
                            <a:pt x="57585" y="63500"/>
                          </a:cubicBezTo>
                          <a:cubicBezTo>
                            <a:pt x="56188" y="59436"/>
                            <a:pt x="51045" y="57912"/>
                            <a:pt x="46790" y="58547"/>
                          </a:cubicBezTo>
                          <a:cubicBezTo>
                            <a:pt x="42536" y="59182"/>
                            <a:pt x="38599" y="61278"/>
                            <a:pt x="34344" y="61976"/>
                          </a:cubicBezTo>
                          <a:cubicBezTo>
                            <a:pt x="30090" y="62674"/>
                            <a:pt x="24882" y="61278"/>
                            <a:pt x="23422" y="57214"/>
                          </a:cubicBezTo>
                          <a:cubicBezTo>
                            <a:pt x="20565" y="68072"/>
                            <a:pt x="15866" y="78422"/>
                            <a:pt x="9452" y="87566"/>
                          </a:cubicBezTo>
                          <a:cubicBezTo>
                            <a:pt x="4880" y="94171"/>
                            <a:pt x="-898" y="101219"/>
                            <a:pt x="118" y="109220"/>
                          </a:cubicBezTo>
                          <a:cubicBezTo>
                            <a:pt x="943" y="115634"/>
                            <a:pt x="6087" y="121031"/>
                            <a:pt x="6277" y="127508"/>
                          </a:cubicBezTo>
                          <a:cubicBezTo>
                            <a:pt x="6468" y="133541"/>
                            <a:pt x="2340" y="139383"/>
                            <a:pt x="3610" y="145288"/>
                          </a:cubicBezTo>
                          <a:cubicBezTo>
                            <a:pt x="4372" y="148844"/>
                            <a:pt x="7039" y="151828"/>
                            <a:pt x="7293" y="155448"/>
                          </a:cubicBezTo>
                          <a:cubicBezTo>
                            <a:pt x="7357" y="156845"/>
                            <a:pt x="7103" y="158242"/>
                            <a:pt x="7547" y="159512"/>
                          </a:cubicBezTo>
                          <a:cubicBezTo>
                            <a:pt x="7865" y="160401"/>
                            <a:pt x="8436" y="161099"/>
                            <a:pt x="9071" y="161798"/>
                          </a:cubicBezTo>
                          <a:cubicBezTo>
                            <a:pt x="20057" y="173672"/>
                            <a:pt x="42091" y="171767"/>
                            <a:pt x="50791" y="185484"/>
                          </a:cubicBezTo>
                          <a:cubicBezTo>
                            <a:pt x="58284" y="182943"/>
                            <a:pt x="66602" y="179641"/>
                            <a:pt x="69587" y="172339"/>
                          </a:cubicBezTo>
                          <a:cubicBezTo>
                            <a:pt x="70158" y="170878"/>
                            <a:pt x="70539" y="169228"/>
                            <a:pt x="71746" y="168148"/>
                          </a:cubicBezTo>
                          <a:cubicBezTo>
                            <a:pt x="74032" y="166116"/>
                            <a:pt x="77715" y="167322"/>
                            <a:pt x="80509" y="166116"/>
                          </a:cubicBezTo>
                          <a:cubicBezTo>
                            <a:pt x="86668" y="163449"/>
                            <a:pt x="83874" y="151955"/>
                            <a:pt x="90097" y="149416"/>
                          </a:cubicBezTo>
                          <a:cubicBezTo>
                            <a:pt x="91177" y="148971"/>
                            <a:pt x="92383" y="148908"/>
                            <a:pt x="93463" y="148463"/>
                          </a:cubicBezTo>
                          <a:cubicBezTo>
                            <a:pt x="96066" y="147447"/>
                            <a:pt x="97527" y="144653"/>
                            <a:pt x="99114" y="142367"/>
                          </a:cubicBezTo>
                          <a:cubicBezTo>
                            <a:pt x="101337" y="139128"/>
                            <a:pt x="104194" y="136144"/>
                            <a:pt x="107623" y="134239"/>
                          </a:cubicBezTo>
                          <a:cubicBezTo>
                            <a:pt x="107941" y="132969"/>
                            <a:pt x="108195" y="131635"/>
                            <a:pt x="108512" y="130366"/>
                          </a:cubicBezTo>
                          <a:cubicBezTo>
                            <a:pt x="111306" y="128334"/>
                            <a:pt x="115624" y="128905"/>
                            <a:pt x="117720" y="131572"/>
                          </a:cubicBezTo>
                          <a:cubicBezTo>
                            <a:pt x="119434" y="133667"/>
                            <a:pt x="120069" y="137033"/>
                            <a:pt x="122609" y="137922"/>
                          </a:cubicBezTo>
                          <a:cubicBezTo>
                            <a:pt x="123943" y="138366"/>
                            <a:pt x="125403" y="138049"/>
                            <a:pt x="126864" y="137795"/>
                          </a:cubicBezTo>
                          <a:cubicBezTo>
                            <a:pt x="135500" y="136271"/>
                            <a:pt x="144834" y="140462"/>
                            <a:pt x="149470" y="147828"/>
                          </a:cubicBezTo>
                          <a:cubicBezTo>
                            <a:pt x="150359" y="149225"/>
                            <a:pt x="151121" y="150813"/>
                            <a:pt x="152518" y="151828"/>
                          </a:cubicBezTo>
                          <a:cubicBezTo>
                            <a:pt x="153915" y="152908"/>
                            <a:pt x="155756" y="153162"/>
                            <a:pt x="157471" y="153607"/>
                          </a:cubicBezTo>
                          <a:cubicBezTo>
                            <a:pt x="162995" y="155003"/>
                            <a:pt x="168012" y="158242"/>
                            <a:pt x="171568" y="162687"/>
                          </a:cubicBezTo>
                          <a:cubicBezTo>
                            <a:pt x="174743" y="166624"/>
                            <a:pt x="176775" y="171514"/>
                            <a:pt x="180648" y="174816"/>
                          </a:cubicBezTo>
                          <a:cubicBezTo>
                            <a:pt x="187316" y="180530"/>
                            <a:pt x="197285" y="179832"/>
                            <a:pt x="205477" y="183007"/>
                          </a:cubicBezTo>
                          <a:cubicBezTo>
                            <a:pt x="210430" y="184912"/>
                            <a:pt x="214684" y="188151"/>
                            <a:pt x="219383" y="190564"/>
                          </a:cubicBezTo>
                          <a:cubicBezTo>
                            <a:pt x="224082" y="192977"/>
                            <a:pt x="229670" y="194501"/>
                            <a:pt x="234623" y="192722"/>
                          </a:cubicBezTo>
                          <a:cubicBezTo>
                            <a:pt x="237100" y="191834"/>
                            <a:pt x="239259" y="190119"/>
                            <a:pt x="241735" y="189230"/>
                          </a:cubicBezTo>
                          <a:cubicBezTo>
                            <a:pt x="244085" y="188404"/>
                            <a:pt x="246625" y="188341"/>
                            <a:pt x="249038" y="187833"/>
                          </a:cubicBezTo>
                          <a:cubicBezTo>
                            <a:pt x="237481" y="142240"/>
                            <a:pt x="214430" y="98933"/>
                            <a:pt x="179632" y="62484"/>
                          </a:cubicBezTo>
                          <a:cubicBezTo>
                            <a:pt x="166043" y="48070"/>
                            <a:pt x="151311" y="35560"/>
                            <a:pt x="135754" y="24828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75" name="Google Shape;1175;p38"/>
                    <p:cNvSpPr/>
                    <p:nvPr/>
                  </p:nvSpPr>
                  <p:spPr>
                    <a:xfrm>
                      <a:off x="1018954" y="3497897"/>
                      <a:ext cx="441863" cy="33762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41863" h="337629" extrusionOk="0">
                          <a:moveTo>
                            <a:pt x="395254" y="220790"/>
                          </a:moveTo>
                          <a:cubicBezTo>
                            <a:pt x="394238" y="219202"/>
                            <a:pt x="392587" y="218123"/>
                            <a:pt x="391127" y="216980"/>
                          </a:cubicBezTo>
                          <a:cubicBezTo>
                            <a:pt x="385221" y="212217"/>
                            <a:pt x="381792" y="204534"/>
                            <a:pt x="382237" y="196977"/>
                          </a:cubicBezTo>
                          <a:cubicBezTo>
                            <a:pt x="382745" y="188214"/>
                            <a:pt x="388079" y="179388"/>
                            <a:pt x="385285" y="171069"/>
                          </a:cubicBezTo>
                          <a:cubicBezTo>
                            <a:pt x="381284" y="159068"/>
                            <a:pt x="362488" y="154178"/>
                            <a:pt x="363314" y="141542"/>
                          </a:cubicBezTo>
                          <a:cubicBezTo>
                            <a:pt x="363441" y="139573"/>
                            <a:pt x="364076" y="137668"/>
                            <a:pt x="363822" y="135763"/>
                          </a:cubicBezTo>
                          <a:cubicBezTo>
                            <a:pt x="363187" y="130810"/>
                            <a:pt x="356837" y="128524"/>
                            <a:pt x="351947" y="129731"/>
                          </a:cubicBezTo>
                          <a:cubicBezTo>
                            <a:pt x="347058" y="130937"/>
                            <a:pt x="343121" y="134366"/>
                            <a:pt x="338612" y="136652"/>
                          </a:cubicBezTo>
                          <a:cubicBezTo>
                            <a:pt x="335437" y="138240"/>
                            <a:pt x="331818" y="139446"/>
                            <a:pt x="329786" y="142367"/>
                          </a:cubicBezTo>
                          <a:cubicBezTo>
                            <a:pt x="328579" y="144018"/>
                            <a:pt x="328071" y="146177"/>
                            <a:pt x="326738" y="147701"/>
                          </a:cubicBezTo>
                          <a:cubicBezTo>
                            <a:pt x="322737" y="152527"/>
                            <a:pt x="314482" y="149797"/>
                            <a:pt x="309148" y="153035"/>
                          </a:cubicBezTo>
                          <a:cubicBezTo>
                            <a:pt x="306799" y="154432"/>
                            <a:pt x="304957" y="156972"/>
                            <a:pt x="302227" y="157163"/>
                          </a:cubicBezTo>
                          <a:cubicBezTo>
                            <a:pt x="299115" y="157353"/>
                            <a:pt x="296766" y="154432"/>
                            <a:pt x="293845" y="153480"/>
                          </a:cubicBezTo>
                          <a:cubicBezTo>
                            <a:pt x="284066" y="150432"/>
                            <a:pt x="278668" y="167831"/>
                            <a:pt x="268508" y="166370"/>
                          </a:cubicBezTo>
                          <a:cubicBezTo>
                            <a:pt x="264127" y="165735"/>
                            <a:pt x="259682" y="165100"/>
                            <a:pt x="255300" y="165672"/>
                          </a:cubicBezTo>
                          <a:cubicBezTo>
                            <a:pt x="250919" y="166243"/>
                            <a:pt x="246537" y="168148"/>
                            <a:pt x="243934" y="171768"/>
                          </a:cubicBezTo>
                          <a:cubicBezTo>
                            <a:pt x="242854" y="173228"/>
                            <a:pt x="242092" y="174943"/>
                            <a:pt x="241203" y="176593"/>
                          </a:cubicBezTo>
                          <a:cubicBezTo>
                            <a:pt x="238219" y="181737"/>
                            <a:pt x="233012" y="185484"/>
                            <a:pt x="227233" y="186754"/>
                          </a:cubicBezTo>
                          <a:cubicBezTo>
                            <a:pt x="226027" y="187008"/>
                            <a:pt x="224757" y="187198"/>
                            <a:pt x="223741" y="187897"/>
                          </a:cubicBezTo>
                          <a:cubicBezTo>
                            <a:pt x="222534" y="188722"/>
                            <a:pt x="221836" y="190056"/>
                            <a:pt x="221391" y="191453"/>
                          </a:cubicBezTo>
                          <a:cubicBezTo>
                            <a:pt x="219169" y="197612"/>
                            <a:pt x="220502" y="205423"/>
                            <a:pt x="223741" y="211074"/>
                          </a:cubicBezTo>
                          <a:cubicBezTo>
                            <a:pt x="218915" y="210630"/>
                            <a:pt x="213962" y="212344"/>
                            <a:pt x="210469" y="215710"/>
                          </a:cubicBezTo>
                          <a:cubicBezTo>
                            <a:pt x="208501" y="217551"/>
                            <a:pt x="206977" y="219964"/>
                            <a:pt x="204564" y="221171"/>
                          </a:cubicBezTo>
                          <a:cubicBezTo>
                            <a:pt x="200055" y="223393"/>
                            <a:pt x="194785" y="220599"/>
                            <a:pt x="190530" y="217868"/>
                          </a:cubicBezTo>
                          <a:cubicBezTo>
                            <a:pt x="189197" y="217043"/>
                            <a:pt x="187609" y="216154"/>
                            <a:pt x="186149" y="216662"/>
                          </a:cubicBezTo>
                          <a:cubicBezTo>
                            <a:pt x="185006" y="217043"/>
                            <a:pt x="184307" y="218123"/>
                            <a:pt x="183609" y="219075"/>
                          </a:cubicBezTo>
                          <a:cubicBezTo>
                            <a:pt x="181640" y="221806"/>
                            <a:pt x="178338" y="224409"/>
                            <a:pt x="175227" y="223139"/>
                          </a:cubicBezTo>
                          <a:cubicBezTo>
                            <a:pt x="170655" y="221298"/>
                            <a:pt x="172179" y="214186"/>
                            <a:pt x="169448" y="210058"/>
                          </a:cubicBezTo>
                          <a:cubicBezTo>
                            <a:pt x="167035" y="212408"/>
                            <a:pt x="164559" y="215011"/>
                            <a:pt x="163860" y="218249"/>
                          </a:cubicBezTo>
                          <a:cubicBezTo>
                            <a:pt x="163416" y="220218"/>
                            <a:pt x="163670" y="222187"/>
                            <a:pt x="163606" y="224155"/>
                          </a:cubicBezTo>
                          <a:cubicBezTo>
                            <a:pt x="163352" y="232728"/>
                            <a:pt x="154907" y="240983"/>
                            <a:pt x="146588" y="238697"/>
                          </a:cubicBezTo>
                          <a:cubicBezTo>
                            <a:pt x="141127" y="237173"/>
                            <a:pt x="137571" y="232029"/>
                            <a:pt x="134206" y="227521"/>
                          </a:cubicBezTo>
                          <a:cubicBezTo>
                            <a:pt x="131094" y="223330"/>
                            <a:pt x="127665" y="219139"/>
                            <a:pt x="126586" y="213995"/>
                          </a:cubicBezTo>
                          <a:cubicBezTo>
                            <a:pt x="125570" y="208915"/>
                            <a:pt x="127602" y="202311"/>
                            <a:pt x="132682" y="201168"/>
                          </a:cubicBezTo>
                          <a:cubicBezTo>
                            <a:pt x="134650" y="198057"/>
                            <a:pt x="137635" y="195580"/>
                            <a:pt x="141064" y="194247"/>
                          </a:cubicBezTo>
                          <a:cubicBezTo>
                            <a:pt x="137889" y="191326"/>
                            <a:pt x="138905" y="185674"/>
                            <a:pt x="142143" y="182880"/>
                          </a:cubicBezTo>
                          <a:cubicBezTo>
                            <a:pt x="145445" y="180086"/>
                            <a:pt x="150144" y="179642"/>
                            <a:pt x="154399" y="180213"/>
                          </a:cubicBezTo>
                          <a:cubicBezTo>
                            <a:pt x="159225" y="180848"/>
                            <a:pt x="163924" y="182626"/>
                            <a:pt x="167988" y="185420"/>
                          </a:cubicBezTo>
                          <a:cubicBezTo>
                            <a:pt x="169766" y="186627"/>
                            <a:pt x="172369" y="187897"/>
                            <a:pt x="173703" y="186246"/>
                          </a:cubicBezTo>
                          <a:cubicBezTo>
                            <a:pt x="174655" y="184976"/>
                            <a:pt x="173830" y="183134"/>
                            <a:pt x="172941" y="181864"/>
                          </a:cubicBezTo>
                          <a:cubicBezTo>
                            <a:pt x="170147" y="177927"/>
                            <a:pt x="166337" y="174752"/>
                            <a:pt x="162019" y="172593"/>
                          </a:cubicBezTo>
                          <a:cubicBezTo>
                            <a:pt x="159225" y="171196"/>
                            <a:pt x="156177" y="170180"/>
                            <a:pt x="154018" y="167894"/>
                          </a:cubicBezTo>
                          <a:cubicBezTo>
                            <a:pt x="148176" y="161608"/>
                            <a:pt x="153256" y="151257"/>
                            <a:pt x="151224" y="142939"/>
                          </a:cubicBezTo>
                          <a:cubicBezTo>
                            <a:pt x="150208" y="138938"/>
                            <a:pt x="147604" y="135509"/>
                            <a:pt x="145572" y="131953"/>
                          </a:cubicBezTo>
                          <a:cubicBezTo>
                            <a:pt x="143540" y="128334"/>
                            <a:pt x="142016" y="123952"/>
                            <a:pt x="143540" y="120142"/>
                          </a:cubicBezTo>
                          <a:cubicBezTo>
                            <a:pt x="144493" y="117793"/>
                            <a:pt x="146398" y="115951"/>
                            <a:pt x="147795" y="113856"/>
                          </a:cubicBezTo>
                          <a:cubicBezTo>
                            <a:pt x="149192" y="111760"/>
                            <a:pt x="150017" y="108839"/>
                            <a:pt x="148557" y="106743"/>
                          </a:cubicBezTo>
                          <a:cubicBezTo>
                            <a:pt x="147668" y="105474"/>
                            <a:pt x="146144" y="104775"/>
                            <a:pt x="144937" y="103759"/>
                          </a:cubicBezTo>
                          <a:cubicBezTo>
                            <a:pt x="142334" y="101473"/>
                            <a:pt x="141889" y="97409"/>
                            <a:pt x="143223" y="94234"/>
                          </a:cubicBezTo>
                          <a:cubicBezTo>
                            <a:pt x="144556" y="91059"/>
                            <a:pt x="147350" y="88710"/>
                            <a:pt x="150462" y="87186"/>
                          </a:cubicBezTo>
                          <a:cubicBezTo>
                            <a:pt x="152176" y="86297"/>
                            <a:pt x="154272" y="85408"/>
                            <a:pt x="154716" y="83503"/>
                          </a:cubicBezTo>
                          <a:cubicBezTo>
                            <a:pt x="154907" y="82550"/>
                            <a:pt x="154653" y="81534"/>
                            <a:pt x="154462" y="80582"/>
                          </a:cubicBezTo>
                          <a:cubicBezTo>
                            <a:pt x="153510" y="75946"/>
                            <a:pt x="154526" y="71311"/>
                            <a:pt x="157066" y="67374"/>
                          </a:cubicBezTo>
                          <a:cubicBezTo>
                            <a:pt x="152430" y="66802"/>
                            <a:pt x="148938" y="72517"/>
                            <a:pt x="144302" y="72327"/>
                          </a:cubicBezTo>
                          <a:cubicBezTo>
                            <a:pt x="141572" y="72199"/>
                            <a:pt x="139413" y="70041"/>
                            <a:pt x="137508" y="68072"/>
                          </a:cubicBezTo>
                          <a:cubicBezTo>
                            <a:pt x="136555" y="72390"/>
                            <a:pt x="133761" y="76264"/>
                            <a:pt x="130015" y="78613"/>
                          </a:cubicBezTo>
                          <a:cubicBezTo>
                            <a:pt x="125443" y="71818"/>
                            <a:pt x="127729" y="61405"/>
                            <a:pt x="134714" y="57150"/>
                          </a:cubicBezTo>
                          <a:cubicBezTo>
                            <a:pt x="135857" y="56452"/>
                            <a:pt x="137127" y="55880"/>
                            <a:pt x="137889" y="54801"/>
                          </a:cubicBezTo>
                          <a:cubicBezTo>
                            <a:pt x="139984" y="51880"/>
                            <a:pt x="137190" y="47562"/>
                            <a:pt x="138524" y="44260"/>
                          </a:cubicBezTo>
                          <a:cubicBezTo>
                            <a:pt x="139984" y="40449"/>
                            <a:pt x="145953" y="40577"/>
                            <a:pt x="148747" y="43498"/>
                          </a:cubicBezTo>
                          <a:cubicBezTo>
                            <a:pt x="151541" y="46482"/>
                            <a:pt x="152049" y="50864"/>
                            <a:pt x="152367" y="54928"/>
                          </a:cubicBezTo>
                          <a:cubicBezTo>
                            <a:pt x="156431" y="51499"/>
                            <a:pt x="161638" y="49467"/>
                            <a:pt x="166908" y="49213"/>
                          </a:cubicBezTo>
                          <a:cubicBezTo>
                            <a:pt x="164051" y="44641"/>
                            <a:pt x="159161" y="41783"/>
                            <a:pt x="154462" y="39116"/>
                          </a:cubicBezTo>
                          <a:cubicBezTo>
                            <a:pt x="153192" y="38418"/>
                            <a:pt x="151986" y="37719"/>
                            <a:pt x="150716" y="37021"/>
                          </a:cubicBezTo>
                          <a:cubicBezTo>
                            <a:pt x="148303" y="35687"/>
                            <a:pt x="145953" y="34290"/>
                            <a:pt x="143477" y="33084"/>
                          </a:cubicBezTo>
                          <a:cubicBezTo>
                            <a:pt x="138143" y="30417"/>
                            <a:pt x="132301" y="28194"/>
                            <a:pt x="126332" y="28893"/>
                          </a:cubicBezTo>
                          <a:cubicBezTo>
                            <a:pt x="123855" y="29147"/>
                            <a:pt x="121442" y="29909"/>
                            <a:pt x="118966" y="29845"/>
                          </a:cubicBezTo>
                          <a:cubicBezTo>
                            <a:pt x="116489" y="29782"/>
                            <a:pt x="113822" y="28639"/>
                            <a:pt x="112933" y="26353"/>
                          </a:cubicBezTo>
                          <a:cubicBezTo>
                            <a:pt x="112425" y="25083"/>
                            <a:pt x="112489" y="23559"/>
                            <a:pt x="111473" y="22670"/>
                          </a:cubicBezTo>
                          <a:cubicBezTo>
                            <a:pt x="110838" y="22162"/>
                            <a:pt x="110012" y="22035"/>
                            <a:pt x="109187" y="21971"/>
                          </a:cubicBezTo>
                          <a:cubicBezTo>
                            <a:pt x="104805" y="21717"/>
                            <a:pt x="100360" y="22543"/>
                            <a:pt x="96360" y="24384"/>
                          </a:cubicBezTo>
                          <a:cubicBezTo>
                            <a:pt x="99471" y="25464"/>
                            <a:pt x="102202" y="28321"/>
                            <a:pt x="102265" y="31623"/>
                          </a:cubicBezTo>
                          <a:cubicBezTo>
                            <a:pt x="102329" y="34925"/>
                            <a:pt x="99090" y="38164"/>
                            <a:pt x="95915" y="37402"/>
                          </a:cubicBezTo>
                          <a:cubicBezTo>
                            <a:pt x="90645" y="36132"/>
                            <a:pt x="90454" y="27178"/>
                            <a:pt x="85184" y="26035"/>
                          </a:cubicBezTo>
                          <a:cubicBezTo>
                            <a:pt x="82771" y="25527"/>
                            <a:pt x="80485" y="26924"/>
                            <a:pt x="78389" y="28258"/>
                          </a:cubicBezTo>
                          <a:cubicBezTo>
                            <a:pt x="75532" y="30163"/>
                            <a:pt x="72738" y="32004"/>
                            <a:pt x="69880" y="33909"/>
                          </a:cubicBezTo>
                          <a:cubicBezTo>
                            <a:pt x="66896" y="35878"/>
                            <a:pt x="63594" y="38608"/>
                            <a:pt x="64038" y="42164"/>
                          </a:cubicBezTo>
                          <a:cubicBezTo>
                            <a:pt x="64546" y="45847"/>
                            <a:pt x="68864" y="47625"/>
                            <a:pt x="72547" y="48133"/>
                          </a:cubicBezTo>
                          <a:cubicBezTo>
                            <a:pt x="76230" y="48705"/>
                            <a:pt x="80485" y="49022"/>
                            <a:pt x="82707" y="52007"/>
                          </a:cubicBezTo>
                          <a:cubicBezTo>
                            <a:pt x="85501" y="55880"/>
                            <a:pt x="83088" y="61151"/>
                            <a:pt x="82453" y="65849"/>
                          </a:cubicBezTo>
                          <a:cubicBezTo>
                            <a:pt x="81882" y="69850"/>
                            <a:pt x="82707" y="73978"/>
                            <a:pt x="84739" y="77470"/>
                          </a:cubicBezTo>
                          <a:cubicBezTo>
                            <a:pt x="85247" y="78296"/>
                            <a:pt x="85819" y="79185"/>
                            <a:pt x="85819" y="80137"/>
                          </a:cubicBezTo>
                          <a:cubicBezTo>
                            <a:pt x="85819" y="81661"/>
                            <a:pt x="84485" y="82741"/>
                            <a:pt x="83279" y="83630"/>
                          </a:cubicBezTo>
                          <a:cubicBezTo>
                            <a:pt x="79723" y="86233"/>
                            <a:pt x="76230" y="88900"/>
                            <a:pt x="72674" y="91504"/>
                          </a:cubicBezTo>
                          <a:cubicBezTo>
                            <a:pt x="69626" y="93790"/>
                            <a:pt x="66261" y="96139"/>
                            <a:pt x="62451" y="96330"/>
                          </a:cubicBezTo>
                          <a:cubicBezTo>
                            <a:pt x="58323" y="96520"/>
                            <a:pt x="54386" y="94107"/>
                            <a:pt x="50259" y="94488"/>
                          </a:cubicBezTo>
                          <a:cubicBezTo>
                            <a:pt x="48290" y="94615"/>
                            <a:pt x="46322" y="95441"/>
                            <a:pt x="44417" y="95123"/>
                          </a:cubicBezTo>
                          <a:cubicBezTo>
                            <a:pt x="40416" y="94552"/>
                            <a:pt x="38511" y="90043"/>
                            <a:pt x="37432" y="86170"/>
                          </a:cubicBezTo>
                          <a:cubicBezTo>
                            <a:pt x="34574" y="75946"/>
                            <a:pt x="32987" y="65342"/>
                            <a:pt x="32606" y="54737"/>
                          </a:cubicBezTo>
                          <a:cubicBezTo>
                            <a:pt x="32415" y="50038"/>
                            <a:pt x="35273" y="44768"/>
                            <a:pt x="38448" y="41339"/>
                          </a:cubicBezTo>
                          <a:cubicBezTo>
                            <a:pt x="40924" y="41021"/>
                            <a:pt x="47528" y="40196"/>
                            <a:pt x="47528" y="40196"/>
                          </a:cubicBezTo>
                          <a:cubicBezTo>
                            <a:pt x="47528" y="40196"/>
                            <a:pt x="51592" y="35624"/>
                            <a:pt x="48798" y="33465"/>
                          </a:cubicBezTo>
                          <a:cubicBezTo>
                            <a:pt x="46068" y="31306"/>
                            <a:pt x="41369" y="35052"/>
                            <a:pt x="34257" y="26099"/>
                          </a:cubicBezTo>
                          <a:cubicBezTo>
                            <a:pt x="27081" y="17145"/>
                            <a:pt x="34447" y="19114"/>
                            <a:pt x="35654" y="12446"/>
                          </a:cubicBezTo>
                          <a:cubicBezTo>
                            <a:pt x="36860" y="5842"/>
                            <a:pt x="33050" y="2540"/>
                            <a:pt x="29304" y="0"/>
                          </a:cubicBezTo>
                          <a:cubicBezTo>
                            <a:pt x="28288" y="445"/>
                            <a:pt x="27272" y="762"/>
                            <a:pt x="26256" y="1080"/>
                          </a:cubicBezTo>
                          <a:cubicBezTo>
                            <a:pt x="-9241" y="77470"/>
                            <a:pt x="-8860" y="166688"/>
                            <a:pt x="28097" y="243015"/>
                          </a:cubicBezTo>
                          <a:cubicBezTo>
                            <a:pt x="33876" y="244666"/>
                            <a:pt x="39146" y="247206"/>
                            <a:pt x="43083" y="251651"/>
                          </a:cubicBezTo>
                          <a:cubicBezTo>
                            <a:pt x="43972" y="252667"/>
                            <a:pt x="44861" y="253873"/>
                            <a:pt x="46131" y="254381"/>
                          </a:cubicBezTo>
                          <a:cubicBezTo>
                            <a:pt x="47020" y="254762"/>
                            <a:pt x="48036" y="254699"/>
                            <a:pt x="48989" y="254635"/>
                          </a:cubicBezTo>
                          <a:cubicBezTo>
                            <a:pt x="57053" y="254127"/>
                            <a:pt x="65245" y="252032"/>
                            <a:pt x="72992" y="254127"/>
                          </a:cubicBezTo>
                          <a:cubicBezTo>
                            <a:pt x="79342" y="255842"/>
                            <a:pt x="84612" y="260223"/>
                            <a:pt x="90518" y="263081"/>
                          </a:cubicBezTo>
                          <a:cubicBezTo>
                            <a:pt x="96423" y="265938"/>
                            <a:pt x="104170" y="267018"/>
                            <a:pt x="109060" y="262636"/>
                          </a:cubicBezTo>
                          <a:cubicBezTo>
                            <a:pt x="104170" y="260287"/>
                            <a:pt x="98646" y="259715"/>
                            <a:pt x="93375" y="258318"/>
                          </a:cubicBezTo>
                          <a:cubicBezTo>
                            <a:pt x="88105" y="256921"/>
                            <a:pt x="82707" y="254381"/>
                            <a:pt x="80104" y="249618"/>
                          </a:cubicBezTo>
                          <a:cubicBezTo>
                            <a:pt x="79596" y="248730"/>
                            <a:pt x="79215" y="247650"/>
                            <a:pt x="79532" y="246698"/>
                          </a:cubicBezTo>
                          <a:cubicBezTo>
                            <a:pt x="79786" y="245936"/>
                            <a:pt x="80421" y="245364"/>
                            <a:pt x="81056" y="244920"/>
                          </a:cubicBezTo>
                          <a:cubicBezTo>
                            <a:pt x="84231" y="242951"/>
                            <a:pt x="88359" y="243713"/>
                            <a:pt x="91851" y="245110"/>
                          </a:cubicBezTo>
                          <a:cubicBezTo>
                            <a:pt x="95344" y="246507"/>
                            <a:pt x="98646" y="248476"/>
                            <a:pt x="102392" y="248857"/>
                          </a:cubicBezTo>
                          <a:cubicBezTo>
                            <a:pt x="105123" y="249111"/>
                            <a:pt x="107980" y="248476"/>
                            <a:pt x="110647" y="249174"/>
                          </a:cubicBezTo>
                          <a:cubicBezTo>
                            <a:pt x="115791" y="250508"/>
                            <a:pt x="118839" y="256286"/>
                            <a:pt x="123982" y="257810"/>
                          </a:cubicBezTo>
                          <a:cubicBezTo>
                            <a:pt x="126776" y="258636"/>
                            <a:pt x="129697" y="258064"/>
                            <a:pt x="132555" y="257429"/>
                          </a:cubicBezTo>
                          <a:cubicBezTo>
                            <a:pt x="139032" y="255968"/>
                            <a:pt x="145699" y="254127"/>
                            <a:pt x="151986" y="252095"/>
                          </a:cubicBezTo>
                          <a:cubicBezTo>
                            <a:pt x="164559" y="239395"/>
                            <a:pt x="182212" y="231839"/>
                            <a:pt x="200055" y="231585"/>
                          </a:cubicBezTo>
                          <a:cubicBezTo>
                            <a:pt x="201516" y="231585"/>
                            <a:pt x="203040" y="231585"/>
                            <a:pt x="204310" y="230949"/>
                          </a:cubicBezTo>
                          <a:cubicBezTo>
                            <a:pt x="205453" y="230378"/>
                            <a:pt x="206278" y="229426"/>
                            <a:pt x="207104" y="228473"/>
                          </a:cubicBezTo>
                          <a:cubicBezTo>
                            <a:pt x="212184" y="222250"/>
                            <a:pt x="218407" y="214440"/>
                            <a:pt x="226281" y="216091"/>
                          </a:cubicBezTo>
                          <a:cubicBezTo>
                            <a:pt x="233583" y="217615"/>
                            <a:pt x="236504" y="226441"/>
                            <a:pt x="237457" y="233871"/>
                          </a:cubicBezTo>
                          <a:cubicBezTo>
                            <a:pt x="238409" y="241300"/>
                            <a:pt x="239425" y="249936"/>
                            <a:pt x="245775" y="253810"/>
                          </a:cubicBezTo>
                          <a:cubicBezTo>
                            <a:pt x="255046" y="259398"/>
                            <a:pt x="268381" y="250317"/>
                            <a:pt x="277462" y="256286"/>
                          </a:cubicBezTo>
                          <a:cubicBezTo>
                            <a:pt x="279938" y="257937"/>
                            <a:pt x="281843" y="260541"/>
                            <a:pt x="284637" y="261493"/>
                          </a:cubicBezTo>
                          <a:cubicBezTo>
                            <a:pt x="290860" y="263652"/>
                            <a:pt x="296194" y="256731"/>
                            <a:pt x="302354" y="254508"/>
                          </a:cubicBezTo>
                          <a:cubicBezTo>
                            <a:pt x="310291" y="251651"/>
                            <a:pt x="318673" y="256731"/>
                            <a:pt x="325595" y="261557"/>
                          </a:cubicBezTo>
                          <a:cubicBezTo>
                            <a:pt x="336072" y="268923"/>
                            <a:pt x="346550" y="276289"/>
                            <a:pt x="357027" y="283655"/>
                          </a:cubicBezTo>
                          <a:cubicBezTo>
                            <a:pt x="363758" y="288417"/>
                            <a:pt x="370616" y="293243"/>
                            <a:pt x="375633" y="299720"/>
                          </a:cubicBezTo>
                          <a:cubicBezTo>
                            <a:pt x="378935" y="303974"/>
                            <a:pt x="382046" y="309309"/>
                            <a:pt x="387317" y="310007"/>
                          </a:cubicBezTo>
                          <a:cubicBezTo>
                            <a:pt x="390746" y="310515"/>
                            <a:pt x="395000" y="309118"/>
                            <a:pt x="397096" y="311849"/>
                          </a:cubicBezTo>
                          <a:cubicBezTo>
                            <a:pt x="398048" y="313119"/>
                            <a:pt x="398112" y="314833"/>
                            <a:pt x="398747" y="316294"/>
                          </a:cubicBezTo>
                          <a:cubicBezTo>
                            <a:pt x="399636" y="318326"/>
                            <a:pt x="401541" y="319659"/>
                            <a:pt x="403319" y="320929"/>
                          </a:cubicBezTo>
                          <a:cubicBezTo>
                            <a:pt x="414558" y="328676"/>
                            <a:pt x="426496" y="336614"/>
                            <a:pt x="440085" y="337630"/>
                          </a:cubicBezTo>
                          <a:cubicBezTo>
                            <a:pt x="440657" y="335979"/>
                            <a:pt x="441292" y="334264"/>
                            <a:pt x="441863" y="332613"/>
                          </a:cubicBezTo>
                          <a:cubicBezTo>
                            <a:pt x="440149" y="333312"/>
                            <a:pt x="438434" y="333947"/>
                            <a:pt x="436720" y="334645"/>
                          </a:cubicBezTo>
                          <a:cubicBezTo>
                            <a:pt x="431195" y="327597"/>
                            <a:pt x="426560" y="319786"/>
                            <a:pt x="422940" y="311531"/>
                          </a:cubicBezTo>
                          <a:cubicBezTo>
                            <a:pt x="418876" y="314579"/>
                            <a:pt x="411891" y="310324"/>
                            <a:pt x="412780" y="305308"/>
                          </a:cubicBezTo>
                          <a:cubicBezTo>
                            <a:pt x="412971" y="304292"/>
                            <a:pt x="413352" y="303276"/>
                            <a:pt x="413098" y="302324"/>
                          </a:cubicBezTo>
                          <a:cubicBezTo>
                            <a:pt x="412717" y="301117"/>
                            <a:pt x="411447" y="300482"/>
                            <a:pt x="410431" y="299720"/>
                          </a:cubicBezTo>
                          <a:cubicBezTo>
                            <a:pt x="407256" y="297434"/>
                            <a:pt x="406049" y="292735"/>
                            <a:pt x="407764" y="289179"/>
                          </a:cubicBezTo>
                          <a:cubicBezTo>
                            <a:pt x="404144" y="289878"/>
                            <a:pt x="400334" y="289497"/>
                            <a:pt x="396905" y="288036"/>
                          </a:cubicBezTo>
                          <a:cubicBezTo>
                            <a:pt x="399445" y="286131"/>
                            <a:pt x="401414" y="283401"/>
                            <a:pt x="402430" y="280416"/>
                          </a:cubicBezTo>
                          <a:cubicBezTo>
                            <a:pt x="399445" y="280226"/>
                            <a:pt x="396778" y="277876"/>
                            <a:pt x="396270" y="274955"/>
                          </a:cubicBezTo>
                          <a:cubicBezTo>
                            <a:pt x="395762" y="272034"/>
                            <a:pt x="397477" y="268859"/>
                            <a:pt x="400207" y="267716"/>
                          </a:cubicBezTo>
                          <a:cubicBezTo>
                            <a:pt x="397350" y="264922"/>
                            <a:pt x="394429" y="262001"/>
                            <a:pt x="393286" y="258191"/>
                          </a:cubicBezTo>
                          <a:cubicBezTo>
                            <a:pt x="392143" y="254381"/>
                            <a:pt x="393476" y="249492"/>
                            <a:pt x="397223" y="248095"/>
                          </a:cubicBezTo>
                          <a:cubicBezTo>
                            <a:pt x="398048" y="247777"/>
                            <a:pt x="398937" y="247587"/>
                            <a:pt x="399445" y="246952"/>
                          </a:cubicBezTo>
                          <a:cubicBezTo>
                            <a:pt x="399953" y="246253"/>
                            <a:pt x="399826" y="245364"/>
                            <a:pt x="399699" y="244539"/>
                          </a:cubicBezTo>
                          <a:cubicBezTo>
                            <a:pt x="398747" y="238316"/>
                            <a:pt x="397794" y="232029"/>
                            <a:pt x="396842" y="225806"/>
                          </a:cubicBezTo>
                          <a:cubicBezTo>
                            <a:pt x="396461" y="224092"/>
                            <a:pt x="396207" y="222250"/>
                            <a:pt x="395254" y="22079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76" name="Google Shape;1176;p38"/>
                    <p:cNvSpPr/>
                    <p:nvPr/>
                  </p:nvSpPr>
                  <p:spPr>
                    <a:xfrm>
                      <a:off x="1054925" y="3462591"/>
                      <a:ext cx="58243" cy="575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8243" h="57530" extrusionOk="0">
                          <a:moveTo>
                            <a:pt x="4064" y="25083"/>
                          </a:moveTo>
                          <a:cubicBezTo>
                            <a:pt x="6096" y="27242"/>
                            <a:pt x="8572" y="28893"/>
                            <a:pt x="10858" y="30861"/>
                          </a:cubicBezTo>
                          <a:cubicBezTo>
                            <a:pt x="14541" y="28639"/>
                            <a:pt x="19749" y="29147"/>
                            <a:pt x="22860" y="32131"/>
                          </a:cubicBezTo>
                          <a:cubicBezTo>
                            <a:pt x="19812" y="40196"/>
                            <a:pt x="18478" y="48895"/>
                            <a:pt x="18923" y="57531"/>
                          </a:cubicBezTo>
                          <a:cubicBezTo>
                            <a:pt x="20828" y="54991"/>
                            <a:pt x="24321" y="54229"/>
                            <a:pt x="27496" y="54420"/>
                          </a:cubicBezTo>
                          <a:cubicBezTo>
                            <a:pt x="30671" y="54610"/>
                            <a:pt x="33782" y="55436"/>
                            <a:pt x="36957" y="55245"/>
                          </a:cubicBezTo>
                          <a:cubicBezTo>
                            <a:pt x="44323" y="54801"/>
                            <a:pt x="50101" y="48959"/>
                            <a:pt x="55118" y="43498"/>
                          </a:cubicBezTo>
                          <a:cubicBezTo>
                            <a:pt x="57150" y="41275"/>
                            <a:pt x="59309" y="38037"/>
                            <a:pt x="57658" y="35560"/>
                          </a:cubicBezTo>
                          <a:cubicBezTo>
                            <a:pt x="56769" y="34290"/>
                            <a:pt x="55182" y="33718"/>
                            <a:pt x="53721" y="33274"/>
                          </a:cubicBezTo>
                          <a:cubicBezTo>
                            <a:pt x="50038" y="32131"/>
                            <a:pt x="46355" y="30988"/>
                            <a:pt x="42608" y="29845"/>
                          </a:cubicBezTo>
                          <a:cubicBezTo>
                            <a:pt x="40449" y="29210"/>
                            <a:pt x="38036" y="28258"/>
                            <a:pt x="37401" y="26099"/>
                          </a:cubicBezTo>
                          <a:cubicBezTo>
                            <a:pt x="36893" y="24257"/>
                            <a:pt x="38036" y="22289"/>
                            <a:pt x="39560" y="21082"/>
                          </a:cubicBezTo>
                          <a:cubicBezTo>
                            <a:pt x="41085" y="19876"/>
                            <a:pt x="42989" y="19241"/>
                            <a:pt x="44640" y="18288"/>
                          </a:cubicBezTo>
                          <a:cubicBezTo>
                            <a:pt x="49847" y="15240"/>
                            <a:pt x="52705" y="8699"/>
                            <a:pt x="51371" y="2858"/>
                          </a:cubicBezTo>
                          <a:cubicBezTo>
                            <a:pt x="47053" y="6858"/>
                            <a:pt x="41910" y="9970"/>
                            <a:pt x="36385" y="11938"/>
                          </a:cubicBezTo>
                          <a:cubicBezTo>
                            <a:pt x="35115" y="12383"/>
                            <a:pt x="33846" y="12764"/>
                            <a:pt x="32512" y="12700"/>
                          </a:cubicBezTo>
                          <a:cubicBezTo>
                            <a:pt x="30099" y="12446"/>
                            <a:pt x="28194" y="10541"/>
                            <a:pt x="26352" y="8890"/>
                          </a:cubicBezTo>
                          <a:cubicBezTo>
                            <a:pt x="22924" y="5779"/>
                            <a:pt x="16383" y="953"/>
                            <a:pt x="10477" y="0"/>
                          </a:cubicBezTo>
                          <a:cubicBezTo>
                            <a:pt x="6794" y="5588"/>
                            <a:pt x="3238" y="11240"/>
                            <a:pt x="0" y="17018"/>
                          </a:cubicBezTo>
                          <a:cubicBezTo>
                            <a:pt x="762" y="20193"/>
                            <a:pt x="2222" y="23114"/>
                            <a:pt x="4064" y="25083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77" name="Google Shape;1177;p38"/>
                    <p:cNvSpPr/>
                    <p:nvPr/>
                  </p:nvSpPr>
                  <p:spPr>
                    <a:xfrm>
                      <a:off x="1083183" y="3373628"/>
                      <a:ext cx="91027" cy="1016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1027" h="101624" extrusionOk="0">
                          <a:moveTo>
                            <a:pt x="65468" y="38290"/>
                          </a:moveTo>
                          <a:cubicBezTo>
                            <a:pt x="67119" y="31369"/>
                            <a:pt x="70676" y="25019"/>
                            <a:pt x="74866" y="19240"/>
                          </a:cubicBezTo>
                          <a:cubicBezTo>
                            <a:pt x="76390" y="17145"/>
                            <a:pt x="77978" y="15049"/>
                            <a:pt x="78740" y="12573"/>
                          </a:cubicBezTo>
                          <a:cubicBezTo>
                            <a:pt x="80010" y="8382"/>
                            <a:pt x="78549" y="3937"/>
                            <a:pt x="76454" y="0"/>
                          </a:cubicBezTo>
                          <a:cubicBezTo>
                            <a:pt x="57468" y="10985"/>
                            <a:pt x="39497" y="24320"/>
                            <a:pt x="22924" y="40132"/>
                          </a:cubicBezTo>
                          <a:cubicBezTo>
                            <a:pt x="14668" y="48006"/>
                            <a:pt x="7112" y="56324"/>
                            <a:pt x="0" y="64897"/>
                          </a:cubicBezTo>
                          <a:cubicBezTo>
                            <a:pt x="14351" y="69151"/>
                            <a:pt x="27622" y="76835"/>
                            <a:pt x="37973" y="87693"/>
                          </a:cubicBezTo>
                          <a:cubicBezTo>
                            <a:pt x="39815" y="89662"/>
                            <a:pt x="41656" y="91757"/>
                            <a:pt x="44005" y="93091"/>
                          </a:cubicBezTo>
                          <a:cubicBezTo>
                            <a:pt x="45974" y="94170"/>
                            <a:pt x="48133" y="94742"/>
                            <a:pt x="50292" y="95250"/>
                          </a:cubicBezTo>
                          <a:cubicBezTo>
                            <a:pt x="58039" y="97155"/>
                            <a:pt x="65786" y="99060"/>
                            <a:pt x="73533" y="100965"/>
                          </a:cubicBezTo>
                          <a:cubicBezTo>
                            <a:pt x="74993" y="101346"/>
                            <a:pt x="76518" y="101727"/>
                            <a:pt x="78041" y="101600"/>
                          </a:cubicBezTo>
                          <a:cubicBezTo>
                            <a:pt x="83820" y="101346"/>
                            <a:pt x="87376" y="95313"/>
                            <a:pt x="89852" y="90106"/>
                          </a:cubicBezTo>
                          <a:cubicBezTo>
                            <a:pt x="90488" y="88709"/>
                            <a:pt x="91186" y="87249"/>
                            <a:pt x="90996" y="85725"/>
                          </a:cubicBezTo>
                          <a:cubicBezTo>
                            <a:pt x="90868" y="84772"/>
                            <a:pt x="90488" y="83820"/>
                            <a:pt x="89979" y="82994"/>
                          </a:cubicBezTo>
                          <a:cubicBezTo>
                            <a:pt x="84582" y="73469"/>
                            <a:pt x="73088" y="68580"/>
                            <a:pt x="67754" y="58991"/>
                          </a:cubicBezTo>
                          <a:cubicBezTo>
                            <a:pt x="64262" y="52832"/>
                            <a:pt x="63818" y="45212"/>
                            <a:pt x="65468" y="3829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78" name="Google Shape;1178;p38"/>
                    <p:cNvSpPr/>
                    <p:nvPr/>
                  </p:nvSpPr>
                  <p:spPr>
                    <a:xfrm>
                      <a:off x="1285162" y="3336163"/>
                      <a:ext cx="121997" cy="13519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997" h="135191" extrusionOk="0">
                          <a:moveTo>
                            <a:pt x="20080" y="93472"/>
                          </a:moveTo>
                          <a:cubicBezTo>
                            <a:pt x="19318" y="96076"/>
                            <a:pt x="17731" y="98361"/>
                            <a:pt x="16461" y="100711"/>
                          </a:cubicBezTo>
                          <a:cubicBezTo>
                            <a:pt x="12206" y="108839"/>
                            <a:pt x="11635" y="118301"/>
                            <a:pt x="11127" y="127445"/>
                          </a:cubicBezTo>
                          <a:cubicBezTo>
                            <a:pt x="11063" y="128270"/>
                            <a:pt x="11063" y="129159"/>
                            <a:pt x="11444" y="129858"/>
                          </a:cubicBezTo>
                          <a:cubicBezTo>
                            <a:pt x="11952" y="130746"/>
                            <a:pt x="12968" y="131191"/>
                            <a:pt x="13857" y="131572"/>
                          </a:cubicBezTo>
                          <a:cubicBezTo>
                            <a:pt x="16842" y="132778"/>
                            <a:pt x="19826" y="133985"/>
                            <a:pt x="22747" y="135191"/>
                          </a:cubicBezTo>
                          <a:cubicBezTo>
                            <a:pt x="24271" y="132969"/>
                            <a:pt x="25351" y="130429"/>
                            <a:pt x="26430" y="127953"/>
                          </a:cubicBezTo>
                          <a:cubicBezTo>
                            <a:pt x="29986" y="119952"/>
                            <a:pt x="33542" y="111823"/>
                            <a:pt x="34368" y="103124"/>
                          </a:cubicBezTo>
                          <a:cubicBezTo>
                            <a:pt x="35130" y="94552"/>
                            <a:pt x="33161" y="85915"/>
                            <a:pt x="34368" y="77407"/>
                          </a:cubicBezTo>
                          <a:cubicBezTo>
                            <a:pt x="34558" y="76136"/>
                            <a:pt x="34812" y="74803"/>
                            <a:pt x="35574" y="73723"/>
                          </a:cubicBezTo>
                          <a:cubicBezTo>
                            <a:pt x="36527" y="72327"/>
                            <a:pt x="38178" y="71501"/>
                            <a:pt x="39638" y="70676"/>
                          </a:cubicBezTo>
                          <a:cubicBezTo>
                            <a:pt x="45226" y="67691"/>
                            <a:pt x="50370" y="63817"/>
                            <a:pt x="54751" y="59309"/>
                          </a:cubicBezTo>
                          <a:cubicBezTo>
                            <a:pt x="59196" y="54737"/>
                            <a:pt x="63197" y="49276"/>
                            <a:pt x="69166" y="47053"/>
                          </a:cubicBezTo>
                          <a:cubicBezTo>
                            <a:pt x="74627" y="45021"/>
                            <a:pt x="80659" y="46038"/>
                            <a:pt x="86438" y="45276"/>
                          </a:cubicBezTo>
                          <a:cubicBezTo>
                            <a:pt x="96852" y="43942"/>
                            <a:pt x="105551" y="37021"/>
                            <a:pt x="113171" y="29845"/>
                          </a:cubicBezTo>
                          <a:cubicBezTo>
                            <a:pt x="116283" y="26924"/>
                            <a:pt x="119394" y="23685"/>
                            <a:pt x="121998" y="20193"/>
                          </a:cubicBezTo>
                          <a:cubicBezTo>
                            <a:pt x="93677" y="8699"/>
                            <a:pt x="63832" y="1968"/>
                            <a:pt x="33733" y="0"/>
                          </a:cubicBezTo>
                          <a:cubicBezTo>
                            <a:pt x="29669" y="6985"/>
                            <a:pt x="24081" y="13398"/>
                            <a:pt x="20969" y="20891"/>
                          </a:cubicBezTo>
                          <a:cubicBezTo>
                            <a:pt x="18493" y="26734"/>
                            <a:pt x="16715" y="27368"/>
                            <a:pt x="11508" y="30226"/>
                          </a:cubicBezTo>
                          <a:cubicBezTo>
                            <a:pt x="6491" y="32957"/>
                            <a:pt x="3824" y="37402"/>
                            <a:pt x="1348" y="42482"/>
                          </a:cubicBezTo>
                          <a:cubicBezTo>
                            <a:pt x="840" y="43561"/>
                            <a:pt x="268" y="44704"/>
                            <a:pt x="205" y="45910"/>
                          </a:cubicBezTo>
                          <a:cubicBezTo>
                            <a:pt x="-113" y="50165"/>
                            <a:pt x="5221" y="53213"/>
                            <a:pt x="5031" y="57404"/>
                          </a:cubicBezTo>
                          <a:cubicBezTo>
                            <a:pt x="4967" y="58738"/>
                            <a:pt x="4332" y="60008"/>
                            <a:pt x="3824" y="61214"/>
                          </a:cubicBezTo>
                          <a:cubicBezTo>
                            <a:pt x="2110" y="65215"/>
                            <a:pt x="1348" y="69596"/>
                            <a:pt x="649" y="73851"/>
                          </a:cubicBezTo>
                          <a:cubicBezTo>
                            <a:pt x="141" y="76708"/>
                            <a:pt x="-303" y="79692"/>
                            <a:pt x="268" y="82550"/>
                          </a:cubicBezTo>
                          <a:cubicBezTo>
                            <a:pt x="840" y="85408"/>
                            <a:pt x="2745" y="88202"/>
                            <a:pt x="5539" y="88964"/>
                          </a:cubicBezTo>
                          <a:cubicBezTo>
                            <a:pt x="9031" y="85217"/>
                            <a:pt x="15127" y="82169"/>
                            <a:pt x="18747" y="85725"/>
                          </a:cubicBezTo>
                          <a:cubicBezTo>
                            <a:pt x="20652" y="87757"/>
                            <a:pt x="20842" y="90868"/>
                            <a:pt x="20080" y="93472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sp>
              <p:nvSpPr>
                <p:cNvPr id="1179" name="Google Shape;1179;p38"/>
                <p:cNvSpPr/>
                <p:nvPr/>
              </p:nvSpPr>
              <p:spPr>
                <a:xfrm>
                  <a:off x="971119" y="3290570"/>
                  <a:ext cx="557833" cy="657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833" h="657478" extrusionOk="0">
                      <a:moveTo>
                        <a:pt x="330123" y="657479"/>
                      </a:moveTo>
                      <a:cubicBezTo>
                        <a:pt x="327519" y="657479"/>
                        <a:pt x="324916" y="657479"/>
                        <a:pt x="322249" y="657415"/>
                      </a:cubicBezTo>
                      <a:cubicBezTo>
                        <a:pt x="234111" y="655383"/>
                        <a:pt x="152005" y="619125"/>
                        <a:pt x="91172" y="555371"/>
                      </a:cubicBezTo>
                      <a:cubicBezTo>
                        <a:pt x="-34494" y="423735"/>
                        <a:pt x="-29668" y="214376"/>
                        <a:pt x="102031" y="88709"/>
                      </a:cubicBezTo>
                      <a:cubicBezTo>
                        <a:pt x="153466" y="39624"/>
                        <a:pt x="217791" y="8953"/>
                        <a:pt x="288149" y="0"/>
                      </a:cubicBezTo>
                      <a:lnTo>
                        <a:pt x="290880" y="21590"/>
                      </a:lnTo>
                      <a:cubicBezTo>
                        <a:pt x="225221" y="29908"/>
                        <a:pt x="165086" y="58547"/>
                        <a:pt x="117017" y="104394"/>
                      </a:cubicBezTo>
                      <a:cubicBezTo>
                        <a:pt x="-5919" y="221805"/>
                        <a:pt x="-10491" y="417322"/>
                        <a:pt x="106920" y="540258"/>
                      </a:cubicBezTo>
                      <a:cubicBezTo>
                        <a:pt x="163816" y="599821"/>
                        <a:pt x="240461" y="633666"/>
                        <a:pt x="322757" y="635571"/>
                      </a:cubicBezTo>
                      <a:cubicBezTo>
                        <a:pt x="405180" y="637540"/>
                        <a:pt x="483221" y="607251"/>
                        <a:pt x="542784" y="550354"/>
                      </a:cubicBezTo>
                      <a:lnTo>
                        <a:pt x="557834" y="566102"/>
                      </a:lnTo>
                      <a:cubicBezTo>
                        <a:pt x="495921" y="625221"/>
                        <a:pt x="415340" y="657479"/>
                        <a:pt x="330123" y="65747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180" name="Google Shape;1180;p38"/>
            <p:cNvSpPr/>
            <p:nvPr/>
          </p:nvSpPr>
          <p:spPr>
            <a:xfrm>
              <a:off x="8037315" y="2136395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38"/>
            <p:cNvSpPr/>
            <p:nvPr/>
          </p:nvSpPr>
          <p:spPr>
            <a:xfrm>
              <a:off x="6636065" y="4196595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36"/>
          <p:cNvSpPr/>
          <p:nvPr/>
        </p:nvSpPr>
        <p:spPr>
          <a:xfrm rot="230994">
            <a:off x="9228123" y="580449"/>
            <a:ext cx="129980" cy="153801"/>
          </a:xfrm>
          <a:custGeom>
            <a:avLst/>
            <a:gdLst/>
            <a:ahLst/>
            <a:cxnLst/>
            <a:rect l="l" t="t" r="r" b="b"/>
            <a:pathLst>
              <a:path w="69818" h="82613" extrusionOk="0">
                <a:moveTo>
                  <a:pt x="69008" y="42259"/>
                </a:moveTo>
                <a:cubicBezTo>
                  <a:pt x="43418" y="45752"/>
                  <a:pt x="38782" y="50959"/>
                  <a:pt x="35861" y="81756"/>
                </a:cubicBezTo>
                <a:cubicBezTo>
                  <a:pt x="35734" y="82899"/>
                  <a:pt x="34083" y="82899"/>
                  <a:pt x="33956" y="81756"/>
                </a:cubicBezTo>
                <a:cubicBezTo>
                  <a:pt x="31099" y="50959"/>
                  <a:pt x="26400" y="45815"/>
                  <a:pt x="809" y="42259"/>
                </a:cubicBezTo>
                <a:cubicBezTo>
                  <a:pt x="-270" y="42132"/>
                  <a:pt x="-270" y="40545"/>
                  <a:pt x="809" y="40354"/>
                </a:cubicBezTo>
                <a:cubicBezTo>
                  <a:pt x="26400" y="36862"/>
                  <a:pt x="31035" y="31655"/>
                  <a:pt x="33956" y="857"/>
                </a:cubicBezTo>
                <a:cubicBezTo>
                  <a:pt x="34083" y="-286"/>
                  <a:pt x="35734" y="-286"/>
                  <a:pt x="35861" y="857"/>
                </a:cubicBezTo>
                <a:cubicBezTo>
                  <a:pt x="38719" y="31655"/>
                  <a:pt x="43418" y="36798"/>
                  <a:pt x="69008" y="40354"/>
                </a:cubicBezTo>
                <a:cubicBezTo>
                  <a:pt x="70088" y="40545"/>
                  <a:pt x="70088" y="42132"/>
                  <a:pt x="69008" y="4225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1386785-2388-857B-3D64-18D2FF025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900" y="1079128"/>
            <a:ext cx="7102468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SA" altLang="en-US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تصميم وتطوير ألعاب تفاعلية تعليمية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r" defTabSz="914400" rtl="1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إنشاء 10-15 لعبة تفاعلية (مثل ألعاب مطابقة، ألغاز، قصص تفاعلية) تدمج المنهج التعليمي للغة الإنجليزية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r" defTabSz="914400" rtl="1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دمج عناصر المتعة مثل الرسوم المتحركة، النقاط، والمكافآت في كل لعبة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r" defTabSz="914400" rtl="1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اختبار الألعاب مع مجموعة من الأطفال (عمر</a:t>
            </a:r>
            <a:r>
              <a:rPr kumimoji="0" lang="ar-EG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8-14</a:t>
            </a: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سنة) للتأكد من أنها ممتعة وتساعد على التعلم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r" defTabSz="914400" rtl="1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SA" altLang="en-US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إنشاء لوحة تحكم للمدير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(Admin Dashboard)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r" defTabSz="914400" rtl="1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تطوير واجهة تحكم تتيح للمدير عرض إحصائيات عامة (عدد المستخدمين النشطين، متوسط وقت اللعب، معدل الإكمال)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r" defTabSz="914400" rtl="1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إضافة أدوات لمراقبة تفاعل المستخدمين (سجل الدخول، التقدم الفردي)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r" defTabSz="914400" rtl="1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تنفيذ وظائف إدارة الحسابات (إضافة/حذف/تعديل حسابات الآباء والأطفال والمعلمين)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r" defTabSz="914400" rtl="1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SA" altLang="en-US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تطوير لوحة تحكم لمُضيف المحتوى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(Content Creator Dashboard)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r" defTabSz="914400" rtl="1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بناء واجهة سهلة الاستخدام تتيح رفع صور، تسجيل أصوات، وإنشاء ألعاب جديدة دون الحاجة لبرمجة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r" defTabSz="914400" rtl="1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إضافة أدوات لتصميم مراحل جديدة (إضافة كلمات، جمل، أسئلة، مكافآت)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r" defTabSz="914400" rtl="1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تنفيذ نظام مراجعة ونشر المحتوى الجديد بعد موافقة المدير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r" defTabSz="914400" rtl="1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SA" altLang="en-US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تنفيذ نظام تتبع تقدم الطفل وإصدار تقارير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r" defTabSz="914400" rtl="1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إنشاء صفحة خاصة للآباء/المعلمين تعرض تقارير مفصلة (نسبة إتقان المفردات، المراحل المكتملة، الوقت المستغرق)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r" defTabSz="914400" rtl="1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تصميم رسوم بيانية بسيطة (مثل شريط تقدم، دائرة إكمال) لعرض التقدم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r" defTabSz="914400" rtl="1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إضافة إشعارات دورية (أسبوعية/شهرية</a:t>
            </a:r>
            <a:r>
              <a:rPr kumimoji="0" lang="ar-EG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عبر البريد أو داخل التطبيق توضح تقدم الطفل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r" defTabSz="914400" rtl="1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Google Shape;1109;p38">
            <a:extLst>
              <a:ext uri="{FF2B5EF4-FFF2-40B4-BE49-F238E27FC236}">
                <a16:creationId xmlns:a16="http://schemas.microsoft.com/office/drawing/2014/main" id="{26050303-48F4-D3F8-6C3B-49406AE6D3E0}"/>
              </a:ext>
            </a:extLst>
          </p:cNvPr>
          <p:cNvSpPr txBox="1">
            <a:spLocks/>
          </p:cNvSpPr>
          <p:nvPr/>
        </p:nvSpPr>
        <p:spPr>
          <a:xfrm>
            <a:off x="3153250" y="280719"/>
            <a:ext cx="2837500" cy="591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chivo"/>
              <a:buNone/>
              <a:defRPr sz="60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chivo"/>
              <a:buNone/>
              <a:defRPr sz="60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chivo"/>
              <a:buNone/>
              <a:defRPr sz="60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chivo"/>
              <a:buNone/>
              <a:defRPr sz="60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chivo"/>
              <a:buNone/>
              <a:defRPr sz="60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chivo"/>
              <a:buNone/>
              <a:defRPr sz="60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chivo"/>
              <a:buNone/>
              <a:defRPr sz="60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chivo"/>
              <a:buNone/>
              <a:defRPr sz="60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chivo"/>
              <a:buNone/>
              <a:defRPr sz="60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ar-EG" sz="3200" b="1" dirty="0">
                <a:solidFill>
                  <a:schemeClr val="bg2">
                    <a:lumMod val="50000"/>
                  </a:schemeClr>
                </a:solidFill>
                <a:latin typeface="Arial"/>
                <a:cs typeface="Arial"/>
                <a:sym typeface="Arial"/>
              </a:rPr>
              <a:t>الهدف من</a:t>
            </a:r>
            <a:r>
              <a:rPr lang="ar-LB" sz="3200" b="1" dirty="0">
                <a:solidFill>
                  <a:schemeClr val="bg2">
                    <a:lumMod val="50000"/>
                  </a:schemeClr>
                </a:solidFill>
                <a:latin typeface="Arial"/>
                <a:cs typeface="Arial"/>
                <a:sym typeface="Arial"/>
              </a:rPr>
              <a:t> المشروع</a:t>
            </a:r>
            <a:endParaRPr lang="en-GB" sz="3200" b="1" dirty="0">
              <a:solidFill>
                <a:schemeClr val="bg2">
                  <a:lumMod val="50000"/>
                </a:schemeClr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7" name="Google Shape;1111;p38">
            <a:extLst>
              <a:ext uri="{FF2B5EF4-FFF2-40B4-BE49-F238E27FC236}">
                <a16:creationId xmlns:a16="http://schemas.microsoft.com/office/drawing/2014/main" id="{999D69CA-47F3-8962-61D6-EC78E4FC00F4}"/>
              </a:ext>
            </a:extLst>
          </p:cNvPr>
          <p:cNvCxnSpPr/>
          <p:nvPr/>
        </p:nvCxnSpPr>
        <p:spPr>
          <a:xfrm>
            <a:off x="2990650" y="935296"/>
            <a:ext cx="311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974;p50">
            <a:extLst>
              <a:ext uri="{FF2B5EF4-FFF2-40B4-BE49-F238E27FC236}">
                <a16:creationId xmlns:a16="http://schemas.microsoft.com/office/drawing/2014/main" id="{53F0970F-84E5-1309-ADBC-F8F26E5165E8}"/>
              </a:ext>
            </a:extLst>
          </p:cNvPr>
          <p:cNvSpPr/>
          <p:nvPr/>
        </p:nvSpPr>
        <p:spPr>
          <a:xfrm>
            <a:off x="3372550" y="1343372"/>
            <a:ext cx="129000" cy="129000"/>
          </a:xfrm>
          <a:prstGeom prst="ellipse">
            <a:avLst/>
          </a:prstGeom>
          <a:solidFill>
            <a:srgbClr val="E6E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975;p50">
            <a:extLst>
              <a:ext uri="{FF2B5EF4-FFF2-40B4-BE49-F238E27FC236}">
                <a16:creationId xmlns:a16="http://schemas.microsoft.com/office/drawing/2014/main" id="{2671BDD1-6C5D-A812-0B53-C19521887F77}"/>
              </a:ext>
            </a:extLst>
          </p:cNvPr>
          <p:cNvSpPr/>
          <p:nvPr/>
        </p:nvSpPr>
        <p:spPr>
          <a:xfrm>
            <a:off x="4510350" y="4319850"/>
            <a:ext cx="211800" cy="211500"/>
          </a:xfrm>
          <a:prstGeom prst="ellipse">
            <a:avLst/>
          </a:prstGeom>
          <a:solidFill>
            <a:srgbClr val="E6E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976;p50">
            <a:extLst>
              <a:ext uri="{FF2B5EF4-FFF2-40B4-BE49-F238E27FC236}">
                <a16:creationId xmlns:a16="http://schemas.microsoft.com/office/drawing/2014/main" id="{BB655E79-D17F-4F97-F20C-692529140CD9}"/>
              </a:ext>
            </a:extLst>
          </p:cNvPr>
          <p:cNvSpPr/>
          <p:nvPr/>
        </p:nvSpPr>
        <p:spPr>
          <a:xfrm>
            <a:off x="7140650" y="1293875"/>
            <a:ext cx="129000" cy="129000"/>
          </a:xfrm>
          <a:prstGeom prst="ellipse">
            <a:avLst/>
          </a:prstGeom>
          <a:solidFill>
            <a:srgbClr val="E6EF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3" name="Google Shape;1081;p68">
            <a:extLst>
              <a:ext uri="{FF2B5EF4-FFF2-40B4-BE49-F238E27FC236}">
                <a16:creationId xmlns:a16="http://schemas.microsoft.com/office/drawing/2014/main" id="{67561922-0C57-161D-CD23-357589648A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7386446"/>
              </p:ext>
            </p:extLst>
          </p:nvPr>
        </p:nvGraphicFramePr>
        <p:xfrm>
          <a:off x="1236428" y="1188671"/>
          <a:ext cx="6671144" cy="3330931"/>
        </p:xfrm>
        <a:graphic>
          <a:graphicData uri="http://schemas.openxmlformats.org/drawingml/2006/table">
            <a:tbl>
              <a:tblPr rtl="1">
                <a:noFill/>
              </a:tblPr>
              <a:tblGrid>
                <a:gridCol w="1218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03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83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93550">
                  <a:extLst>
                    <a:ext uri="{9D8B030D-6E8A-4147-A177-3AD203B41FA5}">
                      <a16:colId xmlns:a16="http://schemas.microsoft.com/office/drawing/2014/main" val="3901877715"/>
                    </a:ext>
                  </a:extLst>
                </a:gridCol>
                <a:gridCol w="1110042">
                  <a:extLst>
                    <a:ext uri="{9D8B030D-6E8A-4147-A177-3AD203B41FA5}">
                      <a16:colId xmlns:a16="http://schemas.microsoft.com/office/drawing/2014/main" val="564950185"/>
                    </a:ext>
                  </a:extLst>
                </a:gridCol>
              </a:tblGrid>
              <a:tr h="49122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dirty="0">
                          <a:solidFill>
                            <a:schemeClr val="dk1"/>
                          </a:solidFill>
                          <a:latin typeface="Sora"/>
                          <a:ea typeface="Open Sans"/>
                          <a:cs typeface="Open Sans"/>
                          <a:sym typeface="Open Sans"/>
                        </a:rPr>
                        <a:t>System Feature</a:t>
                      </a:r>
                      <a:endParaRPr sz="1200" b="1" dirty="0">
                        <a:solidFill>
                          <a:schemeClr val="dk1"/>
                        </a:solidFill>
                        <a:latin typeface="Sora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8650" marR="68650" marT="68700" marB="68700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3E3D"/>
                        </a:buClr>
                        <a:buFont typeface="Arial"/>
                        <a:buNone/>
                      </a:pPr>
                      <a:r>
                        <a:rPr lang="en-GB" sz="1200" b="1" dirty="0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Duolingo</a:t>
                      </a:r>
                      <a:endParaRPr sz="1200" b="1" dirty="0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L="68650" marR="68650" marT="68700" marB="68700" anchor="ctr">
                    <a:lnL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dirty="0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Lingo kids</a:t>
                      </a:r>
                      <a:endParaRPr sz="1200" b="1" dirty="0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L="68650" marR="68650" marT="68700" marB="68700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LB" sz="1200" b="1" dirty="0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ألعاب </a:t>
                      </a:r>
                      <a:r>
                        <a:rPr lang="en-GB" sz="1200" b="1" dirty="0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Flash</a:t>
                      </a:r>
                      <a:r>
                        <a:rPr lang="ar-LB" sz="1200" b="1" dirty="0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 التعليمية</a:t>
                      </a:r>
                      <a:endParaRPr lang="en-GB" sz="1200" b="1" dirty="0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L="68650" marR="68650" marT="68700" marB="68700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dirty="0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Our System</a:t>
                      </a:r>
                      <a:endParaRPr sz="1200" b="1" dirty="0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L="68650" marR="68650" marT="68700" marB="68700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958"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LB" sz="1200" b="1" dirty="0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محتوى منظم</a:t>
                      </a:r>
                      <a:endParaRPr sz="1200" b="1" dirty="0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L="68650" marR="68650" marT="68700" marB="68700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 dirty="0">
                        <a:solidFill>
                          <a:schemeClr val="dk1"/>
                        </a:solidFill>
                        <a:latin typeface="Sora"/>
                        <a:ea typeface="Exo"/>
                        <a:cs typeface="Exo"/>
                        <a:sym typeface="Exo"/>
                      </a:endParaRPr>
                    </a:p>
                  </a:txBody>
                  <a:tcPr marL="68650" marR="68650" marT="68700" marB="68700" anchor="ctr">
                    <a:lnL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ar-EG" sz="1200" dirty="0">
                        <a:solidFill>
                          <a:schemeClr val="dk1"/>
                        </a:solidFill>
                        <a:latin typeface="Sora"/>
                        <a:ea typeface="Exo"/>
                        <a:cs typeface="Exo"/>
                        <a:sym typeface="Exo"/>
                      </a:endParaRPr>
                    </a:p>
                  </a:txBody>
                  <a:tcPr marL="68650" marR="68650" marT="68700" marB="68700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ar-EG" sz="1200" dirty="0">
                        <a:solidFill>
                          <a:schemeClr val="dk1"/>
                        </a:solidFill>
                        <a:latin typeface="Sora"/>
                        <a:ea typeface="Exo"/>
                        <a:cs typeface="Exo"/>
                        <a:sym typeface="Exo"/>
                      </a:endParaRPr>
                    </a:p>
                  </a:txBody>
                  <a:tcPr marL="68650" marR="68650" marT="68700" marB="68700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ar-EG" sz="1200" dirty="0">
                        <a:solidFill>
                          <a:schemeClr val="dk1"/>
                        </a:solidFill>
                        <a:latin typeface="Sora"/>
                        <a:ea typeface="Exo"/>
                        <a:cs typeface="Exo"/>
                        <a:sym typeface="Exo"/>
                      </a:endParaRPr>
                    </a:p>
                  </a:txBody>
                  <a:tcPr marL="68650" marR="68650" marT="68700" marB="68700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958"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LB" sz="1200" b="1" dirty="0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تركيز على مهارة الاستماع</a:t>
                      </a:r>
                      <a:endParaRPr sz="1200" b="1" dirty="0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L="68650" marR="68650" marT="68700" marB="68700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sz="1200" dirty="0">
                        <a:solidFill>
                          <a:schemeClr val="dk1"/>
                        </a:solidFill>
                        <a:latin typeface="Sora"/>
                        <a:ea typeface="Exo"/>
                        <a:cs typeface="Exo"/>
                        <a:sym typeface="Exo"/>
                      </a:endParaRPr>
                    </a:p>
                  </a:txBody>
                  <a:tcPr marL="68650" marR="68650" marT="68700" marB="68700" anchor="ctr">
                    <a:lnL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sz="1200" dirty="0">
                        <a:solidFill>
                          <a:schemeClr val="dk1"/>
                        </a:solidFill>
                        <a:latin typeface="Sora"/>
                        <a:ea typeface="Exo"/>
                        <a:cs typeface="Exo"/>
                        <a:sym typeface="Exo"/>
                      </a:endParaRPr>
                    </a:p>
                  </a:txBody>
                  <a:tcPr marL="68650" marR="68650" marT="68700" marB="68700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sz="1200" dirty="0">
                        <a:solidFill>
                          <a:schemeClr val="dk1"/>
                        </a:solidFill>
                        <a:latin typeface="Sora"/>
                        <a:ea typeface="Exo"/>
                        <a:cs typeface="Exo"/>
                        <a:sym typeface="Exo"/>
                      </a:endParaRPr>
                    </a:p>
                  </a:txBody>
                  <a:tcPr marL="68650" marR="68650" marT="68700" marB="68700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 dirty="0">
                        <a:solidFill>
                          <a:schemeClr val="dk1"/>
                        </a:solidFill>
                        <a:latin typeface="Sora"/>
                        <a:ea typeface="Exo"/>
                        <a:cs typeface="Exo"/>
                        <a:sym typeface="Exo"/>
                      </a:endParaRPr>
                    </a:p>
                  </a:txBody>
                  <a:tcPr marL="68650" marR="68650" marT="68700" marB="68700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239"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LB" sz="1200" b="1" dirty="0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سهولة الاستخدام</a:t>
                      </a:r>
                      <a:endParaRPr sz="1200" b="1" dirty="0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L="68650" marR="68650" marT="68700" marB="68700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sz="1200" dirty="0">
                        <a:solidFill>
                          <a:schemeClr val="dk1"/>
                        </a:solidFill>
                        <a:latin typeface="Sora"/>
                        <a:ea typeface="Exo"/>
                        <a:cs typeface="Exo"/>
                        <a:sym typeface="Exo"/>
                      </a:endParaRPr>
                    </a:p>
                  </a:txBody>
                  <a:tcPr marL="68650" marR="68650" marT="68700" marB="68700" anchor="ctr">
                    <a:lnL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sz="1200" dirty="0">
                        <a:solidFill>
                          <a:schemeClr val="dk1"/>
                        </a:solidFill>
                        <a:latin typeface="Sora"/>
                        <a:ea typeface="Exo"/>
                        <a:cs typeface="Exo"/>
                        <a:sym typeface="Exo"/>
                      </a:endParaRPr>
                    </a:p>
                  </a:txBody>
                  <a:tcPr marL="68650" marR="68650" marT="68700" marB="68700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sz="1200" dirty="0">
                        <a:solidFill>
                          <a:schemeClr val="dk1"/>
                        </a:solidFill>
                        <a:latin typeface="Sora"/>
                        <a:ea typeface="Exo"/>
                        <a:cs typeface="Exo"/>
                        <a:sym typeface="Exo"/>
                      </a:endParaRPr>
                    </a:p>
                  </a:txBody>
                  <a:tcPr marL="68650" marR="68650" marT="68700" marB="68700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sz="1200" dirty="0">
                        <a:solidFill>
                          <a:schemeClr val="dk1"/>
                        </a:solidFill>
                        <a:latin typeface="Sora"/>
                        <a:ea typeface="Exo"/>
                        <a:cs typeface="Exo"/>
                        <a:sym typeface="Exo"/>
                      </a:endParaRPr>
                    </a:p>
                  </a:txBody>
                  <a:tcPr marL="68650" marR="68650" marT="68700" marB="68700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12"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LB" sz="1200" b="1" dirty="0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لوحة تحكم للمحتوى</a:t>
                      </a:r>
                      <a:endParaRPr sz="1200" b="1" dirty="0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L="68650" marR="68650" marT="68700" marB="68700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ar-EG" sz="1200" dirty="0">
                        <a:solidFill>
                          <a:schemeClr val="dk1"/>
                        </a:solidFill>
                        <a:latin typeface="Sora"/>
                        <a:ea typeface="Exo"/>
                        <a:cs typeface="Exo"/>
                        <a:sym typeface="Exo"/>
                      </a:endParaRPr>
                    </a:p>
                  </a:txBody>
                  <a:tcPr marL="68650" marR="68650" marT="68700" marB="68700" anchor="ctr">
                    <a:lnL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sz="1200" dirty="0">
                        <a:solidFill>
                          <a:schemeClr val="dk1"/>
                        </a:solidFill>
                        <a:latin typeface="Sora"/>
                        <a:ea typeface="Exo"/>
                        <a:cs typeface="Exo"/>
                        <a:sym typeface="Exo"/>
                      </a:endParaRPr>
                    </a:p>
                  </a:txBody>
                  <a:tcPr marL="68650" marR="68650" marT="68700" marB="68700" anchor="ctr">
                    <a:lnL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sz="1200" dirty="0">
                        <a:solidFill>
                          <a:schemeClr val="dk1"/>
                        </a:solidFill>
                        <a:latin typeface="Sora"/>
                        <a:ea typeface="Exo"/>
                        <a:cs typeface="Exo"/>
                        <a:sym typeface="Exo"/>
                      </a:endParaRPr>
                    </a:p>
                  </a:txBody>
                  <a:tcPr marL="68650" marR="68650" marT="68700" marB="68700" anchor="ctr">
                    <a:lnL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 dirty="0">
                        <a:solidFill>
                          <a:schemeClr val="dk1"/>
                        </a:solidFill>
                        <a:latin typeface="Sora"/>
                        <a:ea typeface="Exo"/>
                        <a:cs typeface="Exo"/>
                        <a:sym typeface="Exo"/>
                      </a:endParaRPr>
                    </a:p>
                  </a:txBody>
                  <a:tcPr marL="68650" marR="68650" marT="68700" marB="68700" anchor="ctr">
                    <a:lnL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26148"/>
                  </a:ext>
                </a:extLst>
              </a:tr>
              <a:tr h="491228"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LB" sz="1200" b="1" dirty="0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اشتراك مكلف</a:t>
                      </a:r>
                      <a:endParaRPr sz="1200" b="1" dirty="0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L="68650" marR="68650" marT="68700" marB="68700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ar-EG" sz="1200" dirty="0">
                        <a:solidFill>
                          <a:schemeClr val="dk1"/>
                        </a:solidFill>
                        <a:latin typeface="Sora"/>
                        <a:ea typeface="Exo"/>
                        <a:cs typeface="Exo"/>
                        <a:sym typeface="Exo"/>
                      </a:endParaRPr>
                    </a:p>
                  </a:txBody>
                  <a:tcPr marL="68650" marR="68650" marT="68700" marB="68700" anchor="ctr">
                    <a:lnL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sz="1200" dirty="0">
                        <a:solidFill>
                          <a:schemeClr val="dk1"/>
                        </a:solidFill>
                        <a:latin typeface="Sora"/>
                        <a:ea typeface="Exo"/>
                        <a:cs typeface="Exo"/>
                        <a:sym typeface="Exo"/>
                      </a:endParaRPr>
                    </a:p>
                  </a:txBody>
                  <a:tcPr marL="68650" marR="68650" marT="68700" marB="68700" anchor="ctr">
                    <a:lnL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sz="1200" dirty="0">
                        <a:solidFill>
                          <a:schemeClr val="dk1"/>
                        </a:solidFill>
                        <a:latin typeface="Sora"/>
                        <a:ea typeface="Exo"/>
                        <a:cs typeface="Exo"/>
                        <a:sym typeface="Exo"/>
                      </a:endParaRPr>
                    </a:p>
                  </a:txBody>
                  <a:tcPr marL="68650" marR="68650" marT="68700" marB="68700" anchor="ctr">
                    <a:lnL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 dirty="0">
                        <a:solidFill>
                          <a:schemeClr val="dk1"/>
                        </a:solidFill>
                        <a:latin typeface="Sora"/>
                        <a:ea typeface="Exo"/>
                        <a:cs typeface="Exo"/>
                        <a:sym typeface="Exo"/>
                      </a:endParaRPr>
                    </a:p>
                  </a:txBody>
                  <a:tcPr marL="68650" marR="68650" marT="68700" marB="68700" anchor="ctr">
                    <a:lnL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918791"/>
                  </a:ext>
                </a:extLst>
              </a:tr>
              <a:tr h="439958"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LB" sz="1200" b="1" dirty="0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محتوى متجدد</a:t>
                      </a:r>
                      <a:endParaRPr sz="1200" b="1" dirty="0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L="68650" marR="68650" marT="68700" marB="68700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ar-EG" sz="1200" dirty="0">
                        <a:solidFill>
                          <a:schemeClr val="dk1"/>
                        </a:solidFill>
                        <a:latin typeface="Sora"/>
                        <a:ea typeface="Exo"/>
                        <a:cs typeface="Exo"/>
                        <a:sym typeface="Exo"/>
                      </a:endParaRPr>
                    </a:p>
                  </a:txBody>
                  <a:tcPr marL="68650" marR="68650" marT="68700" marB="68700" anchor="ctr">
                    <a:lnL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sz="1200" dirty="0">
                        <a:solidFill>
                          <a:schemeClr val="dk1"/>
                        </a:solidFill>
                        <a:latin typeface="Sora"/>
                        <a:ea typeface="Exo"/>
                        <a:cs typeface="Exo"/>
                        <a:sym typeface="Exo"/>
                      </a:endParaRPr>
                    </a:p>
                  </a:txBody>
                  <a:tcPr marL="68650" marR="68650" marT="68700" marB="68700" anchor="ctr">
                    <a:lnL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sz="1200" dirty="0">
                        <a:solidFill>
                          <a:schemeClr val="dk1"/>
                        </a:solidFill>
                        <a:latin typeface="Sora"/>
                        <a:ea typeface="Exo"/>
                        <a:cs typeface="Exo"/>
                        <a:sym typeface="Exo"/>
                      </a:endParaRPr>
                    </a:p>
                  </a:txBody>
                  <a:tcPr marL="68650" marR="68650" marT="68700" marB="68700" anchor="ctr">
                    <a:lnL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 dirty="0">
                        <a:solidFill>
                          <a:schemeClr val="dk1"/>
                        </a:solidFill>
                        <a:latin typeface="Sora"/>
                        <a:ea typeface="Exo"/>
                        <a:cs typeface="Exo"/>
                        <a:sym typeface="Exo"/>
                      </a:endParaRPr>
                    </a:p>
                  </a:txBody>
                  <a:tcPr marL="68650" marR="68650" marT="68700" marB="68700" anchor="ctr">
                    <a:lnL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213823"/>
                  </a:ext>
                </a:extLst>
              </a:tr>
            </a:tbl>
          </a:graphicData>
        </a:graphic>
      </p:graphicFrame>
      <p:pic>
        <p:nvPicPr>
          <p:cNvPr id="44" name="Graphic 43" descr="Badge Tick with solid fill">
            <a:extLst>
              <a:ext uri="{FF2B5EF4-FFF2-40B4-BE49-F238E27FC236}">
                <a16:creationId xmlns:a16="http://schemas.microsoft.com/office/drawing/2014/main" id="{FC7E822F-F144-58C6-7F8B-A6DA245163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9785" y="1648638"/>
            <a:ext cx="485417" cy="485417"/>
          </a:xfrm>
          <a:prstGeom prst="rect">
            <a:avLst/>
          </a:prstGeom>
        </p:spPr>
      </p:pic>
      <p:pic>
        <p:nvPicPr>
          <p:cNvPr id="45" name="Graphic 44" descr="Badge Tick with solid fill">
            <a:extLst>
              <a:ext uri="{FF2B5EF4-FFF2-40B4-BE49-F238E27FC236}">
                <a16:creationId xmlns:a16="http://schemas.microsoft.com/office/drawing/2014/main" id="{CE288CB7-8429-FA2A-2C6C-8D04B8CD60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65495" y="1637625"/>
            <a:ext cx="485417" cy="485417"/>
          </a:xfrm>
          <a:prstGeom prst="rect">
            <a:avLst/>
          </a:prstGeom>
        </p:spPr>
      </p:pic>
      <p:pic>
        <p:nvPicPr>
          <p:cNvPr id="46" name="Graphic 45" descr="Badge Tick with solid fill">
            <a:extLst>
              <a:ext uri="{FF2B5EF4-FFF2-40B4-BE49-F238E27FC236}">
                <a16:creationId xmlns:a16="http://schemas.microsoft.com/office/drawing/2014/main" id="{CB4ECD5F-472A-3DDB-7DAB-7682ED582C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6511" y="2134055"/>
            <a:ext cx="485417" cy="485417"/>
          </a:xfrm>
          <a:prstGeom prst="rect">
            <a:avLst/>
          </a:prstGeom>
        </p:spPr>
      </p:pic>
      <p:pic>
        <p:nvPicPr>
          <p:cNvPr id="47" name="Graphic 46" descr="Badge Tick with solid fill">
            <a:extLst>
              <a:ext uri="{FF2B5EF4-FFF2-40B4-BE49-F238E27FC236}">
                <a16:creationId xmlns:a16="http://schemas.microsoft.com/office/drawing/2014/main" id="{42AB7610-3A97-EEBD-BEFE-1EE88E2E10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7641" y="2619472"/>
            <a:ext cx="485417" cy="485417"/>
          </a:xfrm>
          <a:prstGeom prst="rect">
            <a:avLst/>
          </a:prstGeom>
        </p:spPr>
      </p:pic>
      <p:pic>
        <p:nvPicPr>
          <p:cNvPr id="48" name="Graphic 47" descr="Badge Tick with solid fill">
            <a:extLst>
              <a:ext uri="{FF2B5EF4-FFF2-40B4-BE49-F238E27FC236}">
                <a16:creationId xmlns:a16="http://schemas.microsoft.com/office/drawing/2014/main" id="{B5A93AA0-7841-3F6E-1B9D-7B6AAFF5C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1896" y="4045933"/>
            <a:ext cx="485417" cy="485417"/>
          </a:xfrm>
          <a:prstGeom prst="rect">
            <a:avLst/>
          </a:prstGeom>
        </p:spPr>
      </p:pic>
      <p:pic>
        <p:nvPicPr>
          <p:cNvPr id="49" name="Graphic 48" descr="Badge Tick with solid fill">
            <a:extLst>
              <a:ext uri="{FF2B5EF4-FFF2-40B4-BE49-F238E27FC236}">
                <a16:creationId xmlns:a16="http://schemas.microsoft.com/office/drawing/2014/main" id="{6E035AE4-E0A7-422A-41BB-B0D7FADE18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65494" y="3612332"/>
            <a:ext cx="485417" cy="485417"/>
          </a:xfrm>
          <a:prstGeom prst="rect">
            <a:avLst/>
          </a:prstGeom>
        </p:spPr>
      </p:pic>
      <p:pic>
        <p:nvPicPr>
          <p:cNvPr id="50" name="Graphic 49" descr="Badge Tick with solid fill">
            <a:extLst>
              <a:ext uri="{FF2B5EF4-FFF2-40B4-BE49-F238E27FC236}">
                <a16:creationId xmlns:a16="http://schemas.microsoft.com/office/drawing/2014/main" id="{C872023D-297A-85BF-B283-8B9C29CD65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7637" y="4045933"/>
            <a:ext cx="485417" cy="485417"/>
          </a:xfrm>
          <a:prstGeom prst="rect">
            <a:avLst/>
          </a:prstGeom>
        </p:spPr>
      </p:pic>
      <p:pic>
        <p:nvPicPr>
          <p:cNvPr id="51" name="Graphic 50" descr="Badge Tick with solid fill">
            <a:extLst>
              <a:ext uri="{FF2B5EF4-FFF2-40B4-BE49-F238E27FC236}">
                <a16:creationId xmlns:a16="http://schemas.microsoft.com/office/drawing/2014/main" id="{3A4690EF-C64B-808C-B63A-7C2F3286AC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7640" y="2107544"/>
            <a:ext cx="485417" cy="485417"/>
          </a:xfrm>
          <a:prstGeom prst="rect">
            <a:avLst/>
          </a:prstGeom>
        </p:spPr>
      </p:pic>
      <p:pic>
        <p:nvPicPr>
          <p:cNvPr id="52" name="Graphic 51" descr="Badge Tick with solid fill">
            <a:extLst>
              <a:ext uri="{FF2B5EF4-FFF2-40B4-BE49-F238E27FC236}">
                <a16:creationId xmlns:a16="http://schemas.microsoft.com/office/drawing/2014/main" id="{55485AE5-982E-F534-3C3F-F221A79BFE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4617" y="2614721"/>
            <a:ext cx="485417" cy="485417"/>
          </a:xfrm>
          <a:prstGeom prst="rect">
            <a:avLst/>
          </a:prstGeom>
        </p:spPr>
      </p:pic>
      <p:pic>
        <p:nvPicPr>
          <p:cNvPr id="53" name="Graphic 52" descr="Badge Tick with solid fill">
            <a:extLst>
              <a:ext uri="{FF2B5EF4-FFF2-40B4-BE49-F238E27FC236}">
                <a16:creationId xmlns:a16="http://schemas.microsoft.com/office/drawing/2014/main" id="{13795783-7643-D5C1-7B1F-E80A1367FF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7640" y="3565213"/>
            <a:ext cx="485417" cy="485417"/>
          </a:xfrm>
          <a:prstGeom prst="rect">
            <a:avLst/>
          </a:prstGeom>
        </p:spPr>
      </p:pic>
      <p:pic>
        <p:nvPicPr>
          <p:cNvPr id="54" name="Graphic 53" descr="Badge Tick with solid fill">
            <a:extLst>
              <a:ext uri="{FF2B5EF4-FFF2-40B4-BE49-F238E27FC236}">
                <a16:creationId xmlns:a16="http://schemas.microsoft.com/office/drawing/2014/main" id="{4F27C3E6-3C4B-E402-320F-C5C086287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7636" y="3590319"/>
            <a:ext cx="485417" cy="485417"/>
          </a:xfrm>
          <a:prstGeom prst="rect">
            <a:avLst/>
          </a:prstGeom>
        </p:spPr>
      </p:pic>
      <p:pic>
        <p:nvPicPr>
          <p:cNvPr id="55" name="Graphic 54" descr="Badge Tick with solid fill">
            <a:extLst>
              <a:ext uri="{FF2B5EF4-FFF2-40B4-BE49-F238E27FC236}">
                <a16:creationId xmlns:a16="http://schemas.microsoft.com/office/drawing/2014/main" id="{84AFDE51-18F2-DFE0-7D5E-E7FA373541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7636" y="3078391"/>
            <a:ext cx="485417" cy="485417"/>
          </a:xfrm>
          <a:prstGeom prst="rect">
            <a:avLst/>
          </a:prstGeom>
        </p:spPr>
      </p:pic>
      <p:pic>
        <p:nvPicPr>
          <p:cNvPr id="56" name="Graphic 55" descr="Badge Tick with solid fill">
            <a:extLst>
              <a:ext uri="{FF2B5EF4-FFF2-40B4-BE49-F238E27FC236}">
                <a16:creationId xmlns:a16="http://schemas.microsoft.com/office/drawing/2014/main" id="{29481E4A-A1B6-91E1-C17A-2DEB143BAC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35441" y="2611429"/>
            <a:ext cx="485417" cy="485417"/>
          </a:xfrm>
          <a:prstGeom prst="rect">
            <a:avLst/>
          </a:prstGeom>
        </p:spPr>
      </p:pic>
      <p:pic>
        <p:nvPicPr>
          <p:cNvPr id="57" name="Graphic 56" descr="Badge Tick with solid fill">
            <a:extLst>
              <a:ext uri="{FF2B5EF4-FFF2-40B4-BE49-F238E27FC236}">
                <a16:creationId xmlns:a16="http://schemas.microsoft.com/office/drawing/2014/main" id="{72EFF16E-8431-3FAD-F01A-0B0818B386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1212" y="2127575"/>
            <a:ext cx="485417" cy="485417"/>
          </a:xfrm>
          <a:prstGeom prst="rect">
            <a:avLst/>
          </a:prstGeom>
        </p:spPr>
      </p:pic>
      <p:pic>
        <p:nvPicPr>
          <p:cNvPr id="58" name="Graphic 57" descr="Badge Tick with solid fill">
            <a:extLst>
              <a:ext uri="{FF2B5EF4-FFF2-40B4-BE49-F238E27FC236}">
                <a16:creationId xmlns:a16="http://schemas.microsoft.com/office/drawing/2014/main" id="{E3A8A19F-BE26-566C-F9F0-DDE5305759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35441" y="1641626"/>
            <a:ext cx="485417" cy="485417"/>
          </a:xfrm>
          <a:prstGeom prst="rect">
            <a:avLst/>
          </a:prstGeom>
        </p:spPr>
      </p:pic>
      <p:sp>
        <p:nvSpPr>
          <p:cNvPr id="59" name="Google Shape;1109;p38">
            <a:extLst>
              <a:ext uri="{FF2B5EF4-FFF2-40B4-BE49-F238E27FC236}">
                <a16:creationId xmlns:a16="http://schemas.microsoft.com/office/drawing/2014/main" id="{9C3AE064-2867-2E34-8DBF-EF5E4981CB49}"/>
              </a:ext>
            </a:extLst>
          </p:cNvPr>
          <p:cNvSpPr txBox="1">
            <a:spLocks/>
          </p:cNvSpPr>
          <p:nvPr/>
        </p:nvSpPr>
        <p:spPr>
          <a:xfrm>
            <a:off x="3153250" y="207414"/>
            <a:ext cx="2837500" cy="591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chivo"/>
              <a:buNone/>
              <a:defRPr sz="60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chivo"/>
              <a:buNone/>
              <a:defRPr sz="60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chivo"/>
              <a:buNone/>
              <a:defRPr sz="60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chivo"/>
              <a:buNone/>
              <a:defRPr sz="60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chivo"/>
              <a:buNone/>
              <a:defRPr sz="60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chivo"/>
              <a:buNone/>
              <a:defRPr sz="60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chivo"/>
              <a:buNone/>
              <a:defRPr sz="60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chivo"/>
              <a:buNone/>
              <a:defRPr sz="60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chivo"/>
              <a:buNone/>
              <a:defRPr sz="60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ar-EG" sz="3200" b="1" dirty="0">
                <a:solidFill>
                  <a:schemeClr val="tx1"/>
                </a:solidFill>
                <a:latin typeface="Arial"/>
                <a:cs typeface="Arial"/>
                <a:sym typeface="Arial"/>
              </a:rPr>
              <a:t>الدراسة المرجعية</a:t>
            </a:r>
            <a:endParaRPr lang="en-GB" sz="3200" b="1" dirty="0">
              <a:solidFill>
                <a:schemeClr val="tx1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60" name="Google Shape;1111;p38">
            <a:extLst>
              <a:ext uri="{FF2B5EF4-FFF2-40B4-BE49-F238E27FC236}">
                <a16:creationId xmlns:a16="http://schemas.microsoft.com/office/drawing/2014/main" id="{F00879B6-F6C5-1552-A55D-970B437096A2}"/>
              </a:ext>
            </a:extLst>
          </p:cNvPr>
          <p:cNvCxnSpPr/>
          <p:nvPr/>
        </p:nvCxnSpPr>
        <p:spPr>
          <a:xfrm>
            <a:off x="3016050" y="844787"/>
            <a:ext cx="311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2" name="Google Shape;1362;p41"/>
          <p:cNvGrpSpPr/>
          <p:nvPr/>
        </p:nvGrpSpPr>
        <p:grpSpPr>
          <a:xfrm>
            <a:off x="5365899" y="99089"/>
            <a:ext cx="3065070" cy="4487856"/>
            <a:chOff x="5365899" y="99089"/>
            <a:chExt cx="3065070" cy="4487856"/>
          </a:xfrm>
        </p:grpSpPr>
        <p:sp>
          <p:nvSpPr>
            <p:cNvPr id="1363" name="Google Shape;1363;p41"/>
            <p:cNvSpPr/>
            <p:nvPr/>
          </p:nvSpPr>
          <p:spPr>
            <a:xfrm>
              <a:off x="7059215" y="593070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64" name="Google Shape;1364;p41"/>
            <p:cNvGrpSpPr/>
            <p:nvPr/>
          </p:nvGrpSpPr>
          <p:grpSpPr>
            <a:xfrm>
              <a:off x="5365899" y="1329789"/>
              <a:ext cx="3065070" cy="3257155"/>
              <a:chOff x="5625042" y="1844144"/>
              <a:chExt cx="3173607" cy="3372494"/>
            </a:xfrm>
          </p:grpSpPr>
          <p:grpSp>
            <p:nvGrpSpPr>
              <p:cNvPr id="1365" name="Google Shape;1365;p41"/>
              <p:cNvGrpSpPr/>
              <p:nvPr/>
            </p:nvGrpSpPr>
            <p:grpSpPr>
              <a:xfrm flipH="1">
                <a:off x="5625042" y="3343707"/>
                <a:ext cx="1271683" cy="1872826"/>
                <a:chOff x="9642157" y="3333115"/>
                <a:chExt cx="758444" cy="1116838"/>
              </a:xfrm>
            </p:grpSpPr>
            <p:sp>
              <p:nvSpPr>
                <p:cNvPr id="1366" name="Google Shape;1366;p41"/>
                <p:cNvSpPr/>
                <p:nvPr/>
              </p:nvSpPr>
              <p:spPr>
                <a:xfrm>
                  <a:off x="9642157" y="3333115"/>
                  <a:ext cx="240538" cy="11168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538" h="1116838" extrusionOk="0">
                      <a:moveTo>
                        <a:pt x="55373" y="1116838"/>
                      </a:moveTo>
                      <a:lnTo>
                        <a:pt x="0" y="1116838"/>
                      </a:lnTo>
                      <a:lnTo>
                        <a:pt x="185166" y="0"/>
                      </a:lnTo>
                      <a:lnTo>
                        <a:pt x="24053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7" name="Google Shape;1367;p41"/>
                <p:cNvSpPr/>
                <p:nvPr/>
              </p:nvSpPr>
              <p:spPr>
                <a:xfrm>
                  <a:off x="10160063" y="3333115"/>
                  <a:ext cx="240538" cy="11168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538" h="1116838" extrusionOk="0">
                      <a:moveTo>
                        <a:pt x="185166" y="1116838"/>
                      </a:moveTo>
                      <a:lnTo>
                        <a:pt x="240538" y="1116838"/>
                      </a:lnTo>
                      <a:lnTo>
                        <a:pt x="5537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8" name="Google Shape;1368;p41"/>
                <p:cNvSpPr/>
                <p:nvPr/>
              </p:nvSpPr>
              <p:spPr>
                <a:xfrm>
                  <a:off x="9814369" y="3333115"/>
                  <a:ext cx="68326" cy="78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326" h="78231" extrusionOk="0">
                      <a:moveTo>
                        <a:pt x="0" y="78232"/>
                      </a:moveTo>
                      <a:lnTo>
                        <a:pt x="56706" y="70231"/>
                      </a:lnTo>
                      <a:lnTo>
                        <a:pt x="68326" y="0"/>
                      </a:lnTo>
                      <a:lnTo>
                        <a:pt x="1295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9" name="Google Shape;1369;p41"/>
                <p:cNvSpPr/>
                <p:nvPr/>
              </p:nvSpPr>
              <p:spPr>
                <a:xfrm>
                  <a:off x="10160063" y="3333115"/>
                  <a:ext cx="58864" cy="28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864" h="28638" extrusionOk="0">
                      <a:moveTo>
                        <a:pt x="55372" y="0"/>
                      </a:moveTo>
                      <a:lnTo>
                        <a:pt x="0" y="0"/>
                      </a:lnTo>
                      <a:lnTo>
                        <a:pt x="4763" y="28638"/>
                      </a:lnTo>
                      <a:lnTo>
                        <a:pt x="58865" y="210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70" name="Google Shape;1370;p41"/>
              <p:cNvGrpSpPr/>
              <p:nvPr/>
            </p:nvGrpSpPr>
            <p:grpSpPr>
              <a:xfrm flipH="1">
                <a:off x="7090288" y="2943682"/>
                <a:ext cx="1671373" cy="2272848"/>
                <a:chOff x="8529891" y="3094565"/>
                <a:chExt cx="996823" cy="1355387"/>
              </a:xfrm>
            </p:grpSpPr>
            <p:grpSp>
              <p:nvGrpSpPr>
                <p:cNvPr id="1371" name="Google Shape;1371;p41"/>
                <p:cNvGrpSpPr/>
                <p:nvPr/>
              </p:nvGrpSpPr>
              <p:grpSpPr>
                <a:xfrm>
                  <a:off x="8909494" y="3758882"/>
                  <a:ext cx="617220" cy="691070"/>
                  <a:chOff x="8909494" y="3758882"/>
                  <a:chExt cx="617220" cy="691070"/>
                </a:xfrm>
              </p:grpSpPr>
              <p:sp>
                <p:nvSpPr>
                  <p:cNvPr id="1372" name="Google Shape;1372;p41"/>
                  <p:cNvSpPr/>
                  <p:nvPr/>
                </p:nvSpPr>
                <p:spPr>
                  <a:xfrm>
                    <a:off x="9356788" y="3758882"/>
                    <a:ext cx="169926" cy="6910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9926" h="691070" extrusionOk="0">
                        <a:moveTo>
                          <a:pt x="169926" y="691071"/>
                        </a:moveTo>
                        <a:lnTo>
                          <a:pt x="55372" y="0"/>
                        </a:lnTo>
                        <a:lnTo>
                          <a:pt x="0" y="0"/>
                        </a:lnTo>
                        <a:lnTo>
                          <a:pt x="114554" y="691071"/>
                        </a:ln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73" name="Google Shape;1373;p41"/>
                  <p:cNvSpPr/>
                  <p:nvPr/>
                </p:nvSpPr>
                <p:spPr>
                  <a:xfrm>
                    <a:off x="8909494" y="3758882"/>
                    <a:ext cx="169926" cy="6910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9926" h="691070" extrusionOk="0">
                        <a:moveTo>
                          <a:pt x="55373" y="691071"/>
                        </a:moveTo>
                        <a:lnTo>
                          <a:pt x="169926" y="0"/>
                        </a:lnTo>
                        <a:lnTo>
                          <a:pt x="114554" y="0"/>
                        </a:lnTo>
                        <a:lnTo>
                          <a:pt x="0" y="69107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374" name="Google Shape;1374;p41"/>
                <p:cNvSpPr/>
                <p:nvPr/>
              </p:nvSpPr>
              <p:spPr>
                <a:xfrm>
                  <a:off x="8529891" y="3094565"/>
                  <a:ext cx="971930" cy="6838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1930" h="683874" extrusionOk="0">
                      <a:moveTo>
                        <a:pt x="946531" y="633011"/>
                      </a:moveTo>
                      <a:lnTo>
                        <a:pt x="498919" y="633011"/>
                      </a:lnTo>
                      <a:cubicBezTo>
                        <a:pt x="447675" y="633011"/>
                        <a:pt x="403352" y="596499"/>
                        <a:pt x="393573" y="546206"/>
                      </a:cubicBezTo>
                      <a:lnTo>
                        <a:pt x="291274" y="20554"/>
                      </a:lnTo>
                      <a:cubicBezTo>
                        <a:pt x="288607" y="6774"/>
                        <a:pt x="275272" y="-2243"/>
                        <a:pt x="261493" y="488"/>
                      </a:cubicBezTo>
                      <a:lnTo>
                        <a:pt x="0" y="488"/>
                      </a:lnTo>
                      <a:lnTo>
                        <a:pt x="88709" y="513694"/>
                      </a:lnTo>
                      <a:cubicBezTo>
                        <a:pt x="105727" y="612056"/>
                        <a:pt x="191008" y="683875"/>
                        <a:pt x="290830" y="683875"/>
                      </a:cubicBezTo>
                      <a:lnTo>
                        <a:pt x="498919" y="683875"/>
                      </a:lnTo>
                      <a:lnTo>
                        <a:pt x="606425" y="683875"/>
                      </a:lnTo>
                      <a:lnTo>
                        <a:pt x="946531" y="683875"/>
                      </a:lnTo>
                      <a:cubicBezTo>
                        <a:pt x="960565" y="683875"/>
                        <a:pt x="971931" y="672508"/>
                        <a:pt x="971931" y="658475"/>
                      </a:cubicBezTo>
                      <a:cubicBezTo>
                        <a:pt x="971931" y="644441"/>
                        <a:pt x="960565" y="633011"/>
                        <a:pt x="946531" y="63301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375" name="Google Shape;1375;p41"/>
              <p:cNvSpPr/>
              <p:nvPr/>
            </p:nvSpPr>
            <p:spPr>
              <a:xfrm flipH="1">
                <a:off x="5796001" y="3273854"/>
                <a:ext cx="2079187" cy="69876"/>
              </a:xfrm>
              <a:custGeom>
                <a:avLst/>
                <a:gdLst/>
                <a:ahLst/>
                <a:cxnLst/>
                <a:rect l="l" t="t" r="r" b="b"/>
                <a:pathLst>
                  <a:path w="1239456" h="41655" extrusionOk="0">
                    <a:moveTo>
                      <a:pt x="20827" y="41656"/>
                    </a:moveTo>
                    <a:lnTo>
                      <a:pt x="1218628" y="41656"/>
                    </a:lnTo>
                    <a:cubicBezTo>
                      <a:pt x="1230122" y="41656"/>
                      <a:pt x="1239456" y="32321"/>
                      <a:pt x="1239456" y="20828"/>
                    </a:cubicBezTo>
                    <a:lnTo>
                      <a:pt x="1239456" y="20828"/>
                    </a:lnTo>
                    <a:cubicBezTo>
                      <a:pt x="1239456" y="9334"/>
                      <a:pt x="1230122" y="0"/>
                      <a:pt x="1218628" y="0"/>
                    </a:cubicBezTo>
                    <a:lnTo>
                      <a:pt x="20827" y="0"/>
                    </a:lnTo>
                    <a:cubicBezTo>
                      <a:pt x="9334" y="0"/>
                      <a:pt x="0" y="9334"/>
                      <a:pt x="0" y="20828"/>
                    </a:cubicBezTo>
                    <a:lnTo>
                      <a:pt x="0" y="20828"/>
                    </a:lnTo>
                    <a:cubicBezTo>
                      <a:pt x="0" y="32321"/>
                      <a:pt x="9334" y="41656"/>
                      <a:pt x="20827" y="4165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76" name="Google Shape;1376;p41"/>
              <p:cNvGrpSpPr/>
              <p:nvPr/>
            </p:nvGrpSpPr>
            <p:grpSpPr>
              <a:xfrm flipH="1">
                <a:off x="6657168" y="1844144"/>
                <a:ext cx="1826607" cy="3372494"/>
                <a:chOff x="8695625" y="2438868"/>
                <a:chExt cx="1089406" cy="2011148"/>
              </a:xfrm>
            </p:grpSpPr>
            <p:sp>
              <p:nvSpPr>
                <p:cNvPr id="1377" name="Google Shape;1377;p41"/>
                <p:cNvSpPr/>
                <p:nvPr/>
              </p:nvSpPr>
              <p:spPr>
                <a:xfrm>
                  <a:off x="9214484" y="3323351"/>
                  <a:ext cx="382016" cy="590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016" h="590851" extrusionOk="0">
                      <a:moveTo>
                        <a:pt x="41973" y="13256"/>
                      </a:moveTo>
                      <a:cubicBezTo>
                        <a:pt x="157163" y="-7445"/>
                        <a:pt x="257429" y="-17224"/>
                        <a:pt x="288099" y="88122"/>
                      </a:cubicBezTo>
                      <a:cubicBezTo>
                        <a:pt x="318770" y="193469"/>
                        <a:pt x="316992" y="231886"/>
                        <a:pt x="316992" y="231886"/>
                      </a:cubicBezTo>
                      <a:cubicBezTo>
                        <a:pt x="316992" y="231886"/>
                        <a:pt x="337503" y="253349"/>
                        <a:pt x="330391" y="279194"/>
                      </a:cubicBezTo>
                      <a:cubicBezTo>
                        <a:pt x="330391" y="279194"/>
                        <a:pt x="350012" y="414703"/>
                        <a:pt x="350901" y="455025"/>
                      </a:cubicBezTo>
                      <a:cubicBezTo>
                        <a:pt x="366967" y="503222"/>
                        <a:pt x="382016" y="590852"/>
                        <a:pt x="382016" y="590852"/>
                      </a:cubicBezTo>
                      <a:lnTo>
                        <a:pt x="249110" y="590852"/>
                      </a:lnTo>
                      <a:lnTo>
                        <a:pt x="0" y="205597"/>
                      </a:lnTo>
                      <a:lnTo>
                        <a:pt x="41973" y="1325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378" name="Google Shape;1378;p41"/>
                <p:cNvGrpSpPr/>
                <p:nvPr/>
              </p:nvGrpSpPr>
              <p:grpSpPr>
                <a:xfrm>
                  <a:off x="9387205" y="3882135"/>
                  <a:ext cx="335215" cy="367538"/>
                  <a:chOff x="9387205" y="3882135"/>
                  <a:chExt cx="335215" cy="367538"/>
                </a:xfrm>
              </p:grpSpPr>
              <p:sp>
                <p:nvSpPr>
                  <p:cNvPr id="1379" name="Google Shape;1379;p41"/>
                  <p:cNvSpPr/>
                  <p:nvPr/>
                </p:nvSpPr>
                <p:spPr>
                  <a:xfrm>
                    <a:off x="9424517" y="3882135"/>
                    <a:ext cx="293634" cy="3121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3634" h="312102" extrusionOk="0">
                        <a:moveTo>
                          <a:pt x="8089" y="0"/>
                        </a:moveTo>
                        <a:lnTo>
                          <a:pt x="148298" y="16256"/>
                        </a:lnTo>
                        <a:lnTo>
                          <a:pt x="181127" y="120205"/>
                        </a:lnTo>
                        <a:lnTo>
                          <a:pt x="236182" y="204153"/>
                        </a:lnTo>
                        <a:cubicBezTo>
                          <a:pt x="236182" y="204153"/>
                          <a:pt x="313207" y="232220"/>
                          <a:pt x="288887" y="312103"/>
                        </a:cubicBezTo>
                        <a:lnTo>
                          <a:pt x="2946" y="162497"/>
                        </a:lnTo>
                        <a:cubicBezTo>
                          <a:pt x="-6452" y="136525"/>
                          <a:pt x="7582" y="109220"/>
                          <a:pt x="31585" y="93663"/>
                        </a:cubicBezTo>
                        <a:lnTo>
                          <a:pt x="8089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80" name="Google Shape;1380;p41"/>
                  <p:cNvSpPr/>
                  <p:nvPr/>
                </p:nvSpPr>
                <p:spPr>
                  <a:xfrm>
                    <a:off x="9387205" y="4037457"/>
                    <a:ext cx="335215" cy="212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5215" h="212216" extrusionOk="0">
                        <a:moveTo>
                          <a:pt x="26543" y="0"/>
                        </a:moveTo>
                        <a:lnTo>
                          <a:pt x="0" y="50736"/>
                        </a:lnTo>
                        <a:lnTo>
                          <a:pt x="98742" y="102426"/>
                        </a:lnTo>
                        <a:lnTo>
                          <a:pt x="104203" y="92075"/>
                        </a:lnTo>
                        <a:cubicBezTo>
                          <a:pt x="108140" y="84582"/>
                          <a:pt x="118110" y="82995"/>
                          <a:pt x="124206" y="88900"/>
                        </a:cubicBezTo>
                        <a:lnTo>
                          <a:pt x="183959" y="147002"/>
                        </a:lnTo>
                        <a:lnTo>
                          <a:pt x="308673" y="212217"/>
                        </a:lnTo>
                        <a:lnTo>
                          <a:pt x="335216" y="161480"/>
                        </a:lnTo>
                        <a:lnTo>
                          <a:pt x="26543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381" name="Google Shape;1381;p41"/>
                <p:cNvSpPr/>
                <p:nvPr/>
              </p:nvSpPr>
              <p:spPr>
                <a:xfrm>
                  <a:off x="9389491" y="4053522"/>
                  <a:ext cx="154495" cy="1575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495" h="157543" extrusionOk="0">
                      <a:moveTo>
                        <a:pt x="0" y="0"/>
                      </a:moveTo>
                      <a:lnTo>
                        <a:pt x="27686" y="157543"/>
                      </a:lnTo>
                      <a:lnTo>
                        <a:pt x="154495" y="157543"/>
                      </a:lnTo>
                      <a:lnTo>
                        <a:pt x="135699" y="0"/>
                      </a:lnTo>
                      <a:close/>
                    </a:path>
                  </a:pathLst>
                </a:custGeom>
                <a:solidFill>
                  <a:srgbClr val="FFAC8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2" name="Google Shape;1382;p41"/>
                <p:cNvSpPr/>
                <p:nvPr/>
              </p:nvSpPr>
              <p:spPr>
                <a:xfrm>
                  <a:off x="9392602" y="4071429"/>
                  <a:ext cx="136397" cy="459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97" h="45910" extrusionOk="0">
                      <a:moveTo>
                        <a:pt x="136398" y="13907"/>
                      </a:moveTo>
                      <a:cubicBezTo>
                        <a:pt x="95821" y="33084"/>
                        <a:pt x="53530" y="45466"/>
                        <a:pt x="8065" y="45911"/>
                      </a:cubicBezTo>
                      <a:lnTo>
                        <a:pt x="0" y="0"/>
                      </a:lnTo>
                      <a:lnTo>
                        <a:pt x="136398" y="13907"/>
                      </a:lnTo>
                      <a:close/>
                    </a:path>
                  </a:pathLst>
                </a:custGeom>
                <a:solidFill>
                  <a:srgbClr val="E09479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3" name="Google Shape;1383;p41"/>
                <p:cNvSpPr/>
                <p:nvPr/>
              </p:nvSpPr>
              <p:spPr>
                <a:xfrm>
                  <a:off x="8767508" y="2438908"/>
                  <a:ext cx="134492" cy="1344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492" h="134492" extrusionOk="0">
                      <a:moveTo>
                        <a:pt x="134493" y="67247"/>
                      </a:moveTo>
                      <a:cubicBezTo>
                        <a:pt x="134493" y="104386"/>
                        <a:pt x="104386" y="134493"/>
                        <a:pt x="67247" y="134493"/>
                      </a:cubicBezTo>
                      <a:cubicBezTo>
                        <a:pt x="30107" y="134493"/>
                        <a:pt x="1" y="104386"/>
                        <a:pt x="1" y="67247"/>
                      </a:cubicBezTo>
                      <a:cubicBezTo>
                        <a:pt x="1" y="30107"/>
                        <a:pt x="30108" y="0"/>
                        <a:pt x="67247" y="0"/>
                      </a:cubicBezTo>
                      <a:cubicBezTo>
                        <a:pt x="104386" y="0"/>
                        <a:pt x="134493" y="30107"/>
                        <a:pt x="134493" y="6724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4" name="Google Shape;1384;p41"/>
                <p:cNvSpPr/>
                <p:nvPr/>
              </p:nvSpPr>
              <p:spPr>
                <a:xfrm>
                  <a:off x="8852003" y="2449246"/>
                  <a:ext cx="244049" cy="20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049" h="200481" extrusionOk="0">
                      <a:moveTo>
                        <a:pt x="124928" y="12"/>
                      </a:moveTo>
                      <a:cubicBezTo>
                        <a:pt x="200112" y="-1067"/>
                        <a:pt x="282853" y="71132"/>
                        <a:pt x="224178" y="134124"/>
                      </a:cubicBezTo>
                      <a:lnTo>
                        <a:pt x="53618" y="200482"/>
                      </a:lnTo>
                      <a:cubicBezTo>
                        <a:pt x="53618" y="200482"/>
                        <a:pt x="21740" y="197116"/>
                        <a:pt x="4341" y="130695"/>
                      </a:cubicBezTo>
                      <a:cubicBezTo>
                        <a:pt x="-13057" y="64274"/>
                        <a:pt x="20789" y="1536"/>
                        <a:pt x="124928" y="1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5" name="Google Shape;1385;p41"/>
                <p:cNvSpPr/>
                <p:nvPr/>
              </p:nvSpPr>
              <p:spPr>
                <a:xfrm>
                  <a:off x="9075801" y="2886392"/>
                  <a:ext cx="349059" cy="402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059" h="402526" extrusionOk="0">
                      <a:moveTo>
                        <a:pt x="54991" y="0"/>
                      </a:moveTo>
                      <a:cubicBezTo>
                        <a:pt x="106172" y="35687"/>
                        <a:pt x="113347" y="78613"/>
                        <a:pt x="125222" y="115507"/>
                      </a:cubicBezTo>
                      <a:cubicBezTo>
                        <a:pt x="137160" y="152400"/>
                        <a:pt x="174625" y="278511"/>
                        <a:pt x="174625" y="278511"/>
                      </a:cubicBezTo>
                      <a:cubicBezTo>
                        <a:pt x="224092" y="270320"/>
                        <a:pt x="279971" y="278511"/>
                        <a:pt x="349059" y="288798"/>
                      </a:cubicBezTo>
                      <a:lnTo>
                        <a:pt x="349059" y="402527"/>
                      </a:lnTo>
                      <a:lnTo>
                        <a:pt x="140716" y="402527"/>
                      </a:lnTo>
                      <a:cubicBezTo>
                        <a:pt x="106997" y="402527"/>
                        <a:pt x="77216" y="380683"/>
                        <a:pt x="66993" y="348615"/>
                      </a:cubicBezTo>
                      <a:lnTo>
                        <a:pt x="0" y="137668"/>
                      </a:lnTo>
                      <a:lnTo>
                        <a:pt x="54991" y="0"/>
                      </a:lnTo>
                      <a:close/>
                    </a:path>
                  </a:pathLst>
                </a:custGeom>
                <a:solidFill>
                  <a:srgbClr val="FFAC8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6" name="Google Shape;1386;p41"/>
                <p:cNvSpPr/>
                <p:nvPr/>
              </p:nvSpPr>
              <p:spPr>
                <a:xfrm>
                  <a:off x="8706107" y="2786824"/>
                  <a:ext cx="485390" cy="6496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90" h="649668" extrusionOk="0">
                      <a:moveTo>
                        <a:pt x="157858" y="0"/>
                      </a:moveTo>
                      <a:cubicBezTo>
                        <a:pt x="136141" y="21146"/>
                        <a:pt x="90929" y="43180"/>
                        <a:pt x="49273" y="67564"/>
                      </a:cubicBezTo>
                      <a:cubicBezTo>
                        <a:pt x="12507" y="89090"/>
                        <a:pt x="-6416" y="131636"/>
                        <a:pt x="1965" y="173418"/>
                      </a:cubicBezTo>
                      <a:lnTo>
                        <a:pt x="49590" y="410464"/>
                      </a:lnTo>
                      <a:cubicBezTo>
                        <a:pt x="57401" y="449199"/>
                        <a:pt x="53654" y="489395"/>
                        <a:pt x="38859" y="526097"/>
                      </a:cubicBezTo>
                      <a:lnTo>
                        <a:pt x="3871" y="612966"/>
                      </a:lnTo>
                      <a:cubicBezTo>
                        <a:pt x="-3178" y="630491"/>
                        <a:pt x="9712" y="649669"/>
                        <a:pt x="28636" y="649669"/>
                      </a:cubicBezTo>
                      <a:lnTo>
                        <a:pt x="485391" y="649669"/>
                      </a:lnTo>
                      <a:lnTo>
                        <a:pt x="402079" y="428244"/>
                      </a:lnTo>
                      <a:cubicBezTo>
                        <a:pt x="402079" y="428244"/>
                        <a:pt x="406524" y="342329"/>
                        <a:pt x="410398" y="313944"/>
                      </a:cubicBezTo>
                      <a:cubicBezTo>
                        <a:pt x="463484" y="218186"/>
                        <a:pt x="428241" y="215138"/>
                        <a:pt x="424685" y="99632"/>
                      </a:cubicBezTo>
                      <a:lnTo>
                        <a:pt x="321688" y="27305"/>
                      </a:lnTo>
                      <a:lnTo>
                        <a:pt x="15785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7" name="Google Shape;1387;p41"/>
                <p:cNvSpPr/>
                <p:nvPr/>
              </p:nvSpPr>
              <p:spPr>
                <a:xfrm>
                  <a:off x="8821673" y="3330702"/>
                  <a:ext cx="369887" cy="105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887" h="105727" extrusionOk="0">
                      <a:moveTo>
                        <a:pt x="330073" y="0"/>
                      </a:moveTo>
                      <a:cubicBezTo>
                        <a:pt x="220853" y="12128"/>
                        <a:pt x="39688" y="104775"/>
                        <a:pt x="0" y="104775"/>
                      </a:cubicBezTo>
                      <a:lnTo>
                        <a:pt x="762" y="105727"/>
                      </a:lnTo>
                      <a:lnTo>
                        <a:pt x="369888" y="105727"/>
                      </a:lnTo>
                      <a:lnTo>
                        <a:pt x="33007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8" name="Google Shape;1388;p41"/>
                <p:cNvSpPr/>
                <p:nvPr/>
              </p:nvSpPr>
              <p:spPr>
                <a:xfrm>
                  <a:off x="8724582" y="3007804"/>
                  <a:ext cx="376555" cy="3234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555" h="323407" extrusionOk="0">
                      <a:moveTo>
                        <a:pt x="0" y="0"/>
                      </a:moveTo>
                      <a:cubicBezTo>
                        <a:pt x="0" y="0"/>
                        <a:pt x="127064" y="279336"/>
                        <a:pt x="221298" y="315595"/>
                      </a:cubicBezTo>
                      <a:cubicBezTo>
                        <a:pt x="321311" y="354012"/>
                        <a:pt x="376555" y="238252"/>
                        <a:pt x="376555" y="238252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389" name="Google Shape;1389;p41"/>
                <p:cNvGrpSpPr/>
                <p:nvPr/>
              </p:nvGrpSpPr>
              <p:grpSpPr>
                <a:xfrm>
                  <a:off x="8705571" y="2775267"/>
                  <a:ext cx="759994" cy="518302"/>
                  <a:chOff x="8705571" y="2775267"/>
                  <a:chExt cx="759994" cy="518302"/>
                </a:xfrm>
              </p:grpSpPr>
              <p:grpSp>
                <p:nvGrpSpPr>
                  <p:cNvPr id="1390" name="Google Shape;1390;p41"/>
                  <p:cNvGrpSpPr/>
                  <p:nvPr/>
                </p:nvGrpSpPr>
                <p:grpSpPr>
                  <a:xfrm>
                    <a:off x="9308254" y="2775267"/>
                    <a:ext cx="152503" cy="193230"/>
                    <a:chOff x="9308254" y="2775267"/>
                    <a:chExt cx="152503" cy="193230"/>
                  </a:xfrm>
                </p:grpSpPr>
                <p:sp>
                  <p:nvSpPr>
                    <p:cNvPr id="1391" name="Google Shape;1391;p41"/>
                    <p:cNvSpPr/>
                    <p:nvPr/>
                  </p:nvSpPr>
                  <p:spPr>
                    <a:xfrm>
                      <a:off x="9308254" y="2775267"/>
                      <a:ext cx="152503" cy="1932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2503" h="193230" extrusionOk="0">
                          <a:moveTo>
                            <a:pt x="90698" y="193231"/>
                          </a:moveTo>
                          <a:lnTo>
                            <a:pt x="11260" y="193231"/>
                          </a:lnTo>
                          <a:cubicBezTo>
                            <a:pt x="3259" y="193231"/>
                            <a:pt x="-1567" y="186881"/>
                            <a:pt x="464" y="179070"/>
                          </a:cubicBezTo>
                          <a:lnTo>
                            <a:pt x="43644" y="14161"/>
                          </a:lnTo>
                          <a:cubicBezTo>
                            <a:pt x="45677" y="6350"/>
                            <a:pt x="53804" y="0"/>
                            <a:pt x="61805" y="0"/>
                          </a:cubicBezTo>
                          <a:lnTo>
                            <a:pt x="141244" y="0"/>
                          </a:lnTo>
                          <a:cubicBezTo>
                            <a:pt x="149245" y="0"/>
                            <a:pt x="154071" y="6350"/>
                            <a:pt x="152039" y="14161"/>
                          </a:cubicBezTo>
                          <a:lnTo>
                            <a:pt x="108859" y="179070"/>
                          </a:lnTo>
                          <a:cubicBezTo>
                            <a:pt x="106827" y="186944"/>
                            <a:pt x="98699" y="193231"/>
                            <a:pt x="90698" y="19323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392" name="Google Shape;1392;p41"/>
                    <p:cNvSpPr/>
                    <p:nvPr/>
                  </p:nvSpPr>
                  <p:spPr>
                    <a:xfrm rot="-2328974">
                      <a:off x="9362546" y="2790956"/>
                      <a:ext cx="20342" cy="1576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320" h="15748" extrusionOk="0">
                          <a:moveTo>
                            <a:pt x="20320" y="7874"/>
                          </a:moveTo>
                          <a:cubicBezTo>
                            <a:pt x="20320" y="12223"/>
                            <a:pt x="15771" y="15748"/>
                            <a:pt x="10160" y="15748"/>
                          </a:cubicBezTo>
                          <a:cubicBezTo>
                            <a:pt x="4549" y="15748"/>
                            <a:pt x="0" y="12223"/>
                            <a:pt x="0" y="7874"/>
                          </a:cubicBezTo>
                          <a:cubicBezTo>
                            <a:pt x="0" y="3525"/>
                            <a:pt x="4549" y="0"/>
                            <a:pt x="10160" y="0"/>
                          </a:cubicBezTo>
                          <a:cubicBezTo>
                            <a:pt x="15771" y="0"/>
                            <a:pt x="20320" y="3525"/>
                            <a:pt x="20320" y="7874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1393" name="Google Shape;1393;p41"/>
                  <p:cNvSpPr/>
                  <p:nvPr/>
                </p:nvSpPr>
                <p:spPr>
                  <a:xfrm>
                    <a:off x="8705571" y="2832309"/>
                    <a:ext cx="759994" cy="4612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9994" h="461260" extrusionOk="0">
                        <a:moveTo>
                          <a:pt x="31203" y="33382"/>
                        </a:moveTo>
                        <a:cubicBezTo>
                          <a:pt x="123023" y="-41421"/>
                          <a:pt x="303554" y="305035"/>
                          <a:pt x="303554" y="305035"/>
                        </a:cubicBezTo>
                        <a:lnTo>
                          <a:pt x="567841" y="87166"/>
                        </a:lnTo>
                        <a:cubicBezTo>
                          <a:pt x="567841" y="87166"/>
                          <a:pt x="588859" y="34334"/>
                          <a:pt x="629944" y="20047"/>
                        </a:cubicBezTo>
                        <a:lnTo>
                          <a:pt x="624420" y="41065"/>
                        </a:lnTo>
                        <a:cubicBezTo>
                          <a:pt x="622578" y="48114"/>
                          <a:pt x="629119" y="54464"/>
                          <a:pt x="636104" y="52495"/>
                        </a:cubicBezTo>
                        <a:lnTo>
                          <a:pt x="708049" y="31858"/>
                        </a:lnTo>
                        <a:lnTo>
                          <a:pt x="744117" y="2203"/>
                        </a:lnTo>
                        <a:cubicBezTo>
                          <a:pt x="748943" y="-1797"/>
                          <a:pt x="756246" y="-146"/>
                          <a:pt x="758912" y="5505"/>
                        </a:cubicBezTo>
                        <a:lnTo>
                          <a:pt x="758912" y="5505"/>
                        </a:lnTo>
                        <a:cubicBezTo>
                          <a:pt x="761072" y="10014"/>
                          <a:pt x="759929" y="15411"/>
                          <a:pt x="756119" y="18650"/>
                        </a:cubicBezTo>
                        <a:lnTo>
                          <a:pt x="718781" y="50654"/>
                        </a:lnTo>
                        <a:lnTo>
                          <a:pt x="682141" y="69386"/>
                        </a:lnTo>
                        <a:lnTo>
                          <a:pt x="722336" y="70275"/>
                        </a:lnTo>
                        <a:lnTo>
                          <a:pt x="723797" y="64624"/>
                        </a:lnTo>
                        <a:cubicBezTo>
                          <a:pt x="725448" y="58337"/>
                          <a:pt x="731798" y="54400"/>
                          <a:pt x="738211" y="55861"/>
                        </a:cubicBezTo>
                        <a:lnTo>
                          <a:pt x="738211" y="55861"/>
                        </a:lnTo>
                        <a:cubicBezTo>
                          <a:pt x="741006" y="56496"/>
                          <a:pt x="743037" y="58909"/>
                          <a:pt x="743101" y="61766"/>
                        </a:cubicBezTo>
                        <a:cubicBezTo>
                          <a:pt x="743228" y="69640"/>
                          <a:pt x="742403" y="84372"/>
                          <a:pt x="733894" y="86341"/>
                        </a:cubicBezTo>
                        <a:cubicBezTo>
                          <a:pt x="738339" y="97961"/>
                          <a:pt x="727671" y="112249"/>
                          <a:pt x="715161" y="113138"/>
                        </a:cubicBezTo>
                        <a:cubicBezTo>
                          <a:pt x="702652" y="114027"/>
                          <a:pt x="672298" y="122980"/>
                          <a:pt x="672298" y="122980"/>
                        </a:cubicBezTo>
                        <a:lnTo>
                          <a:pt x="700873" y="134601"/>
                        </a:lnTo>
                        <a:lnTo>
                          <a:pt x="720495" y="122726"/>
                        </a:lnTo>
                        <a:cubicBezTo>
                          <a:pt x="723797" y="120694"/>
                          <a:pt x="727988" y="120758"/>
                          <a:pt x="731227" y="122853"/>
                        </a:cubicBezTo>
                        <a:lnTo>
                          <a:pt x="731227" y="122853"/>
                        </a:lnTo>
                        <a:cubicBezTo>
                          <a:pt x="733385" y="124250"/>
                          <a:pt x="733512" y="127362"/>
                          <a:pt x="731481" y="128886"/>
                        </a:cubicBezTo>
                        <a:lnTo>
                          <a:pt x="711860" y="143554"/>
                        </a:lnTo>
                        <a:cubicBezTo>
                          <a:pt x="706461" y="147618"/>
                          <a:pt x="699922" y="149777"/>
                          <a:pt x="693190" y="149777"/>
                        </a:cubicBezTo>
                        <a:lnTo>
                          <a:pt x="614259" y="149777"/>
                        </a:lnTo>
                        <a:cubicBezTo>
                          <a:pt x="553299" y="253028"/>
                          <a:pt x="471511" y="345357"/>
                          <a:pt x="376897" y="431019"/>
                        </a:cubicBezTo>
                        <a:cubicBezTo>
                          <a:pt x="330986" y="472548"/>
                          <a:pt x="260819" y="471151"/>
                          <a:pt x="216622" y="427781"/>
                        </a:cubicBezTo>
                        <a:cubicBezTo>
                          <a:pt x="105624" y="318814"/>
                          <a:pt x="-72303" y="117646"/>
                          <a:pt x="31203" y="33382"/>
                        </a:cubicBezTo>
                        <a:close/>
                      </a:path>
                    </a:pathLst>
                  </a:custGeom>
                  <a:solidFill>
                    <a:srgbClr val="FFAC8E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94" name="Google Shape;1394;p41"/>
                  <p:cNvSpPr/>
                  <p:nvPr/>
                </p:nvSpPr>
                <p:spPr>
                  <a:xfrm>
                    <a:off x="9367247" y="2917234"/>
                    <a:ext cx="69442" cy="134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442" h="13417" extrusionOk="0">
                        <a:moveTo>
                          <a:pt x="3194" y="13417"/>
                        </a:moveTo>
                        <a:cubicBezTo>
                          <a:pt x="1606" y="13417"/>
                          <a:pt x="209" y="12211"/>
                          <a:pt x="19" y="10623"/>
                        </a:cubicBezTo>
                        <a:cubicBezTo>
                          <a:pt x="-172" y="8909"/>
                          <a:pt x="1098" y="7321"/>
                          <a:pt x="2813" y="7131"/>
                        </a:cubicBezTo>
                        <a:lnTo>
                          <a:pt x="65932" y="19"/>
                        </a:lnTo>
                        <a:cubicBezTo>
                          <a:pt x="67647" y="-172"/>
                          <a:pt x="69234" y="1098"/>
                          <a:pt x="69424" y="2813"/>
                        </a:cubicBezTo>
                        <a:cubicBezTo>
                          <a:pt x="69615" y="4527"/>
                          <a:pt x="68345" y="6115"/>
                          <a:pt x="66630" y="6305"/>
                        </a:cubicBezTo>
                        <a:lnTo>
                          <a:pt x="3511" y="13417"/>
                        </a:lnTo>
                        <a:cubicBezTo>
                          <a:pt x="3447" y="13417"/>
                          <a:pt x="3321" y="13417"/>
                          <a:pt x="3194" y="1341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395" name="Google Shape;1395;p41"/>
                <p:cNvSpPr/>
                <p:nvPr/>
              </p:nvSpPr>
              <p:spPr>
                <a:xfrm>
                  <a:off x="8896540" y="3497262"/>
                  <a:ext cx="668845" cy="5881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8845" h="588136" extrusionOk="0">
                      <a:moveTo>
                        <a:pt x="0" y="231203"/>
                      </a:moveTo>
                      <a:lnTo>
                        <a:pt x="376872" y="231203"/>
                      </a:lnTo>
                      <a:lnTo>
                        <a:pt x="478345" y="588137"/>
                      </a:lnTo>
                      <a:lnTo>
                        <a:pt x="668845" y="588137"/>
                      </a:lnTo>
                      <a:cubicBezTo>
                        <a:pt x="668845" y="588137"/>
                        <a:pt x="638302" y="275844"/>
                        <a:pt x="627380" y="184976"/>
                      </a:cubicBezTo>
                      <a:cubicBezTo>
                        <a:pt x="616458" y="94043"/>
                        <a:pt x="590232" y="53277"/>
                        <a:pt x="466407" y="33147"/>
                      </a:cubicBezTo>
                      <a:cubicBezTo>
                        <a:pt x="342582" y="13017"/>
                        <a:pt x="161607" y="0"/>
                        <a:pt x="161607" y="0"/>
                      </a:cubicBezTo>
                      <a:lnTo>
                        <a:pt x="0" y="231203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6" name="Google Shape;1396;p41"/>
                <p:cNvSpPr/>
                <p:nvPr/>
              </p:nvSpPr>
              <p:spPr>
                <a:xfrm>
                  <a:off x="9149569" y="3623481"/>
                  <a:ext cx="309731" cy="4334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731" h="433405" extrusionOk="0">
                      <a:moveTo>
                        <a:pt x="3574" y="19"/>
                      </a:moveTo>
                      <a:lnTo>
                        <a:pt x="225951" y="22371"/>
                      </a:lnTo>
                      <a:cubicBezTo>
                        <a:pt x="227285" y="22498"/>
                        <a:pt x="228364" y="23450"/>
                        <a:pt x="228682" y="24721"/>
                      </a:cubicBezTo>
                      <a:cubicBezTo>
                        <a:pt x="233698" y="35071"/>
                        <a:pt x="240366" y="44977"/>
                        <a:pt x="250081" y="51517"/>
                      </a:cubicBezTo>
                      <a:cubicBezTo>
                        <a:pt x="250970" y="52153"/>
                        <a:pt x="251478" y="53168"/>
                        <a:pt x="251542" y="54184"/>
                      </a:cubicBezTo>
                      <a:cubicBezTo>
                        <a:pt x="252113" y="64979"/>
                        <a:pt x="254462" y="76727"/>
                        <a:pt x="256050" y="87966"/>
                      </a:cubicBezTo>
                      <a:cubicBezTo>
                        <a:pt x="259543" y="109620"/>
                        <a:pt x="269703" y="168103"/>
                        <a:pt x="273639" y="190455"/>
                      </a:cubicBezTo>
                      <a:cubicBezTo>
                        <a:pt x="281577" y="235985"/>
                        <a:pt x="289324" y="281578"/>
                        <a:pt x="297960" y="327044"/>
                      </a:cubicBezTo>
                      <a:cubicBezTo>
                        <a:pt x="298341" y="344316"/>
                        <a:pt x="299103" y="361715"/>
                        <a:pt x="300563" y="378923"/>
                      </a:cubicBezTo>
                      <a:cubicBezTo>
                        <a:pt x="302278" y="395687"/>
                        <a:pt x="303802" y="413404"/>
                        <a:pt x="309517" y="429152"/>
                      </a:cubicBezTo>
                      <a:cubicBezTo>
                        <a:pt x="310152" y="430803"/>
                        <a:pt x="309326" y="432644"/>
                        <a:pt x="307675" y="433216"/>
                      </a:cubicBezTo>
                      <a:cubicBezTo>
                        <a:pt x="295928" y="438359"/>
                        <a:pt x="294849" y="337394"/>
                        <a:pt x="294277" y="327742"/>
                      </a:cubicBezTo>
                      <a:cubicBezTo>
                        <a:pt x="284816" y="279609"/>
                        <a:pt x="262083" y="170199"/>
                        <a:pt x="254589" y="123399"/>
                      </a:cubicBezTo>
                      <a:cubicBezTo>
                        <a:pt x="251351" y="102762"/>
                        <a:pt x="245954" y="75012"/>
                        <a:pt x="245192" y="54121"/>
                      </a:cubicBezTo>
                      <a:cubicBezTo>
                        <a:pt x="245192" y="54121"/>
                        <a:pt x="247033" y="57042"/>
                        <a:pt x="247033" y="57042"/>
                      </a:cubicBezTo>
                      <a:cubicBezTo>
                        <a:pt x="233761" y="52724"/>
                        <a:pt x="224745" y="39834"/>
                        <a:pt x="222522" y="26372"/>
                      </a:cubicBezTo>
                      <a:cubicBezTo>
                        <a:pt x="222522" y="26372"/>
                        <a:pt x="225252" y="28721"/>
                        <a:pt x="225252" y="28721"/>
                      </a:cubicBezTo>
                      <a:lnTo>
                        <a:pt x="2875" y="6369"/>
                      </a:lnTo>
                      <a:cubicBezTo>
                        <a:pt x="1162" y="6178"/>
                        <a:pt x="-173" y="4654"/>
                        <a:pt x="18" y="2877"/>
                      </a:cubicBezTo>
                      <a:cubicBezTo>
                        <a:pt x="209" y="1098"/>
                        <a:pt x="1860" y="-172"/>
                        <a:pt x="3574" y="19"/>
                      </a:cubicBezTo>
                      <a:lnTo>
                        <a:pt x="3574" y="1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7" name="Google Shape;1397;p41"/>
                <p:cNvSpPr/>
                <p:nvPr/>
              </p:nvSpPr>
              <p:spPr>
                <a:xfrm>
                  <a:off x="8896477" y="3536505"/>
                  <a:ext cx="504761" cy="191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761" h="191960" extrusionOk="0">
                      <a:moveTo>
                        <a:pt x="504761" y="1524"/>
                      </a:moveTo>
                      <a:cubicBezTo>
                        <a:pt x="502666" y="1016"/>
                        <a:pt x="500507" y="508"/>
                        <a:pt x="498284" y="0"/>
                      </a:cubicBezTo>
                      <a:lnTo>
                        <a:pt x="356616" y="20891"/>
                      </a:lnTo>
                      <a:lnTo>
                        <a:pt x="0" y="191960"/>
                      </a:lnTo>
                      <a:lnTo>
                        <a:pt x="228600" y="191960"/>
                      </a:lnTo>
                      <a:cubicBezTo>
                        <a:pt x="285242" y="191960"/>
                        <a:pt x="340614" y="173482"/>
                        <a:pt x="384937" y="138176"/>
                      </a:cubicBezTo>
                      <a:cubicBezTo>
                        <a:pt x="453707" y="83439"/>
                        <a:pt x="496379" y="15621"/>
                        <a:pt x="504761" y="152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8" name="Google Shape;1398;p41"/>
                <p:cNvSpPr/>
                <p:nvPr/>
              </p:nvSpPr>
              <p:spPr>
                <a:xfrm>
                  <a:off x="8695625" y="3329488"/>
                  <a:ext cx="760468" cy="3990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468" h="399031" extrusionOk="0">
                      <a:moveTo>
                        <a:pt x="28512" y="104719"/>
                      </a:moveTo>
                      <a:cubicBezTo>
                        <a:pt x="28512" y="104719"/>
                        <a:pt x="-39878" y="252229"/>
                        <a:pt x="35180" y="329636"/>
                      </a:cubicBezTo>
                      <a:cubicBezTo>
                        <a:pt x="110173" y="407042"/>
                        <a:pt x="211964" y="414472"/>
                        <a:pt x="332232" y="377578"/>
                      </a:cubicBezTo>
                      <a:cubicBezTo>
                        <a:pt x="452502" y="340685"/>
                        <a:pt x="654305" y="257055"/>
                        <a:pt x="707264" y="205811"/>
                      </a:cubicBezTo>
                      <a:cubicBezTo>
                        <a:pt x="760222" y="154566"/>
                        <a:pt x="784099" y="80716"/>
                        <a:pt x="729298" y="24074"/>
                      </a:cubicBezTo>
                      <a:cubicBezTo>
                        <a:pt x="668719" y="-38601"/>
                        <a:pt x="414275" y="34424"/>
                        <a:pt x="241681" y="91574"/>
                      </a:cubicBezTo>
                      <a:cubicBezTo>
                        <a:pt x="210757" y="101798"/>
                        <a:pt x="178435" y="106815"/>
                        <a:pt x="145923" y="106370"/>
                      </a:cubicBezTo>
                      <a:lnTo>
                        <a:pt x="28512" y="104719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399" name="Google Shape;1399;p41"/>
                <p:cNvGrpSpPr/>
                <p:nvPr/>
              </p:nvGrpSpPr>
              <p:grpSpPr>
                <a:xfrm>
                  <a:off x="9336664" y="4172267"/>
                  <a:ext cx="448367" cy="277749"/>
                  <a:chOff x="9336664" y="4172267"/>
                  <a:chExt cx="448367" cy="277749"/>
                </a:xfrm>
              </p:grpSpPr>
              <p:sp>
                <p:nvSpPr>
                  <p:cNvPr id="1400" name="Google Shape;1400;p41"/>
                  <p:cNvSpPr/>
                  <p:nvPr/>
                </p:nvSpPr>
                <p:spPr>
                  <a:xfrm>
                    <a:off x="9400778" y="4172267"/>
                    <a:ext cx="372760" cy="2116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2760" h="211645" extrusionOk="0">
                        <a:moveTo>
                          <a:pt x="333" y="0"/>
                        </a:moveTo>
                        <a:lnTo>
                          <a:pt x="144986" y="0"/>
                        </a:lnTo>
                        <a:lnTo>
                          <a:pt x="154384" y="45974"/>
                        </a:lnTo>
                        <a:cubicBezTo>
                          <a:pt x="157877" y="63183"/>
                          <a:pt x="168735" y="77978"/>
                          <a:pt x="184102" y="86551"/>
                        </a:cubicBezTo>
                        <a:lnTo>
                          <a:pt x="243284" y="119507"/>
                        </a:lnTo>
                        <a:cubicBezTo>
                          <a:pt x="253508" y="125222"/>
                          <a:pt x="264874" y="128588"/>
                          <a:pt x="276558" y="129032"/>
                        </a:cubicBezTo>
                        <a:cubicBezTo>
                          <a:pt x="303927" y="130048"/>
                          <a:pt x="359489" y="141034"/>
                          <a:pt x="372761" y="211646"/>
                        </a:cubicBezTo>
                        <a:lnTo>
                          <a:pt x="397" y="211646"/>
                        </a:lnTo>
                        <a:cubicBezTo>
                          <a:pt x="-1064" y="183769"/>
                          <a:pt x="1349" y="157353"/>
                          <a:pt x="10303" y="133350"/>
                        </a:cubicBezTo>
                        <a:cubicBezTo>
                          <a:pt x="16017" y="118047"/>
                          <a:pt x="17034" y="101410"/>
                          <a:pt x="14430" y="85344"/>
                        </a:cubicBezTo>
                        <a:lnTo>
                          <a:pt x="333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01" name="Google Shape;1401;p41"/>
                  <p:cNvSpPr/>
                  <p:nvPr/>
                </p:nvSpPr>
                <p:spPr>
                  <a:xfrm>
                    <a:off x="9383204" y="4383913"/>
                    <a:ext cx="401827" cy="661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1827" h="66103" extrusionOk="0">
                        <a:moveTo>
                          <a:pt x="0" y="0"/>
                        </a:moveTo>
                        <a:lnTo>
                          <a:pt x="0" y="66103"/>
                        </a:lnTo>
                        <a:lnTo>
                          <a:pt x="128588" y="66103"/>
                        </a:lnTo>
                        <a:lnTo>
                          <a:pt x="128588" y="52578"/>
                        </a:lnTo>
                        <a:cubicBezTo>
                          <a:pt x="128588" y="42863"/>
                          <a:pt x="137985" y="35878"/>
                          <a:pt x="147320" y="38608"/>
                        </a:cubicBezTo>
                        <a:lnTo>
                          <a:pt x="239458" y="66103"/>
                        </a:lnTo>
                        <a:lnTo>
                          <a:pt x="401827" y="66103"/>
                        </a:lnTo>
                        <a:lnTo>
                          <a:pt x="401827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02" name="Google Shape;1402;p41"/>
                  <p:cNvSpPr/>
                  <p:nvPr/>
                </p:nvSpPr>
                <p:spPr>
                  <a:xfrm>
                    <a:off x="9336664" y="4172267"/>
                    <a:ext cx="67304" cy="388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304" h="38823" extrusionOk="0">
                        <a:moveTo>
                          <a:pt x="64447" y="0"/>
                        </a:moveTo>
                        <a:lnTo>
                          <a:pt x="11171" y="7176"/>
                        </a:lnTo>
                        <a:cubicBezTo>
                          <a:pt x="2471" y="8318"/>
                          <a:pt x="-2482" y="17653"/>
                          <a:pt x="1265" y="25527"/>
                        </a:cubicBezTo>
                        <a:lnTo>
                          <a:pt x="3932" y="31115"/>
                        </a:lnTo>
                        <a:cubicBezTo>
                          <a:pt x="7107" y="37719"/>
                          <a:pt x="14917" y="40577"/>
                          <a:pt x="21585" y="37719"/>
                        </a:cubicBezTo>
                        <a:lnTo>
                          <a:pt x="67304" y="17971"/>
                        </a:lnTo>
                        <a:lnTo>
                          <a:pt x="64447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403" name="Google Shape;1403;p41"/>
                <p:cNvSpPr/>
                <p:nvPr/>
              </p:nvSpPr>
              <p:spPr>
                <a:xfrm>
                  <a:off x="9369922" y="4048114"/>
                  <a:ext cx="183271" cy="107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271" h="10741" extrusionOk="0">
                      <a:moveTo>
                        <a:pt x="5281" y="391"/>
                      </a:moveTo>
                      <a:cubicBezTo>
                        <a:pt x="62685" y="3122"/>
                        <a:pt x="120216" y="3058"/>
                        <a:pt x="177620" y="10"/>
                      </a:cubicBezTo>
                      <a:cubicBezTo>
                        <a:pt x="184605" y="-371"/>
                        <a:pt x="185431" y="10170"/>
                        <a:pt x="178319" y="10742"/>
                      </a:cubicBezTo>
                      <a:cubicBezTo>
                        <a:pt x="135011" y="8329"/>
                        <a:pt x="91705" y="8138"/>
                        <a:pt x="48397" y="8837"/>
                      </a:cubicBezTo>
                      <a:cubicBezTo>
                        <a:pt x="34046" y="9154"/>
                        <a:pt x="19696" y="9535"/>
                        <a:pt x="5281" y="10361"/>
                      </a:cubicBezTo>
                      <a:cubicBezTo>
                        <a:pt x="2550" y="10551"/>
                        <a:pt x="137" y="8392"/>
                        <a:pt x="10" y="5662"/>
                      </a:cubicBezTo>
                      <a:cubicBezTo>
                        <a:pt x="-180" y="2741"/>
                        <a:pt x="2296" y="201"/>
                        <a:pt x="5281" y="391"/>
                      </a:cubicBezTo>
                      <a:lnTo>
                        <a:pt x="5281" y="39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4" name="Google Shape;1404;p41"/>
                <p:cNvSpPr/>
                <p:nvPr/>
              </p:nvSpPr>
              <p:spPr>
                <a:xfrm>
                  <a:off x="9408643" y="3899361"/>
                  <a:ext cx="86808" cy="85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808" h="85858" extrusionOk="0">
                      <a:moveTo>
                        <a:pt x="913" y="80437"/>
                      </a:moveTo>
                      <a:lnTo>
                        <a:pt x="78256" y="1507"/>
                      </a:lnTo>
                      <a:cubicBezTo>
                        <a:pt x="82764" y="-3065"/>
                        <a:pt x="89876" y="3793"/>
                        <a:pt x="85368" y="8429"/>
                      </a:cubicBezTo>
                      <a:cubicBezTo>
                        <a:pt x="85368" y="8429"/>
                        <a:pt x="5422" y="84946"/>
                        <a:pt x="5422" y="84946"/>
                      </a:cubicBezTo>
                      <a:cubicBezTo>
                        <a:pt x="2564" y="87804"/>
                        <a:pt x="-1945" y="83295"/>
                        <a:pt x="913" y="80437"/>
                      </a:cubicBezTo>
                      <a:lnTo>
                        <a:pt x="913" y="804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5" name="Google Shape;1405;p41"/>
                <p:cNvSpPr/>
                <p:nvPr/>
              </p:nvSpPr>
              <p:spPr>
                <a:xfrm>
                  <a:off x="9415399" y="3977694"/>
                  <a:ext cx="79415" cy="303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415" h="30366" extrusionOk="0">
                      <a:moveTo>
                        <a:pt x="1841" y="24964"/>
                      </a:moveTo>
                      <a:lnTo>
                        <a:pt x="73723" y="263"/>
                      </a:lnTo>
                      <a:cubicBezTo>
                        <a:pt x="79184" y="-1579"/>
                        <a:pt x="81915" y="6803"/>
                        <a:pt x="76390" y="8518"/>
                      </a:cubicBezTo>
                      <a:cubicBezTo>
                        <a:pt x="76390" y="8518"/>
                        <a:pt x="3556" y="30235"/>
                        <a:pt x="3556" y="30235"/>
                      </a:cubicBezTo>
                      <a:cubicBezTo>
                        <a:pt x="127" y="31251"/>
                        <a:pt x="-1524" y="26107"/>
                        <a:pt x="1841" y="24964"/>
                      </a:cubicBezTo>
                      <a:lnTo>
                        <a:pt x="1841" y="24964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6" name="Google Shape;1406;p41"/>
                <p:cNvSpPr/>
                <p:nvPr/>
              </p:nvSpPr>
              <p:spPr>
                <a:xfrm>
                  <a:off x="8966984" y="2857459"/>
                  <a:ext cx="26713" cy="178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3" h="178983" extrusionOk="0">
                      <a:moveTo>
                        <a:pt x="23917" y="178984"/>
                      </a:moveTo>
                      <a:cubicBezTo>
                        <a:pt x="22457" y="178984"/>
                        <a:pt x="21186" y="177777"/>
                        <a:pt x="21186" y="176317"/>
                      </a:cubicBezTo>
                      <a:cubicBezTo>
                        <a:pt x="18900" y="102721"/>
                        <a:pt x="232" y="4296"/>
                        <a:pt x="41" y="3280"/>
                      </a:cubicBezTo>
                      <a:cubicBezTo>
                        <a:pt x="-213" y="1755"/>
                        <a:pt x="739" y="358"/>
                        <a:pt x="2200" y="41"/>
                      </a:cubicBezTo>
                      <a:cubicBezTo>
                        <a:pt x="3724" y="-213"/>
                        <a:pt x="5121" y="739"/>
                        <a:pt x="5438" y="2200"/>
                      </a:cubicBezTo>
                      <a:cubicBezTo>
                        <a:pt x="5629" y="3216"/>
                        <a:pt x="24361" y="102086"/>
                        <a:pt x="26711" y="176063"/>
                      </a:cubicBezTo>
                      <a:cubicBezTo>
                        <a:pt x="26774" y="177587"/>
                        <a:pt x="25568" y="178857"/>
                        <a:pt x="24044" y="178921"/>
                      </a:cubicBezTo>
                      <a:cubicBezTo>
                        <a:pt x="23981" y="178984"/>
                        <a:pt x="23917" y="178984"/>
                        <a:pt x="23917" y="17898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7" name="Google Shape;1407;p41"/>
                <p:cNvSpPr/>
                <p:nvPr/>
              </p:nvSpPr>
              <p:spPr>
                <a:xfrm>
                  <a:off x="9003792" y="2898203"/>
                  <a:ext cx="22098" cy="22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98" h="22098" extrusionOk="0">
                      <a:moveTo>
                        <a:pt x="22098" y="11049"/>
                      </a:moveTo>
                      <a:cubicBezTo>
                        <a:pt x="22098" y="17151"/>
                        <a:pt x="17151" y="22098"/>
                        <a:pt x="11049" y="22098"/>
                      </a:cubicBezTo>
                      <a:cubicBezTo>
                        <a:pt x="4947" y="22098"/>
                        <a:pt x="0" y="17151"/>
                        <a:pt x="0" y="11049"/>
                      </a:cubicBezTo>
                      <a:cubicBezTo>
                        <a:pt x="0" y="4947"/>
                        <a:pt x="4947" y="0"/>
                        <a:pt x="11049" y="0"/>
                      </a:cubicBezTo>
                      <a:cubicBezTo>
                        <a:pt x="17151" y="0"/>
                        <a:pt x="22098" y="4947"/>
                        <a:pt x="22098" y="11049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8" name="Google Shape;1408;p41"/>
                <p:cNvSpPr/>
                <p:nvPr/>
              </p:nvSpPr>
              <p:spPr>
                <a:xfrm>
                  <a:off x="9008364" y="2968561"/>
                  <a:ext cx="22098" cy="22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98" h="22098" extrusionOk="0">
                      <a:moveTo>
                        <a:pt x="22098" y="11049"/>
                      </a:moveTo>
                      <a:cubicBezTo>
                        <a:pt x="22098" y="17151"/>
                        <a:pt x="17151" y="22098"/>
                        <a:pt x="11049" y="22098"/>
                      </a:cubicBezTo>
                      <a:cubicBezTo>
                        <a:pt x="4947" y="22098"/>
                        <a:pt x="0" y="17151"/>
                        <a:pt x="0" y="11049"/>
                      </a:cubicBezTo>
                      <a:cubicBezTo>
                        <a:pt x="0" y="4947"/>
                        <a:pt x="4947" y="0"/>
                        <a:pt x="11049" y="0"/>
                      </a:cubicBezTo>
                      <a:cubicBezTo>
                        <a:pt x="17151" y="0"/>
                        <a:pt x="22098" y="4947"/>
                        <a:pt x="22098" y="11049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9" name="Google Shape;1409;p41"/>
                <p:cNvSpPr/>
                <p:nvPr/>
              </p:nvSpPr>
              <p:spPr>
                <a:xfrm>
                  <a:off x="8864028" y="2669857"/>
                  <a:ext cx="163829" cy="172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829" h="172600" extrusionOk="0">
                      <a:moveTo>
                        <a:pt x="36576" y="0"/>
                      </a:moveTo>
                      <a:lnTo>
                        <a:pt x="141033" y="20955"/>
                      </a:lnTo>
                      <a:cubicBezTo>
                        <a:pt x="133921" y="66929"/>
                        <a:pt x="132080" y="120967"/>
                        <a:pt x="163830" y="144208"/>
                      </a:cubicBezTo>
                      <a:cubicBezTo>
                        <a:pt x="132588" y="179895"/>
                        <a:pt x="60706" y="192849"/>
                        <a:pt x="0" y="116967"/>
                      </a:cubicBezTo>
                      <a:lnTo>
                        <a:pt x="0" y="116967"/>
                      </a:lnTo>
                      <a:cubicBezTo>
                        <a:pt x="16128" y="102870"/>
                        <a:pt x="26415" y="83375"/>
                        <a:pt x="29019" y="62103"/>
                      </a:cubicBezTo>
                      <a:lnTo>
                        <a:pt x="36576" y="0"/>
                      </a:lnTo>
                      <a:close/>
                    </a:path>
                  </a:pathLst>
                </a:custGeom>
                <a:solidFill>
                  <a:srgbClr val="FFAC8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0" name="Google Shape;1410;p41"/>
                <p:cNvSpPr/>
                <p:nvPr/>
              </p:nvSpPr>
              <p:spPr>
                <a:xfrm>
                  <a:off x="8895797" y="2669857"/>
                  <a:ext cx="100755" cy="612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755" h="61254" extrusionOk="0">
                      <a:moveTo>
                        <a:pt x="100756" y="54356"/>
                      </a:moveTo>
                      <a:lnTo>
                        <a:pt x="34334" y="5969"/>
                      </a:lnTo>
                      <a:lnTo>
                        <a:pt x="4744" y="0"/>
                      </a:lnTo>
                      <a:lnTo>
                        <a:pt x="109" y="38036"/>
                      </a:lnTo>
                      <a:cubicBezTo>
                        <a:pt x="-971" y="46926"/>
                        <a:pt x="6141" y="54800"/>
                        <a:pt x="15095" y="54356"/>
                      </a:cubicBezTo>
                      <a:cubicBezTo>
                        <a:pt x="23096" y="53911"/>
                        <a:pt x="30970" y="52705"/>
                        <a:pt x="38462" y="55689"/>
                      </a:cubicBezTo>
                      <a:cubicBezTo>
                        <a:pt x="60434" y="64262"/>
                        <a:pt x="88120" y="62230"/>
                        <a:pt x="100756" y="54356"/>
                      </a:cubicBezTo>
                      <a:close/>
                    </a:path>
                  </a:pathLst>
                </a:custGeom>
                <a:solidFill>
                  <a:srgbClr val="E09479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1" name="Google Shape;1411;p41"/>
                <p:cNvSpPr/>
                <p:nvPr/>
              </p:nvSpPr>
              <p:spPr>
                <a:xfrm>
                  <a:off x="8902001" y="2527554"/>
                  <a:ext cx="174949" cy="202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949" h="202091" extrusionOk="0">
                      <a:moveTo>
                        <a:pt x="174942" y="39370"/>
                      </a:moveTo>
                      <a:cubicBezTo>
                        <a:pt x="173927" y="61087"/>
                        <a:pt x="172148" y="99632"/>
                        <a:pt x="171641" y="107632"/>
                      </a:cubicBezTo>
                      <a:cubicBezTo>
                        <a:pt x="177609" y="131382"/>
                        <a:pt x="174117" y="203898"/>
                        <a:pt x="101536" y="202057"/>
                      </a:cubicBezTo>
                      <a:cubicBezTo>
                        <a:pt x="24447" y="200088"/>
                        <a:pt x="0" y="136652"/>
                        <a:pt x="0" y="136652"/>
                      </a:cubicBezTo>
                      <a:lnTo>
                        <a:pt x="12573" y="86487"/>
                      </a:lnTo>
                      <a:cubicBezTo>
                        <a:pt x="12573" y="86487"/>
                        <a:pt x="43561" y="75882"/>
                        <a:pt x="53467" y="43180"/>
                      </a:cubicBezTo>
                      <a:cubicBezTo>
                        <a:pt x="55499" y="36449"/>
                        <a:pt x="61531" y="31813"/>
                        <a:pt x="68517" y="31496"/>
                      </a:cubicBezTo>
                      <a:cubicBezTo>
                        <a:pt x="87757" y="30607"/>
                        <a:pt x="107124" y="22161"/>
                        <a:pt x="113602" y="0"/>
                      </a:cubicBezTo>
                      <a:cubicBezTo>
                        <a:pt x="114935" y="19812"/>
                        <a:pt x="90551" y="34988"/>
                        <a:pt x="90551" y="34988"/>
                      </a:cubicBezTo>
                      <a:cubicBezTo>
                        <a:pt x="90551" y="34988"/>
                        <a:pt x="119570" y="44260"/>
                        <a:pt x="138049" y="11874"/>
                      </a:cubicBezTo>
                      <a:cubicBezTo>
                        <a:pt x="138049" y="11874"/>
                        <a:pt x="137414" y="24448"/>
                        <a:pt x="128143" y="37655"/>
                      </a:cubicBezTo>
                      <a:cubicBezTo>
                        <a:pt x="142875" y="41211"/>
                        <a:pt x="155575" y="37020"/>
                        <a:pt x="164211" y="32448"/>
                      </a:cubicBezTo>
                      <a:cubicBezTo>
                        <a:pt x="169164" y="29782"/>
                        <a:pt x="175196" y="33655"/>
                        <a:pt x="174942" y="39370"/>
                      </a:cubicBezTo>
                      <a:close/>
                    </a:path>
                  </a:pathLst>
                </a:custGeom>
                <a:solidFill>
                  <a:srgbClr val="FFAC8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2" name="Google Shape;1412;p41"/>
                <p:cNvSpPr/>
                <p:nvPr/>
              </p:nvSpPr>
              <p:spPr>
                <a:xfrm>
                  <a:off x="8885745" y="2438868"/>
                  <a:ext cx="135752" cy="1471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752" h="147169" extrusionOk="0">
                      <a:moveTo>
                        <a:pt x="87567" y="40"/>
                      </a:moveTo>
                      <a:cubicBezTo>
                        <a:pt x="80582" y="-278"/>
                        <a:pt x="73597" y="1310"/>
                        <a:pt x="67501" y="4675"/>
                      </a:cubicBezTo>
                      <a:cubicBezTo>
                        <a:pt x="61468" y="8041"/>
                        <a:pt x="55817" y="11978"/>
                        <a:pt x="50547" y="16486"/>
                      </a:cubicBezTo>
                      <a:cubicBezTo>
                        <a:pt x="19177" y="43220"/>
                        <a:pt x="2160" y="86908"/>
                        <a:pt x="0" y="146280"/>
                      </a:cubicBezTo>
                      <a:lnTo>
                        <a:pt x="25400" y="147169"/>
                      </a:lnTo>
                      <a:cubicBezTo>
                        <a:pt x="27242" y="95925"/>
                        <a:pt x="41656" y="57444"/>
                        <a:pt x="66993" y="35790"/>
                      </a:cubicBezTo>
                      <a:cubicBezTo>
                        <a:pt x="83948" y="21312"/>
                        <a:pt x="106173" y="13946"/>
                        <a:pt x="133160" y="13756"/>
                      </a:cubicBezTo>
                      <a:cubicBezTo>
                        <a:pt x="135827" y="13756"/>
                        <a:pt x="136779" y="10073"/>
                        <a:pt x="134366" y="8866"/>
                      </a:cubicBezTo>
                      <a:cubicBezTo>
                        <a:pt x="121666" y="2643"/>
                        <a:pt x="101410" y="675"/>
                        <a:pt x="87567" y="4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3" name="Google Shape;1413;p41"/>
                <p:cNvSpPr/>
                <p:nvPr/>
              </p:nvSpPr>
              <p:spPr>
                <a:xfrm rot="-4942616">
                  <a:off x="8986711" y="2600924"/>
                  <a:ext cx="24863" cy="187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92" h="18796" extrusionOk="0">
                      <a:moveTo>
                        <a:pt x="24892" y="9398"/>
                      </a:moveTo>
                      <a:cubicBezTo>
                        <a:pt x="24892" y="14588"/>
                        <a:pt x="19319" y="18796"/>
                        <a:pt x="12446" y="18796"/>
                      </a:cubicBezTo>
                      <a:cubicBezTo>
                        <a:pt x="5572" y="18796"/>
                        <a:pt x="0" y="14588"/>
                        <a:pt x="0" y="9398"/>
                      </a:cubicBezTo>
                      <a:cubicBezTo>
                        <a:pt x="0" y="4208"/>
                        <a:pt x="5573" y="0"/>
                        <a:pt x="12446" y="0"/>
                      </a:cubicBezTo>
                      <a:cubicBezTo>
                        <a:pt x="19320" y="0"/>
                        <a:pt x="24892" y="4208"/>
                        <a:pt x="24892" y="939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4" name="Google Shape;1414;p41"/>
                <p:cNvSpPr/>
                <p:nvPr/>
              </p:nvSpPr>
              <p:spPr>
                <a:xfrm rot="-4942616">
                  <a:off x="9045403" y="2608733"/>
                  <a:ext cx="24863" cy="187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92" h="18796" extrusionOk="0">
                      <a:moveTo>
                        <a:pt x="24892" y="9398"/>
                      </a:moveTo>
                      <a:cubicBezTo>
                        <a:pt x="24892" y="14588"/>
                        <a:pt x="19319" y="18796"/>
                        <a:pt x="12446" y="18796"/>
                      </a:cubicBezTo>
                      <a:cubicBezTo>
                        <a:pt x="5572" y="18796"/>
                        <a:pt x="0" y="14588"/>
                        <a:pt x="0" y="9398"/>
                      </a:cubicBezTo>
                      <a:cubicBezTo>
                        <a:pt x="0" y="4208"/>
                        <a:pt x="5573" y="0"/>
                        <a:pt x="12446" y="0"/>
                      </a:cubicBezTo>
                      <a:cubicBezTo>
                        <a:pt x="19320" y="0"/>
                        <a:pt x="24892" y="4208"/>
                        <a:pt x="24892" y="939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5" name="Google Shape;1415;p41"/>
                <p:cNvSpPr/>
                <p:nvPr/>
              </p:nvSpPr>
              <p:spPr>
                <a:xfrm>
                  <a:off x="9025089" y="2602799"/>
                  <a:ext cx="22776" cy="50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76" h="50205" extrusionOk="0">
                      <a:moveTo>
                        <a:pt x="15405" y="3178"/>
                      </a:moveTo>
                      <a:lnTo>
                        <a:pt x="13691" y="17782"/>
                      </a:lnTo>
                      <a:cubicBezTo>
                        <a:pt x="13564" y="19878"/>
                        <a:pt x="14008" y="21973"/>
                        <a:pt x="14961" y="23815"/>
                      </a:cubicBezTo>
                      <a:cubicBezTo>
                        <a:pt x="15469" y="24767"/>
                        <a:pt x="16041" y="25529"/>
                        <a:pt x="16803" y="26482"/>
                      </a:cubicBezTo>
                      <a:lnTo>
                        <a:pt x="19152" y="29530"/>
                      </a:lnTo>
                      <a:lnTo>
                        <a:pt x="21502" y="32641"/>
                      </a:lnTo>
                      <a:cubicBezTo>
                        <a:pt x="22327" y="33975"/>
                        <a:pt x="22835" y="35562"/>
                        <a:pt x="22772" y="37087"/>
                      </a:cubicBezTo>
                      <a:cubicBezTo>
                        <a:pt x="22708" y="40198"/>
                        <a:pt x="20867" y="43182"/>
                        <a:pt x="17945" y="44579"/>
                      </a:cubicBezTo>
                      <a:cubicBezTo>
                        <a:pt x="16549" y="45278"/>
                        <a:pt x="14707" y="45405"/>
                        <a:pt x="13691" y="45532"/>
                      </a:cubicBezTo>
                      <a:cubicBezTo>
                        <a:pt x="12485" y="45659"/>
                        <a:pt x="11342" y="45913"/>
                        <a:pt x="10199" y="46167"/>
                      </a:cubicBezTo>
                      <a:cubicBezTo>
                        <a:pt x="7976" y="46612"/>
                        <a:pt x="5817" y="47691"/>
                        <a:pt x="5245" y="48770"/>
                      </a:cubicBezTo>
                      <a:cubicBezTo>
                        <a:pt x="4483" y="50104"/>
                        <a:pt x="2769" y="50612"/>
                        <a:pt x="1436" y="49850"/>
                      </a:cubicBezTo>
                      <a:cubicBezTo>
                        <a:pt x="102" y="49088"/>
                        <a:pt x="-406" y="47373"/>
                        <a:pt x="356" y="46040"/>
                      </a:cubicBezTo>
                      <a:cubicBezTo>
                        <a:pt x="483" y="45786"/>
                        <a:pt x="674" y="45532"/>
                        <a:pt x="928" y="45341"/>
                      </a:cubicBezTo>
                      <a:lnTo>
                        <a:pt x="1181" y="45087"/>
                      </a:lnTo>
                      <a:cubicBezTo>
                        <a:pt x="4039" y="42484"/>
                        <a:pt x="7024" y="42293"/>
                        <a:pt x="9564" y="41912"/>
                      </a:cubicBezTo>
                      <a:cubicBezTo>
                        <a:pt x="12104" y="41531"/>
                        <a:pt x="15152" y="41912"/>
                        <a:pt x="16485" y="41278"/>
                      </a:cubicBezTo>
                      <a:cubicBezTo>
                        <a:pt x="18136" y="40642"/>
                        <a:pt x="19406" y="38864"/>
                        <a:pt x="19406" y="37023"/>
                      </a:cubicBezTo>
                      <a:cubicBezTo>
                        <a:pt x="19406" y="36134"/>
                        <a:pt x="19152" y="35245"/>
                        <a:pt x="18644" y="34483"/>
                      </a:cubicBezTo>
                      <a:lnTo>
                        <a:pt x="16358" y="31753"/>
                      </a:lnTo>
                      <a:lnTo>
                        <a:pt x="14008" y="29022"/>
                      </a:lnTo>
                      <a:cubicBezTo>
                        <a:pt x="13183" y="28133"/>
                        <a:pt x="12104" y="26990"/>
                        <a:pt x="11405" y="25784"/>
                      </a:cubicBezTo>
                      <a:cubicBezTo>
                        <a:pt x="9881" y="23370"/>
                        <a:pt x="9119" y="20449"/>
                        <a:pt x="9119" y="17592"/>
                      </a:cubicBezTo>
                      <a:lnTo>
                        <a:pt x="9944" y="2606"/>
                      </a:lnTo>
                      <a:cubicBezTo>
                        <a:pt x="10008" y="1082"/>
                        <a:pt x="11342" y="-61"/>
                        <a:pt x="12866" y="3"/>
                      </a:cubicBezTo>
                      <a:cubicBezTo>
                        <a:pt x="14390" y="66"/>
                        <a:pt x="15532" y="1399"/>
                        <a:pt x="15469" y="2923"/>
                      </a:cubicBezTo>
                      <a:cubicBezTo>
                        <a:pt x="15469" y="3050"/>
                        <a:pt x="15469" y="3114"/>
                        <a:pt x="15405" y="3178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6" name="Google Shape;1416;p41"/>
                <p:cNvSpPr/>
                <p:nvPr/>
              </p:nvSpPr>
              <p:spPr>
                <a:xfrm>
                  <a:off x="8998501" y="2650406"/>
                  <a:ext cx="51818" cy="2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818" h="22125" extrusionOk="0">
                      <a:moveTo>
                        <a:pt x="6687" y="2623"/>
                      </a:moveTo>
                      <a:cubicBezTo>
                        <a:pt x="7513" y="6306"/>
                        <a:pt x="9608" y="9735"/>
                        <a:pt x="12592" y="12275"/>
                      </a:cubicBezTo>
                      <a:cubicBezTo>
                        <a:pt x="15514" y="14942"/>
                        <a:pt x="19451" y="16466"/>
                        <a:pt x="23388" y="17419"/>
                      </a:cubicBezTo>
                      <a:cubicBezTo>
                        <a:pt x="27388" y="18371"/>
                        <a:pt x="31642" y="18308"/>
                        <a:pt x="35643" y="17482"/>
                      </a:cubicBezTo>
                      <a:cubicBezTo>
                        <a:pt x="39517" y="16593"/>
                        <a:pt x="43580" y="14625"/>
                        <a:pt x="44914" y="12021"/>
                      </a:cubicBezTo>
                      <a:cubicBezTo>
                        <a:pt x="45867" y="10243"/>
                        <a:pt x="48089" y="9545"/>
                        <a:pt x="49867" y="10497"/>
                      </a:cubicBezTo>
                      <a:cubicBezTo>
                        <a:pt x="51645" y="11450"/>
                        <a:pt x="52343" y="13672"/>
                        <a:pt x="51392" y="15450"/>
                      </a:cubicBezTo>
                      <a:cubicBezTo>
                        <a:pt x="51137" y="15895"/>
                        <a:pt x="50819" y="16276"/>
                        <a:pt x="50439" y="16593"/>
                      </a:cubicBezTo>
                      <a:lnTo>
                        <a:pt x="50375" y="16657"/>
                      </a:lnTo>
                      <a:cubicBezTo>
                        <a:pt x="45676" y="20467"/>
                        <a:pt x="40977" y="21292"/>
                        <a:pt x="36342" y="21864"/>
                      </a:cubicBezTo>
                      <a:cubicBezTo>
                        <a:pt x="31706" y="22372"/>
                        <a:pt x="27134" y="22118"/>
                        <a:pt x="22626" y="21292"/>
                      </a:cubicBezTo>
                      <a:cubicBezTo>
                        <a:pt x="18117" y="20467"/>
                        <a:pt x="13736" y="18562"/>
                        <a:pt x="9799" y="15958"/>
                      </a:cubicBezTo>
                      <a:cubicBezTo>
                        <a:pt x="5862" y="13228"/>
                        <a:pt x="2687" y="9418"/>
                        <a:pt x="401" y="4973"/>
                      </a:cubicBezTo>
                      <a:cubicBezTo>
                        <a:pt x="-488" y="3322"/>
                        <a:pt x="147" y="1290"/>
                        <a:pt x="1861" y="401"/>
                      </a:cubicBezTo>
                      <a:cubicBezTo>
                        <a:pt x="3512" y="-488"/>
                        <a:pt x="5544" y="147"/>
                        <a:pt x="6433" y="1861"/>
                      </a:cubicBezTo>
                      <a:cubicBezTo>
                        <a:pt x="6560" y="2115"/>
                        <a:pt x="6624" y="2369"/>
                        <a:pt x="6687" y="262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7" name="Google Shape;1417;p41"/>
                <p:cNvSpPr/>
                <p:nvPr/>
              </p:nvSpPr>
              <p:spPr>
                <a:xfrm>
                  <a:off x="8976739" y="2578154"/>
                  <a:ext cx="38056" cy="10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56" h="10507" extrusionOk="0">
                      <a:moveTo>
                        <a:pt x="1208" y="5407"/>
                      </a:moveTo>
                      <a:cubicBezTo>
                        <a:pt x="6479" y="1851"/>
                        <a:pt x="12702" y="390"/>
                        <a:pt x="18988" y="9"/>
                      </a:cubicBezTo>
                      <a:cubicBezTo>
                        <a:pt x="22100" y="-54"/>
                        <a:pt x="25338" y="200"/>
                        <a:pt x="28450" y="1025"/>
                      </a:cubicBezTo>
                      <a:cubicBezTo>
                        <a:pt x="31561" y="1914"/>
                        <a:pt x="34673" y="3248"/>
                        <a:pt x="37149" y="5534"/>
                      </a:cubicBezTo>
                      <a:cubicBezTo>
                        <a:pt x="38292" y="6550"/>
                        <a:pt x="38355" y="8328"/>
                        <a:pt x="37340" y="9471"/>
                      </a:cubicBezTo>
                      <a:cubicBezTo>
                        <a:pt x="36578" y="10296"/>
                        <a:pt x="35371" y="10550"/>
                        <a:pt x="34355" y="10233"/>
                      </a:cubicBezTo>
                      <a:lnTo>
                        <a:pt x="34165" y="10169"/>
                      </a:lnTo>
                      <a:cubicBezTo>
                        <a:pt x="29530" y="8518"/>
                        <a:pt x="24449" y="7820"/>
                        <a:pt x="19242" y="8074"/>
                      </a:cubicBezTo>
                      <a:cubicBezTo>
                        <a:pt x="14035" y="8137"/>
                        <a:pt x="8765" y="9090"/>
                        <a:pt x="3558" y="10360"/>
                      </a:cubicBezTo>
                      <a:lnTo>
                        <a:pt x="3430" y="10423"/>
                      </a:lnTo>
                      <a:cubicBezTo>
                        <a:pt x="1906" y="10804"/>
                        <a:pt x="446" y="9852"/>
                        <a:pt x="66" y="8391"/>
                      </a:cubicBezTo>
                      <a:cubicBezTo>
                        <a:pt x="-189" y="7248"/>
                        <a:pt x="319" y="6042"/>
                        <a:pt x="1208" y="540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8" name="Google Shape;1418;p41"/>
                <p:cNvSpPr/>
                <p:nvPr/>
              </p:nvSpPr>
              <p:spPr>
                <a:xfrm>
                  <a:off x="9043702" y="2584330"/>
                  <a:ext cx="32472" cy="130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72" h="13002" extrusionOk="0">
                      <a:moveTo>
                        <a:pt x="1555" y="2660"/>
                      </a:moveTo>
                      <a:cubicBezTo>
                        <a:pt x="4159" y="1453"/>
                        <a:pt x="6635" y="755"/>
                        <a:pt x="9366" y="374"/>
                      </a:cubicBezTo>
                      <a:cubicBezTo>
                        <a:pt x="12033" y="-135"/>
                        <a:pt x="14827" y="-71"/>
                        <a:pt x="17557" y="246"/>
                      </a:cubicBezTo>
                      <a:cubicBezTo>
                        <a:pt x="20352" y="501"/>
                        <a:pt x="23145" y="1517"/>
                        <a:pt x="25749" y="2850"/>
                      </a:cubicBezTo>
                      <a:cubicBezTo>
                        <a:pt x="28289" y="4311"/>
                        <a:pt x="30448" y="6406"/>
                        <a:pt x="32035" y="8755"/>
                      </a:cubicBezTo>
                      <a:cubicBezTo>
                        <a:pt x="32861" y="10026"/>
                        <a:pt x="32480" y="11740"/>
                        <a:pt x="31210" y="12565"/>
                      </a:cubicBezTo>
                      <a:cubicBezTo>
                        <a:pt x="30257" y="13137"/>
                        <a:pt x="29115" y="13137"/>
                        <a:pt x="28226" y="12629"/>
                      </a:cubicBezTo>
                      <a:lnTo>
                        <a:pt x="27844" y="12439"/>
                      </a:lnTo>
                      <a:cubicBezTo>
                        <a:pt x="26003" y="11296"/>
                        <a:pt x="24352" y="10152"/>
                        <a:pt x="22447" y="9454"/>
                      </a:cubicBezTo>
                      <a:cubicBezTo>
                        <a:pt x="20605" y="8629"/>
                        <a:pt x="18573" y="8248"/>
                        <a:pt x="16542" y="7803"/>
                      </a:cubicBezTo>
                      <a:cubicBezTo>
                        <a:pt x="14446" y="7422"/>
                        <a:pt x="12287" y="7486"/>
                        <a:pt x="10001" y="7422"/>
                      </a:cubicBezTo>
                      <a:cubicBezTo>
                        <a:pt x="7779" y="7486"/>
                        <a:pt x="5429" y="7676"/>
                        <a:pt x="3333" y="7930"/>
                      </a:cubicBezTo>
                      <a:lnTo>
                        <a:pt x="3079" y="7930"/>
                      </a:lnTo>
                      <a:cubicBezTo>
                        <a:pt x="1555" y="8121"/>
                        <a:pt x="222" y="6977"/>
                        <a:pt x="31" y="5517"/>
                      </a:cubicBezTo>
                      <a:cubicBezTo>
                        <a:pt x="-159" y="4247"/>
                        <a:pt x="540" y="3168"/>
                        <a:pt x="1555" y="266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9" name="Google Shape;1419;p41"/>
                <p:cNvSpPr/>
                <p:nvPr/>
              </p:nvSpPr>
              <p:spPr>
                <a:xfrm>
                  <a:off x="8848915" y="2571940"/>
                  <a:ext cx="92963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63" h="108585" extrusionOk="0">
                      <a:moveTo>
                        <a:pt x="92964" y="54292"/>
                      </a:moveTo>
                      <a:cubicBezTo>
                        <a:pt x="92964" y="84277"/>
                        <a:pt x="72154" y="108585"/>
                        <a:pt x="46483" y="108585"/>
                      </a:cubicBezTo>
                      <a:cubicBezTo>
                        <a:pt x="20811" y="108585"/>
                        <a:pt x="1" y="84277"/>
                        <a:pt x="1" y="54292"/>
                      </a:cubicBezTo>
                      <a:cubicBezTo>
                        <a:pt x="1" y="24307"/>
                        <a:pt x="20811" y="0"/>
                        <a:pt x="46483" y="0"/>
                      </a:cubicBezTo>
                      <a:cubicBezTo>
                        <a:pt x="72154" y="0"/>
                        <a:pt x="92964" y="24308"/>
                        <a:pt x="92964" y="54292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0" name="Google Shape;1420;p41"/>
                <p:cNvSpPr/>
                <p:nvPr/>
              </p:nvSpPr>
              <p:spPr>
                <a:xfrm>
                  <a:off x="8879141" y="2571940"/>
                  <a:ext cx="54292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292" h="108585" extrusionOk="0">
                      <a:moveTo>
                        <a:pt x="21717" y="381"/>
                      </a:moveTo>
                      <a:cubicBezTo>
                        <a:pt x="19939" y="127"/>
                        <a:pt x="18097" y="0"/>
                        <a:pt x="16256" y="0"/>
                      </a:cubicBezTo>
                      <a:cubicBezTo>
                        <a:pt x="10540" y="0"/>
                        <a:pt x="5080" y="1270"/>
                        <a:pt x="0" y="3492"/>
                      </a:cubicBezTo>
                      <a:cubicBezTo>
                        <a:pt x="1524" y="3302"/>
                        <a:pt x="3048" y="3175"/>
                        <a:pt x="4635" y="3175"/>
                      </a:cubicBezTo>
                      <a:cubicBezTo>
                        <a:pt x="28511" y="3175"/>
                        <a:pt x="47942" y="26099"/>
                        <a:pt x="47942" y="54292"/>
                      </a:cubicBezTo>
                      <a:cubicBezTo>
                        <a:pt x="47942" y="82486"/>
                        <a:pt x="28511" y="105410"/>
                        <a:pt x="4635" y="105410"/>
                      </a:cubicBezTo>
                      <a:cubicBezTo>
                        <a:pt x="3048" y="105410"/>
                        <a:pt x="1524" y="105283"/>
                        <a:pt x="0" y="105092"/>
                      </a:cubicBezTo>
                      <a:cubicBezTo>
                        <a:pt x="5080" y="107315"/>
                        <a:pt x="10540" y="108585"/>
                        <a:pt x="16256" y="108585"/>
                      </a:cubicBezTo>
                      <a:cubicBezTo>
                        <a:pt x="18097" y="108585"/>
                        <a:pt x="19939" y="108395"/>
                        <a:pt x="21717" y="108204"/>
                      </a:cubicBezTo>
                      <a:cubicBezTo>
                        <a:pt x="40703" y="100139"/>
                        <a:pt x="54292" y="79058"/>
                        <a:pt x="54292" y="54292"/>
                      </a:cubicBezTo>
                      <a:cubicBezTo>
                        <a:pt x="54292" y="29591"/>
                        <a:pt x="40703" y="8509"/>
                        <a:pt x="21717" y="38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1" name="Google Shape;1421;p41"/>
                <p:cNvSpPr/>
                <p:nvPr/>
              </p:nvSpPr>
              <p:spPr>
                <a:xfrm>
                  <a:off x="8702929" y="3510915"/>
                  <a:ext cx="72090" cy="158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090" h="158241" extrusionOk="0">
                      <a:moveTo>
                        <a:pt x="51752" y="158242"/>
                      </a:moveTo>
                      <a:cubicBezTo>
                        <a:pt x="50990" y="158242"/>
                        <a:pt x="50228" y="157988"/>
                        <a:pt x="49593" y="157416"/>
                      </a:cubicBezTo>
                      <a:cubicBezTo>
                        <a:pt x="48323" y="156210"/>
                        <a:pt x="48196" y="154241"/>
                        <a:pt x="49402" y="152908"/>
                      </a:cubicBezTo>
                      <a:cubicBezTo>
                        <a:pt x="62864" y="138176"/>
                        <a:pt x="68516" y="117665"/>
                        <a:pt x="64452" y="98107"/>
                      </a:cubicBezTo>
                      <a:lnTo>
                        <a:pt x="47307" y="15367"/>
                      </a:lnTo>
                      <a:cubicBezTo>
                        <a:pt x="46227" y="10160"/>
                        <a:pt x="41592" y="6350"/>
                        <a:pt x="36258" y="6350"/>
                      </a:cubicBezTo>
                      <a:lnTo>
                        <a:pt x="3175" y="6350"/>
                      </a:lnTo>
                      <a:cubicBezTo>
                        <a:pt x="1397" y="6350"/>
                        <a:pt x="0" y="4953"/>
                        <a:pt x="0" y="3175"/>
                      </a:cubicBezTo>
                      <a:cubicBezTo>
                        <a:pt x="0" y="1397"/>
                        <a:pt x="1397" y="0"/>
                        <a:pt x="3175" y="0"/>
                      </a:cubicBezTo>
                      <a:lnTo>
                        <a:pt x="36258" y="0"/>
                      </a:lnTo>
                      <a:cubicBezTo>
                        <a:pt x="44577" y="0"/>
                        <a:pt x="51879" y="5905"/>
                        <a:pt x="53530" y="14097"/>
                      </a:cubicBezTo>
                      <a:lnTo>
                        <a:pt x="70676" y="96838"/>
                      </a:lnTo>
                      <a:cubicBezTo>
                        <a:pt x="75120" y="118364"/>
                        <a:pt x="68961" y="140970"/>
                        <a:pt x="54102" y="157163"/>
                      </a:cubicBezTo>
                      <a:cubicBezTo>
                        <a:pt x="53467" y="157924"/>
                        <a:pt x="52641" y="158242"/>
                        <a:pt x="51752" y="15824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2" name="Google Shape;1422;p41"/>
                <p:cNvSpPr/>
                <p:nvPr/>
              </p:nvSpPr>
              <p:spPr>
                <a:xfrm>
                  <a:off x="8725916" y="3431095"/>
                  <a:ext cx="157162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2" h="6350" extrusionOk="0">
                      <a:moveTo>
                        <a:pt x="153988" y="6350"/>
                      </a:moveTo>
                      <a:lnTo>
                        <a:pt x="3175" y="6350"/>
                      </a:lnTo>
                      <a:cubicBezTo>
                        <a:pt x="1397" y="6350"/>
                        <a:pt x="0" y="4953"/>
                        <a:pt x="0" y="3175"/>
                      </a:cubicBezTo>
                      <a:cubicBezTo>
                        <a:pt x="0" y="1397"/>
                        <a:pt x="1397" y="0"/>
                        <a:pt x="3175" y="0"/>
                      </a:cubicBezTo>
                      <a:lnTo>
                        <a:pt x="153988" y="0"/>
                      </a:lnTo>
                      <a:cubicBezTo>
                        <a:pt x="155765" y="0"/>
                        <a:pt x="157163" y="1397"/>
                        <a:pt x="157163" y="3175"/>
                      </a:cubicBezTo>
                      <a:cubicBezTo>
                        <a:pt x="157163" y="4953"/>
                        <a:pt x="155765" y="6350"/>
                        <a:pt x="153988" y="635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3" name="Google Shape;1423;p41"/>
                <p:cNvSpPr/>
                <p:nvPr/>
              </p:nvSpPr>
              <p:spPr>
                <a:xfrm>
                  <a:off x="8735812" y="3413680"/>
                  <a:ext cx="208241" cy="68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241" h="68341" extrusionOk="0">
                      <a:moveTo>
                        <a:pt x="3185" y="68341"/>
                      </a:moveTo>
                      <a:cubicBezTo>
                        <a:pt x="1851" y="68341"/>
                        <a:pt x="582" y="67453"/>
                        <a:pt x="137" y="66119"/>
                      </a:cubicBezTo>
                      <a:cubicBezTo>
                        <a:pt x="-371" y="64468"/>
                        <a:pt x="582" y="62690"/>
                        <a:pt x="2232" y="62182"/>
                      </a:cubicBezTo>
                      <a:cubicBezTo>
                        <a:pt x="3819" y="61674"/>
                        <a:pt x="161681" y="13922"/>
                        <a:pt x="204099" y="143"/>
                      </a:cubicBezTo>
                      <a:cubicBezTo>
                        <a:pt x="205750" y="-365"/>
                        <a:pt x="207528" y="524"/>
                        <a:pt x="208099" y="2175"/>
                      </a:cubicBezTo>
                      <a:cubicBezTo>
                        <a:pt x="208607" y="3826"/>
                        <a:pt x="207719" y="5603"/>
                        <a:pt x="206068" y="6175"/>
                      </a:cubicBezTo>
                      <a:cubicBezTo>
                        <a:pt x="163586" y="20018"/>
                        <a:pt x="5725" y="67834"/>
                        <a:pt x="4074" y="68278"/>
                      </a:cubicBezTo>
                      <a:cubicBezTo>
                        <a:pt x="3819" y="68278"/>
                        <a:pt x="3502" y="68341"/>
                        <a:pt x="3185" y="6834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4" name="Google Shape;1424;p41"/>
                <p:cNvSpPr/>
                <p:nvPr/>
              </p:nvSpPr>
              <p:spPr>
                <a:xfrm>
                  <a:off x="8810866" y="3431824"/>
                  <a:ext cx="113583" cy="978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583" h="97870" extrusionOk="0">
                      <a:moveTo>
                        <a:pt x="1219" y="89123"/>
                      </a:moveTo>
                      <a:cubicBezTo>
                        <a:pt x="31001" y="52547"/>
                        <a:pt x="66942" y="19972"/>
                        <a:pt x="110122" y="223"/>
                      </a:cubicBezTo>
                      <a:cubicBezTo>
                        <a:pt x="111328" y="-348"/>
                        <a:pt x="112789" y="223"/>
                        <a:pt x="113360" y="1429"/>
                      </a:cubicBezTo>
                      <a:cubicBezTo>
                        <a:pt x="113932" y="2636"/>
                        <a:pt x="113360" y="4097"/>
                        <a:pt x="112154" y="4668"/>
                      </a:cubicBezTo>
                      <a:cubicBezTo>
                        <a:pt x="81229" y="20226"/>
                        <a:pt x="54686" y="43276"/>
                        <a:pt x="31572" y="68866"/>
                      </a:cubicBezTo>
                      <a:cubicBezTo>
                        <a:pt x="23889" y="77439"/>
                        <a:pt x="16396" y="86456"/>
                        <a:pt x="9792" y="95664"/>
                      </a:cubicBezTo>
                      <a:cubicBezTo>
                        <a:pt x="5601" y="101378"/>
                        <a:pt x="-3225" y="94838"/>
                        <a:pt x="1219" y="89123"/>
                      </a:cubicBezTo>
                      <a:lnTo>
                        <a:pt x="1219" y="8912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5" name="Google Shape;1425;p41"/>
                <p:cNvSpPr/>
                <p:nvPr/>
              </p:nvSpPr>
              <p:spPr>
                <a:xfrm>
                  <a:off x="8809863" y="3394971"/>
                  <a:ext cx="679578" cy="105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9578" h="105284" extrusionOk="0">
                      <a:moveTo>
                        <a:pt x="2412" y="69906"/>
                      </a:moveTo>
                      <a:cubicBezTo>
                        <a:pt x="20637" y="65270"/>
                        <a:pt x="36956" y="76002"/>
                        <a:pt x="39496" y="94607"/>
                      </a:cubicBezTo>
                      <a:cubicBezTo>
                        <a:pt x="39496" y="94671"/>
                        <a:pt x="35559" y="92068"/>
                        <a:pt x="35559" y="92068"/>
                      </a:cubicBezTo>
                      <a:cubicBezTo>
                        <a:pt x="67754" y="85654"/>
                        <a:pt x="100964" y="89782"/>
                        <a:pt x="132016" y="99370"/>
                      </a:cubicBezTo>
                      <a:cubicBezTo>
                        <a:pt x="167639" y="83368"/>
                        <a:pt x="226630" y="66858"/>
                        <a:pt x="271271" y="54730"/>
                      </a:cubicBezTo>
                      <a:cubicBezTo>
                        <a:pt x="366966" y="29901"/>
                        <a:pt x="464248" y="12629"/>
                        <a:pt x="562418" y="500"/>
                      </a:cubicBezTo>
                      <a:cubicBezTo>
                        <a:pt x="594423" y="-2929"/>
                        <a:pt x="627442" y="11486"/>
                        <a:pt x="646874" y="37076"/>
                      </a:cubicBezTo>
                      <a:cubicBezTo>
                        <a:pt x="655446" y="47871"/>
                        <a:pt x="670813" y="71303"/>
                        <a:pt x="679005" y="82415"/>
                      </a:cubicBezTo>
                      <a:cubicBezTo>
                        <a:pt x="680021" y="83876"/>
                        <a:pt x="679640" y="85844"/>
                        <a:pt x="678242" y="86860"/>
                      </a:cubicBezTo>
                      <a:cubicBezTo>
                        <a:pt x="676846" y="87876"/>
                        <a:pt x="674877" y="87559"/>
                        <a:pt x="673861" y="86162"/>
                      </a:cubicBezTo>
                      <a:lnTo>
                        <a:pt x="652080" y="56253"/>
                      </a:lnTo>
                      <a:cubicBezTo>
                        <a:pt x="633475" y="25012"/>
                        <a:pt x="599947" y="3802"/>
                        <a:pt x="563118" y="7930"/>
                      </a:cubicBezTo>
                      <a:cubicBezTo>
                        <a:pt x="514413" y="13645"/>
                        <a:pt x="465581" y="21011"/>
                        <a:pt x="417194" y="29774"/>
                      </a:cubicBezTo>
                      <a:cubicBezTo>
                        <a:pt x="320484" y="47427"/>
                        <a:pt x="224281" y="70287"/>
                        <a:pt x="132206" y="105085"/>
                      </a:cubicBezTo>
                      <a:cubicBezTo>
                        <a:pt x="131508" y="105339"/>
                        <a:pt x="130809" y="105339"/>
                        <a:pt x="130174" y="105149"/>
                      </a:cubicBezTo>
                      <a:cubicBezTo>
                        <a:pt x="107631" y="98163"/>
                        <a:pt x="83946" y="94481"/>
                        <a:pt x="60261" y="95496"/>
                      </a:cubicBezTo>
                      <a:cubicBezTo>
                        <a:pt x="52450" y="95814"/>
                        <a:pt x="44449" y="96639"/>
                        <a:pt x="37147" y="98290"/>
                      </a:cubicBezTo>
                      <a:cubicBezTo>
                        <a:pt x="35432" y="98671"/>
                        <a:pt x="33655" y="97592"/>
                        <a:pt x="33273" y="95877"/>
                      </a:cubicBezTo>
                      <a:cubicBezTo>
                        <a:pt x="32004" y="89337"/>
                        <a:pt x="29336" y="82415"/>
                        <a:pt x="23494" y="78796"/>
                      </a:cubicBezTo>
                      <a:cubicBezTo>
                        <a:pt x="17970" y="75113"/>
                        <a:pt x="10223" y="74669"/>
                        <a:pt x="3873" y="76193"/>
                      </a:cubicBezTo>
                      <a:cubicBezTo>
                        <a:pt x="-1" y="77018"/>
                        <a:pt x="-1779" y="70858"/>
                        <a:pt x="2412" y="69906"/>
                      </a:cubicBezTo>
                      <a:lnTo>
                        <a:pt x="2412" y="6990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6" name="Google Shape;1426;p41"/>
                <p:cNvSpPr/>
                <p:nvPr/>
              </p:nvSpPr>
              <p:spPr>
                <a:xfrm>
                  <a:off x="9403968" y="3385883"/>
                  <a:ext cx="33611" cy="1306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611" h="130682" extrusionOk="0">
                      <a:moveTo>
                        <a:pt x="20955" y="0"/>
                      </a:moveTo>
                      <a:cubicBezTo>
                        <a:pt x="20955" y="0"/>
                        <a:pt x="28639" y="70866"/>
                        <a:pt x="0" y="130683"/>
                      </a:cubicBezTo>
                      <a:cubicBezTo>
                        <a:pt x="30163" y="91757"/>
                        <a:pt x="46546" y="34861"/>
                        <a:pt x="2095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27" name="Google Shape;1427;p41"/>
              <p:cNvGrpSpPr/>
              <p:nvPr/>
            </p:nvGrpSpPr>
            <p:grpSpPr>
              <a:xfrm flipH="1">
                <a:off x="7531289" y="2943682"/>
                <a:ext cx="1267361" cy="2272848"/>
                <a:chOff x="8507831" y="3094565"/>
                <a:chExt cx="755866" cy="1355387"/>
              </a:xfrm>
            </p:grpSpPr>
            <p:sp>
              <p:nvSpPr>
                <p:cNvPr id="1428" name="Google Shape;1428;p41"/>
                <p:cNvSpPr/>
                <p:nvPr/>
              </p:nvSpPr>
              <p:spPr>
                <a:xfrm>
                  <a:off x="8646477" y="3758882"/>
                  <a:ext cx="169926" cy="691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926" h="691070" extrusionOk="0">
                      <a:moveTo>
                        <a:pt x="55372" y="691071"/>
                      </a:moveTo>
                      <a:lnTo>
                        <a:pt x="169926" y="0"/>
                      </a:lnTo>
                      <a:lnTo>
                        <a:pt x="114553" y="0"/>
                      </a:lnTo>
                      <a:lnTo>
                        <a:pt x="0" y="69107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9" name="Google Shape;1429;p41"/>
                <p:cNvSpPr/>
                <p:nvPr/>
              </p:nvSpPr>
              <p:spPr>
                <a:xfrm>
                  <a:off x="8750998" y="3758882"/>
                  <a:ext cx="65405" cy="605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405" h="60515" extrusionOk="0">
                      <a:moveTo>
                        <a:pt x="0" y="60515"/>
                      </a:moveTo>
                      <a:cubicBezTo>
                        <a:pt x="20574" y="50927"/>
                        <a:pt x="42608" y="45593"/>
                        <a:pt x="58293" y="42799"/>
                      </a:cubicBezTo>
                      <a:lnTo>
                        <a:pt x="65405" y="0"/>
                      </a:lnTo>
                      <a:lnTo>
                        <a:pt x="10033" y="0"/>
                      </a:lnTo>
                      <a:lnTo>
                        <a:pt x="0" y="6051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0" name="Google Shape;1430;p41"/>
                <p:cNvSpPr/>
                <p:nvPr/>
              </p:nvSpPr>
              <p:spPr>
                <a:xfrm>
                  <a:off x="9093771" y="3758882"/>
                  <a:ext cx="169926" cy="691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926" h="691070" extrusionOk="0">
                      <a:moveTo>
                        <a:pt x="169926" y="691071"/>
                      </a:moveTo>
                      <a:lnTo>
                        <a:pt x="55373" y="0"/>
                      </a:lnTo>
                      <a:lnTo>
                        <a:pt x="0" y="0"/>
                      </a:lnTo>
                      <a:lnTo>
                        <a:pt x="114554" y="69107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1" name="Google Shape;1431;p41"/>
                <p:cNvSpPr/>
                <p:nvPr/>
              </p:nvSpPr>
              <p:spPr>
                <a:xfrm>
                  <a:off x="8507831" y="3094565"/>
                  <a:ext cx="730974" cy="683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974" h="683811" extrusionOk="0">
                      <a:moveTo>
                        <a:pt x="705574" y="683811"/>
                      </a:moveTo>
                      <a:lnTo>
                        <a:pt x="257962" y="683811"/>
                      </a:lnTo>
                      <a:cubicBezTo>
                        <a:pt x="182461" y="683811"/>
                        <a:pt x="117183" y="630026"/>
                        <a:pt x="102768" y="555922"/>
                      </a:cubicBezTo>
                      <a:lnTo>
                        <a:pt x="470" y="30269"/>
                      </a:lnTo>
                      <a:cubicBezTo>
                        <a:pt x="-2197" y="16489"/>
                        <a:pt x="6756" y="3154"/>
                        <a:pt x="20536" y="488"/>
                      </a:cubicBezTo>
                      <a:cubicBezTo>
                        <a:pt x="34379" y="-2243"/>
                        <a:pt x="47650" y="6774"/>
                        <a:pt x="50317" y="20554"/>
                      </a:cubicBezTo>
                      <a:lnTo>
                        <a:pt x="152616" y="546206"/>
                      </a:lnTo>
                      <a:cubicBezTo>
                        <a:pt x="162395" y="596499"/>
                        <a:pt x="206718" y="633011"/>
                        <a:pt x="257962" y="633011"/>
                      </a:cubicBezTo>
                      <a:lnTo>
                        <a:pt x="705574" y="633011"/>
                      </a:lnTo>
                      <a:cubicBezTo>
                        <a:pt x="719608" y="633011"/>
                        <a:pt x="730974" y="644378"/>
                        <a:pt x="730974" y="658411"/>
                      </a:cubicBezTo>
                      <a:cubicBezTo>
                        <a:pt x="730974" y="672444"/>
                        <a:pt x="719608" y="683811"/>
                        <a:pt x="705574" y="6838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32" name="Google Shape;1432;p41"/>
              <p:cNvGrpSpPr/>
              <p:nvPr/>
            </p:nvGrpSpPr>
            <p:grpSpPr>
              <a:xfrm flipH="1">
                <a:off x="6775456" y="3273854"/>
                <a:ext cx="1271576" cy="1942679"/>
                <a:chOff x="8956103" y="3291459"/>
                <a:chExt cx="758380" cy="1158494"/>
              </a:xfrm>
            </p:grpSpPr>
            <p:sp>
              <p:nvSpPr>
                <p:cNvPr id="1433" name="Google Shape;1433;p41"/>
                <p:cNvSpPr/>
                <p:nvPr/>
              </p:nvSpPr>
              <p:spPr>
                <a:xfrm>
                  <a:off x="9058592" y="3291459"/>
                  <a:ext cx="553338" cy="41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338" h="41655" extrusionOk="0">
                      <a:moveTo>
                        <a:pt x="20827" y="41656"/>
                      </a:moveTo>
                      <a:lnTo>
                        <a:pt x="532511" y="41656"/>
                      </a:lnTo>
                      <a:cubicBezTo>
                        <a:pt x="544004" y="41656"/>
                        <a:pt x="553338" y="32321"/>
                        <a:pt x="553338" y="20828"/>
                      </a:cubicBezTo>
                      <a:lnTo>
                        <a:pt x="553338" y="20828"/>
                      </a:lnTo>
                      <a:cubicBezTo>
                        <a:pt x="553338" y="9334"/>
                        <a:pt x="544004" y="0"/>
                        <a:pt x="532511" y="0"/>
                      </a:cubicBezTo>
                      <a:lnTo>
                        <a:pt x="20827" y="0"/>
                      </a:lnTo>
                      <a:cubicBezTo>
                        <a:pt x="9334" y="0"/>
                        <a:pt x="0" y="9334"/>
                        <a:pt x="0" y="20828"/>
                      </a:cubicBezTo>
                      <a:lnTo>
                        <a:pt x="0" y="20828"/>
                      </a:lnTo>
                      <a:cubicBezTo>
                        <a:pt x="0" y="32321"/>
                        <a:pt x="9334" y="41656"/>
                        <a:pt x="20827" y="4165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434" name="Google Shape;1434;p41"/>
                <p:cNvGrpSpPr/>
                <p:nvPr/>
              </p:nvGrpSpPr>
              <p:grpSpPr>
                <a:xfrm>
                  <a:off x="8956103" y="3333115"/>
                  <a:ext cx="758380" cy="1116838"/>
                  <a:chOff x="8956103" y="3333115"/>
                  <a:chExt cx="758380" cy="1116838"/>
                </a:xfrm>
              </p:grpSpPr>
              <p:sp>
                <p:nvSpPr>
                  <p:cNvPr id="1435" name="Google Shape;1435;p41"/>
                  <p:cNvSpPr/>
                  <p:nvPr/>
                </p:nvSpPr>
                <p:spPr>
                  <a:xfrm>
                    <a:off x="8956103" y="3333115"/>
                    <a:ext cx="240474" cy="11168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474" h="1116838" extrusionOk="0">
                        <a:moveTo>
                          <a:pt x="55308" y="1116838"/>
                        </a:moveTo>
                        <a:lnTo>
                          <a:pt x="0" y="1116838"/>
                        </a:lnTo>
                        <a:lnTo>
                          <a:pt x="185103" y="0"/>
                        </a:lnTo>
                        <a:lnTo>
                          <a:pt x="240474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36" name="Google Shape;1436;p41"/>
                  <p:cNvSpPr/>
                  <p:nvPr/>
                </p:nvSpPr>
                <p:spPr>
                  <a:xfrm>
                    <a:off x="9473945" y="3333115"/>
                    <a:ext cx="240538" cy="11168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538" h="1116838" extrusionOk="0">
                        <a:moveTo>
                          <a:pt x="185166" y="1116838"/>
                        </a:moveTo>
                        <a:lnTo>
                          <a:pt x="240538" y="1116838"/>
                        </a:lnTo>
                        <a:lnTo>
                          <a:pt x="5537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37" name="Google Shape;1437;p41"/>
                  <p:cNvSpPr/>
                  <p:nvPr/>
                </p:nvSpPr>
                <p:spPr>
                  <a:xfrm>
                    <a:off x="9128252" y="3333115"/>
                    <a:ext cx="68326" cy="782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326" h="78231" extrusionOk="0">
                        <a:moveTo>
                          <a:pt x="0" y="78232"/>
                        </a:moveTo>
                        <a:lnTo>
                          <a:pt x="56705" y="70231"/>
                        </a:lnTo>
                        <a:lnTo>
                          <a:pt x="68326" y="0"/>
                        </a:lnTo>
                        <a:lnTo>
                          <a:pt x="12954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38" name="Google Shape;1438;p41"/>
                  <p:cNvSpPr/>
                  <p:nvPr/>
                </p:nvSpPr>
                <p:spPr>
                  <a:xfrm>
                    <a:off x="9473945" y="3333115"/>
                    <a:ext cx="58864" cy="286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864" h="28638" extrusionOk="0">
                        <a:moveTo>
                          <a:pt x="55373" y="0"/>
                        </a:moveTo>
                        <a:lnTo>
                          <a:pt x="0" y="0"/>
                        </a:lnTo>
                        <a:lnTo>
                          <a:pt x="4763" y="28638"/>
                        </a:lnTo>
                        <a:lnTo>
                          <a:pt x="58865" y="21018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1439" name="Google Shape;1439;p41"/>
              <p:cNvGrpSpPr/>
              <p:nvPr/>
            </p:nvGrpSpPr>
            <p:grpSpPr>
              <a:xfrm flipH="1">
                <a:off x="6513326" y="2992844"/>
                <a:ext cx="1103671" cy="279412"/>
                <a:chOff x="9212580" y="3123882"/>
                <a:chExt cx="658240" cy="166624"/>
              </a:xfrm>
            </p:grpSpPr>
            <p:sp>
              <p:nvSpPr>
                <p:cNvPr id="1440" name="Google Shape;1440;p41"/>
                <p:cNvSpPr/>
                <p:nvPr/>
              </p:nvSpPr>
              <p:spPr>
                <a:xfrm>
                  <a:off x="9619297" y="3166554"/>
                  <a:ext cx="177736" cy="1078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736" h="107886" extrusionOk="0">
                      <a:moveTo>
                        <a:pt x="107506" y="0"/>
                      </a:moveTo>
                      <a:cubicBezTo>
                        <a:pt x="133541" y="0"/>
                        <a:pt x="150432" y="22415"/>
                        <a:pt x="158497" y="38100"/>
                      </a:cubicBezTo>
                      <a:cubicBezTo>
                        <a:pt x="166560" y="53785"/>
                        <a:pt x="177736" y="66040"/>
                        <a:pt x="177736" y="66040"/>
                      </a:cubicBezTo>
                      <a:lnTo>
                        <a:pt x="45021" y="66040"/>
                      </a:lnTo>
                      <a:lnTo>
                        <a:pt x="26797" y="107886"/>
                      </a:lnTo>
                      <a:lnTo>
                        <a:pt x="13081" y="107886"/>
                      </a:lnTo>
                      <a:lnTo>
                        <a:pt x="0" y="66040"/>
                      </a:lnTo>
                      <a:cubicBezTo>
                        <a:pt x="0" y="65976"/>
                        <a:pt x="28829" y="0"/>
                        <a:pt x="10750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1" name="Google Shape;1441;p41"/>
                <p:cNvSpPr/>
                <p:nvPr/>
              </p:nvSpPr>
              <p:spPr>
                <a:xfrm>
                  <a:off x="9629838" y="3166491"/>
                  <a:ext cx="96964" cy="106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64" h="106743" extrusionOk="0">
                      <a:moveTo>
                        <a:pt x="14795" y="106743"/>
                      </a:moveTo>
                      <a:cubicBezTo>
                        <a:pt x="14795" y="32131"/>
                        <a:pt x="66484" y="0"/>
                        <a:pt x="96965" y="0"/>
                      </a:cubicBezTo>
                      <a:lnTo>
                        <a:pt x="0" y="0"/>
                      </a:lnTo>
                      <a:lnTo>
                        <a:pt x="14795" y="106743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2" name="Google Shape;1442;p41"/>
                <p:cNvSpPr/>
                <p:nvPr/>
              </p:nvSpPr>
              <p:spPr>
                <a:xfrm>
                  <a:off x="9449752" y="3123882"/>
                  <a:ext cx="286575" cy="1493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6575" h="149351" extrusionOk="0">
                      <a:moveTo>
                        <a:pt x="194881" y="149352"/>
                      </a:moveTo>
                      <a:cubicBezTo>
                        <a:pt x="194881" y="149352"/>
                        <a:pt x="197866" y="22035"/>
                        <a:pt x="286576" y="0"/>
                      </a:cubicBezTo>
                      <a:lnTo>
                        <a:pt x="94170" y="0"/>
                      </a:lnTo>
                      <a:cubicBezTo>
                        <a:pt x="76136" y="0"/>
                        <a:pt x="58801" y="6985"/>
                        <a:pt x="45910" y="19621"/>
                      </a:cubicBezTo>
                      <a:cubicBezTo>
                        <a:pt x="25336" y="39814"/>
                        <a:pt x="889" y="78613"/>
                        <a:pt x="0" y="149352"/>
                      </a:cubicBezTo>
                      <a:cubicBezTo>
                        <a:pt x="-64" y="149352"/>
                        <a:pt x="124016" y="117729"/>
                        <a:pt x="194881" y="149352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3" name="Google Shape;1443;p41"/>
                <p:cNvSpPr/>
                <p:nvPr/>
              </p:nvSpPr>
              <p:spPr>
                <a:xfrm>
                  <a:off x="9223629" y="3200546"/>
                  <a:ext cx="355091" cy="63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5091" h="63988" extrusionOk="0">
                      <a:moveTo>
                        <a:pt x="0" y="49066"/>
                      </a:moveTo>
                      <a:cubicBezTo>
                        <a:pt x="73406" y="49066"/>
                        <a:pt x="94678" y="9061"/>
                        <a:pt x="144652" y="1314"/>
                      </a:cubicBezTo>
                      <a:cubicBezTo>
                        <a:pt x="152019" y="171"/>
                        <a:pt x="158877" y="-210"/>
                        <a:pt x="165353" y="108"/>
                      </a:cubicBezTo>
                      <a:lnTo>
                        <a:pt x="355092" y="108"/>
                      </a:lnTo>
                      <a:lnTo>
                        <a:pt x="215773" y="63988"/>
                      </a:lnTo>
                      <a:lnTo>
                        <a:pt x="192977" y="49066"/>
                      </a:lnTo>
                      <a:lnTo>
                        <a:pt x="0" y="49066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4" name="Google Shape;1444;p41"/>
                <p:cNvSpPr/>
                <p:nvPr/>
              </p:nvSpPr>
              <p:spPr>
                <a:xfrm>
                  <a:off x="9644633" y="3192911"/>
                  <a:ext cx="195834" cy="893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834" h="89340" extrusionOk="0">
                      <a:moveTo>
                        <a:pt x="0" y="80323"/>
                      </a:moveTo>
                      <a:cubicBezTo>
                        <a:pt x="8319" y="33969"/>
                        <a:pt x="24385" y="-1655"/>
                        <a:pt x="55944" y="59"/>
                      </a:cubicBezTo>
                      <a:cubicBezTo>
                        <a:pt x="112523" y="3044"/>
                        <a:pt x="124397" y="78037"/>
                        <a:pt x="195835" y="64956"/>
                      </a:cubicBezTo>
                      <a:lnTo>
                        <a:pt x="195835" y="89341"/>
                      </a:lnTo>
                      <a:lnTo>
                        <a:pt x="0" y="80323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5" name="Google Shape;1445;p41"/>
                <p:cNvSpPr/>
                <p:nvPr/>
              </p:nvSpPr>
              <p:spPr>
                <a:xfrm>
                  <a:off x="9418383" y="3254235"/>
                  <a:ext cx="452437" cy="36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437" h="36270" extrusionOk="0">
                      <a:moveTo>
                        <a:pt x="0" y="36271"/>
                      </a:moveTo>
                      <a:lnTo>
                        <a:pt x="452438" y="36271"/>
                      </a:lnTo>
                      <a:cubicBezTo>
                        <a:pt x="452438" y="36271"/>
                        <a:pt x="381318" y="8712"/>
                        <a:pt x="350076" y="6045"/>
                      </a:cubicBezTo>
                      <a:cubicBezTo>
                        <a:pt x="318834" y="3378"/>
                        <a:pt x="250635" y="76"/>
                        <a:pt x="226251" y="28080"/>
                      </a:cubicBezTo>
                      <a:cubicBezTo>
                        <a:pt x="190247" y="711"/>
                        <a:pt x="156273" y="-5385"/>
                        <a:pt x="108966" y="4330"/>
                      </a:cubicBezTo>
                      <a:cubicBezTo>
                        <a:pt x="61659" y="14046"/>
                        <a:pt x="0" y="36271"/>
                        <a:pt x="0" y="3627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6" name="Google Shape;1446;p41"/>
                <p:cNvSpPr/>
                <p:nvPr/>
              </p:nvSpPr>
              <p:spPr>
                <a:xfrm>
                  <a:off x="9416668" y="3200524"/>
                  <a:ext cx="227965" cy="81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965" h="81727" extrusionOk="0">
                      <a:moveTo>
                        <a:pt x="227965" y="72710"/>
                      </a:moveTo>
                      <a:cubicBezTo>
                        <a:pt x="224981" y="19815"/>
                        <a:pt x="194628" y="-6411"/>
                        <a:pt x="144653" y="1336"/>
                      </a:cubicBezTo>
                      <a:cubicBezTo>
                        <a:pt x="94679" y="9083"/>
                        <a:pt x="41656" y="69472"/>
                        <a:pt x="0" y="49088"/>
                      </a:cubicBezTo>
                      <a:lnTo>
                        <a:pt x="0" y="81727"/>
                      </a:lnTo>
                      <a:cubicBezTo>
                        <a:pt x="-63" y="81727"/>
                        <a:pt x="164847" y="29911"/>
                        <a:pt x="227965" y="7271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7" name="Google Shape;1447;p41"/>
                <p:cNvSpPr/>
                <p:nvPr/>
              </p:nvSpPr>
              <p:spPr>
                <a:xfrm>
                  <a:off x="9223629" y="3249612"/>
                  <a:ext cx="193040" cy="24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040" h="24384" extrusionOk="0">
                      <a:moveTo>
                        <a:pt x="0" y="0"/>
                      </a:moveTo>
                      <a:lnTo>
                        <a:pt x="193040" y="0"/>
                      </a:lnTo>
                      <a:lnTo>
                        <a:pt x="193040" y="24384"/>
                      </a:lnTo>
                      <a:lnTo>
                        <a:pt x="0" y="24384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8" name="Google Shape;1448;p41"/>
                <p:cNvSpPr/>
                <p:nvPr/>
              </p:nvSpPr>
              <p:spPr>
                <a:xfrm>
                  <a:off x="9398989" y="3157875"/>
                  <a:ext cx="174524" cy="731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524" h="73178" extrusionOk="0">
                      <a:moveTo>
                        <a:pt x="154" y="30967"/>
                      </a:moveTo>
                      <a:cubicBezTo>
                        <a:pt x="725" y="26903"/>
                        <a:pt x="3138" y="23347"/>
                        <a:pt x="6630" y="21252"/>
                      </a:cubicBezTo>
                      <a:cubicBezTo>
                        <a:pt x="16917" y="15029"/>
                        <a:pt x="40412" y="2646"/>
                        <a:pt x="68226" y="424"/>
                      </a:cubicBezTo>
                      <a:cubicBezTo>
                        <a:pt x="105754" y="-2561"/>
                        <a:pt x="156491" y="10076"/>
                        <a:pt x="174524" y="42778"/>
                      </a:cubicBezTo>
                      <a:lnTo>
                        <a:pt x="77242" y="42778"/>
                      </a:lnTo>
                      <a:lnTo>
                        <a:pt x="87974" y="50335"/>
                      </a:lnTo>
                      <a:cubicBezTo>
                        <a:pt x="95277" y="55478"/>
                        <a:pt x="95022" y="66464"/>
                        <a:pt x="87403" y="71226"/>
                      </a:cubicBezTo>
                      <a:lnTo>
                        <a:pt x="87403" y="71226"/>
                      </a:lnTo>
                      <a:cubicBezTo>
                        <a:pt x="84037" y="73385"/>
                        <a:pt x="79782" y="73766"/>
                        <a:pt x="76036" y="72306"/>
                      </a:cubicBezTo>
                      <a:lnTo>
                        <a:pt x="8599" y="45636"/>
                      </a:lnTo>
                      <a:cubicBezTo>
                        <a:pt x="2757" y="43286"/>
                        <a:pt x="-799" y="37254"/>
                        <a:pt x="154" y="30967"/>
                      </a:cubicBezTo>
                      <a:lnTo>
                        <a:pt x="154" y="30967"/>
                      </a:lnTo>
                      <a:close/>
                    </a:path>
                  </a:pathLst>
                </a:custGeom>
                <a:solidFill>
                  <a:srgbClr val="FFAC8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9" name="Google Shape;1449;p41"/>
                <p:cNvSpPr/>
                <p:nvPr/>
              </p:nvSpPr>
              <p:spPr>
                <a:xfrm>
                  <a:off x="9460711" y="3181328"/>
                  <a:ext cx="57367" cy="1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367" h="19325" extrusionOk="0">
                      <a:moveTo>
                        <a:pt x="15520" y="19325"/>
                      </a:moveTo>
                      <a:lnTo>
                        <a:pt x="2122" y="9356"/>
                      </a:lnTo>
                      <a:cubicBezTo>
                        <a:pt x="-2069" y="6244"/>
                        <a:pt x="407" y="-423"/>
                        <a:pt x="5551" y="21"/>
                      </a:cubicBezTo>
                      <a:cubicBezTo>
                        <a:pt x="21172" y="1291"/>
                        <a:pt x="44095" y="5609"/>
                        <a:pt x="57367" y="19325"/>
                      </a:cubicBezTo>
                      <a:lnTo>
                        <a:pt x="15520" y="19325"/>
                      </a:lnTo>
                      <a:close/>
                    </a:path>
                  </a:pathLst>
                </a:custGeom>
                <a:solidFill>
                  <a:srgbClr val="E09479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0" name="Google Shape;1450;p41"/>
                <p:cNvSpPr/>
                <p:nvPr/>
              </p:nvSpPr>
              <p:spPr>
                <a:xfrm>
                  <a:off x="9212580" y="3274060"/>
                  <a:ext cx="205803" cy="164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803" h="16446" extrusionOk="0">
                      <a:moveTo>
                        <a:pt x="0" y="0"/>
                      </a:moveTo>
                      <a:lnTo>
                        <a:pt x="205804" y="0"/>
                      </a:lnTo>
                      <a:lnTo>
                        <a:pt x="205804" y="16447"/>
                      </a:lnTo>
                      <a:lnTo>
                        <a:pt x="0" y="1644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1" name="Google Shape;1451;p41"/>
                <p:cNvSpPr/>
                <p:nvPr/>
              </p:nvSpPr>
              <p:spPr>
                <a:xfrm>
                  <a:off x="9418446" y="3249610"/>
                  <a:ext cx="452373" cy="408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373" h="40832" extrusionOk="0">
                      <a:moveTo>
                        <a:pt x="226187" y="40070"/>
                      </a:moveTo>
                      <a:cubicBezTo>
                        <a:pt x="294449" y="-13524"/>
                        <a:pt x="397256" y="40832"/>
                        <a:pt x="452374" y="40832"/>
                      </a:cubicBezTo>
                      <a:lnTo>
                        <a:pt x="452374" y="24386"/>
                      </a:lnTo>
                      <a:cubicBezTo>
                        <a:pt x="397193" y="24386"/>
                        <a:pt x="294386" y="-29970"/>
                        <a:pt x="226187" y="23623"/>
                      </a:cubicBezTo>
                      <a:cubicBezTo>
                        <a:pt x="157924" y="-29970"/>
                        <a:pt x="55118" y="24386"/>
                        <a:pt x="0" y="24386"/>
                      </a:cubicBezTo>
                      <a:lnTo>
                        <a:pt x="0" y="40832"/>
                      </a:lnTo>
                      <a:cubicBezTo>
                        <a:pt x="55118" y="40896"/>
                        <a:pt x="157924" y="-13460"/>
                        <a:pt x="226187" y="4007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52" name="Google Shape;1452;p41"/>
              <p:cNvGrpSpPr/>
              <p:nvPr/>
            </p:nvGrpSpPr>
            <p:grpSpPr>
              <a:xfrm flipH="1">
                <a:off x="6017266" y="3032350"/>
                <a:ext cx="333351" cy="241609"/>
                <a:chOff x="9967861" y="3147441"/>
                <a:chExt cx="198814" cy="144081"/>
              </a:xfrm>
            </p:grpSpPr>
            <p:sp>
              <p:nvSpPr>
                <p:cNvPr id="1453" name="Google Shape;1453;p41"/>
                <p:cNvSpPr/>
                <p:nvPr/>
              </p:nvSpPr>
              <p:spPr>
                <a:xfrm>
                  <a:off x="9967861" y="3147441"/>
                  <a:ext cx="149960" cy="1280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960" h="128016" extrusionOk="0">
                      <a:moveTo>
                        <a:pt x="114" y="14288"/>
                      </a:moveTo>
                      <a:lnTo>
                        <a:pt x="10719" y="93663"/>
                      </a:lnTo>
                      <a:cubicBezTo>
                        <a:pt x="13322" y="113348"/>
                        <a:pt x="30149" y="128016"/>
                        <a:pt x="49961" y="128016"/>
                      </a:cubicBezTo>
                      <a:lnTo>
                        <a:pt x="99999" y="128016"/>
                      </a:lnTo>
                      <a:cubicBezTo>
                        <a:pt x="119875" y="128016"/>
                        <a:pt x="136639" y="113348"/>
                        <a:pt x="139243" y="93663"/>
                      </a:cubicBezTo>
                      <a:lnTo>
                        <a:pt x="149847" y="14288"/>
                      </a:lnTo>
                      <a:cubicBezTo>
                        <a:pt x="150863" y="6731"/>
                        <a:pt x="144957" y="0"/>
                        <a:pt x="137338" y="0"/>
                      </a:cubicBezTo>
                      <a:lnTo>
                        <a:pt x="12496" y="0"/>
                      </a:lnTo>
                      <a:cubicBezTo>
                        <a:pt x="5004" y="0"/>
                        <a:pt x="-902" y="6731"/>
                        <a:pt x="114" y="14288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4" name="Google Shape;1454;p41"/>
                <p:cNvSpPr/>
                <p:nvPr/>
              </p:nvSpPr>
              <p:spPr>
                <a:xfrm>
                  <a:off x="10078656" y="3156902"/>
                  <a:ext cx="88019" cy="1044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19" h="104457" extrusionOk="0">
                      <a:moveTo>
                        <a:pt x="39053" y="104457"/>
                      </a:moveTo>
                      <a:lnTo>
                        <a:pt x="0" y="104457"/>
                      </a:lnTo>
                      <a:lnTo>
                        <a:pt x="0" y="91758"/>
                      </a:lnTo>
                      <a:lnTo>
                        <a:pt x="39053" y="91758"/>
                      </a:lnTo>
                      <a:cubicBezTo>
                        <a:pt x="56262" y="91758"/>
                        <a:pt x="70676" y="79439"/>
                        <a:pt x="73343" y="62484"/>
                      </a:cubicBezTo>
                      <a:lnTo>
                        <a:pt x="74867" y="52896"/>
                      </a:lnTo>
                      <a:cubicBezTo>
                        <a:pt x="76454" y="42863"/>
                        <a:pt x="73597" y="32639"/>
                        <a:pt x="66993" y="24892"/>
                      </a:cubicBezTo>
                      <a:cubicBezTo>
                        <a:pt x="60389" y="17145"/>
                        <a:pt x="50737" y="12700"/>
                        <a:pt x="40577" y="12700"/>
                      </a:cubicBezTo>
                      <a:lnTo>
                        <a:pt x="24385" y="12700"/>
                      </a:lnTo>
                      <a:lnTo>
                        <a:pt x="24385" y="0"/>
                      </a:lnTo>
                      <a:lnTo>
                        <a:pt x="40577" y="0"/>
                      </a:lnTo>
                      <a:cubicBezTo>
                        <a:pt x="54483" y="0"/>
                        <a:pt x="67628" y="6033"/>
                        <a:pt x="76645" y="16637"/>
                      </a:cubicBezTo>
                      <a:cubicBezTo>
                        <a:pt x="85662" y="27178"/>
                        <a:pt x="89599" y="41148"/>
                        <a:pt x="87440" y="54864"/>
                      </a:cubicBezTo>
                      <a:lnTo>
                        <a:pt x="85916" y="64452"/>
                      </a:lnTo>
                      <a:cubicBezTo>
                        <a:pt x="82233" y="87567"/>
                        <a:pt x="62485" y="104457"/>
                        <a:pt x="39053" y="104457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5" name="Google Shape;1455;p41"/>
                <p:cNvSpPr/>
                <p:nvPr/>
              </p:nvSpPr>
              <p:spPr>
                <a:xfrm>
                  <a:off x="9969372" y="3171888"/>
                  <a:ext cx="121793" cy="1035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793" h="103568" extrusionOk="0">
                      <a:moveTo>
                        <a:pt x="0" y="0"/>
                      </a:moveTo>
                      <a:lnTo>
                        <a:pt x="9271" y="69215"/>
                      </a:lnTo>
                      <a:cubicBezTo>
                        <a:pt x="11874" y="88900"/>
                        <a:pt x="28702" y="103568"/>
                        <a:pt x="48514" y="103568"/>
                      </a:cubicBezTo>
                      <a:lnTo>
                        <a:pt x="98552" y="103568"/>
                      </a:lnTo>
                      <a:cubicBezTo>
                        <a:pt x="107188" y="103568"/>
                        <a:pt x="115189" y="100647"/>
                        <a:pt x="121793" y="95821"/>
                      </a:cubicBezTo>
                      <a:cubicBezTo>
                        <a:pt x="66611" y="88392"/>
                        <a:pt x="4064" y="30480"/>
                        <a:pt x="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6" name="Google Shape;1456;p41"/>
                <p:cNvSpPr/>
                <p:nvPr/>
              </p:nvSpPr>
              <p:spPr>
                <a:xfrm>
                  <a:off x="9967911" y="3271139"/>
                  <a:ext cx="157589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589" h="20383" extrusionOk="0">
                      <a:moveTo>
                        <a:pt x="119507" y="20383"/>
                      </a:moveTo>
                      <a:lnTo>
                        <a:pt x="38037" y="20383"/>
                      </a:lnTo>
                      <a:cubicBezTo>
                        <a:pt x="29528" y="20383"/>
                        <a:pt x="21082" y="18415"/>
                        <a:pt x="13463" y="14732"/>
                      </a:cubicBezTo>
                      <a:lnTo>
                        <a:pt x="2858" y="9589"/>
                      </a:lnTo>
                      <a:cubicBezTo>
                        <a:pt x="-1968" y="7239"/>
                        <a:pt x="-317" y="0"/>
                        <a:pt x="5081" y="0"/>
                      </a:cubicBezTo>
                      <a:lnTo>
                        <a:pt x="152528" y="0"/>
                      </a:lnTo>
                      <a:cubicBezTo>
                        <a:pt x="157862" y="0"/>
                        <a:pt x="159576" y="7239"/>
                        <a:pt x="154750" y="9589"/>
                      </a:cubicBezTo>
                      <a:lnTo>
                        <a:pt x="144145" y="14732"/>
                      </a:lnTo>
                      <a:cubicBezTo>
                        <a:pt x="136462" y="18415"/>
                        <a:pt x="128017" y="20383"/>
                        <a:pt x="119507" y="20383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457" name="Google Shape;1457;p41"/>
            <p:cNvGrpSpPr/>
            <p:nvPr/>
          </p:nvGrpSpPr>
          <p:grpSpPr>
            <a:xfrm rot="1081993" flipH="1">
              <a:off x="5681423" y="214419"/>
              <a:ext cx="1021606" cy="1742920"/>
              <a:chOff x="971119" y="3290570"/>
              <a:chExt cx="612189" cy="1044510"/>
            </a:xfrm>
          </p:grpSpPr>
          <p:sp>
            <p:nvSpPr>
              <p:cNvPr id="1458" name="Google Shape;1458;p41"/>
              <p:cNvSpPr/>
              <p:nvPr/>
            </p:nvSpPr>
            <p:spPr>
              <a:xfrm>
                <a:off x="1259586" y="3938904"/>
                <a:ext cx="75691" cy="126428"/>
              </a:xfrm>
              <a:custGeom>
                <a:avLst/>
                <a:gdLst/>
                <a:ahLst/>
                <a:cxnLst/>
                <a:rect l="l" t="t" r="r" b="b"/>
                <a:pathLst>
                  <a:path w="75691" h="126428" extrusionOk="0">
                    <a:moveTo>
                      <a:pt x="0" y="0"/>
                    </a:moveTo>
                    <a:lnTo>
                      <a:pt x="75692" y="0"/>
                    </a:lnTo>
                    <a:lnTo>
                      <a:pt x="75692" y="126428"/>
                    </a:lnTo>
                    <a:lnTo>
                      <a:pt x="0" y="12642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9" name="Google Shape;1459;p41"/>
              <p:cNvSpPr/>
              <p:nvPr/>
            </p:nvSpPr>
            <p:spPr>
              <a:xfrm>
                <a:off x="1259522" y="3940492"/>
                <a:ext cx="75755" cy="24638"/>
              </a:xfrm>
              <a:custGeom>
                <a:avLst/>
                <a:gdLst/>
                <a:ahLst/>
                <a:cxnLst/>
                <a:rect l="l" t="t" r="r" b="b"/>
                <a:pathLst>
                  <a:path w="75755" h="24638" extrusionOk="0">
                    <a:moveTo>
                      <a:pt x="75755" y="889"/>
                    </a:moveTo>
                    <a:cubicBezTo>
                      <a:pt x="62103" y="2413"/>
                      <a:pt x="48260" y="3048"/>
                      <a:pt x="34290" y="2730"/>
                    </a:cubicBezTo>
                    <a:cubicBezTo>
                      <a:pt x="22733" y="2477"/>
                      <a:pt x="11303" y="1524"/>
                      <a:pt x="0" y="0"/>
                    </a:cubicBezTo>
                    <a:lnTo>
                      <a:pt x="0" y="22035"/>
                    </a:lnTo>
                    <a:cubicBezTo>
                      <a:pt x="11113" y="23432"/>
                      <a:pt x="22415" y="24257"/>
                      <a:pt x="33782" y="24574"/>
                    </a:cubicBezTo>
                    <a:cubicBezTo>
                      <a:pt x="36385" y="24638"/>
                      <a:pt x="39052" y="24638"/>
                      <a:pt x="41656" y="24638"/>
                    </a:cubicBezTo>
                    <a:cubicBezTo>
                      <a:pt x="53149" y="24638"/>
                      <a:pt x="64516" y="24003"/>
                      <a:pt x="75755" y="22860"/>
                    </a:cubicBezTo>
                    <a:lnTo>
                      <a:pt x="75755" y="88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0" name="Google Shape;1460;p41"/>
              <p:cNvSpPr/>
              <p:nvPr/>
            </p:nvSpPr>
            <p:spPr>
              <a:xfrm>
                <a:off x="1259586" y="4034154"/>
                <a:ext cx="75691" cy="31241"/>
              </a:xfrm>
              <a:custGeom>
                <a:avLst/>
                <a:gdLst/>
                <a:ahLst/>
                <a:cxnLst/>
                <a:rect l="l" t="t" r="r" b="b"/>
                <a:pathLst>
                  <a:path w="75691" h="31241" extrusionOk="0">
                    <a:moveTo>
                      <a:pt x="75692" y="31242"/>
                    </a:moveTo>
                    <a:lnTo>
                      <a:pt x="0" y="31242"/>
                    </a:lnTo>
                    <a:lnTo>
                      <a:pt x="0" y="0"/>
                    </a:lnTo>
                    <a:lnTo>
                      <a:pt x="75692" y="1530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1" name="Google Shape;1461;p41"/>
              <p:cNvSpPr/>
              <p:nvPr/>
            </p:nvSpPr>
            <p:spPr>
              <a:xfrm>
                <a:off x="1200150" y="4065396"/>
                <a:ext cx="194627" cy="117665"/>
              </a:xfrm>
              <a:custGeom>
                <a:avLst/>
                <a:gdLst/>
                <a:ahLst/>
                <a:cxnLst/>
                <a:rect l="l" t="t" r="r" b="b"/>
                <a:pathLst>
                  <a:path w="194627" h="117665" extrusionOk="0">
                    <a:moveTo>
                      <a:pt x="142748" y="0"/>
                    </a:moveTo>
                    <a:lnTo>
                      <a:pt x="51879" y="0"/>
                    </a:lnTo>
                    <a:cubicBezTo>
                      <a:pt x="38354" y="0"/>
                      <a:pt x="26543" y="9271"/>
                      <a:pt x="23304" y="22416"/>
                    </a:cubicBezTo>
                    <a:lnTo>
                      <a:pt x="0" y="117666"/>
                    </a:lnTo>
                    <a:lnTo>
                      <a:pt x="194627" y="117666"/>
                    </a:lnTo>
                    <a:lnTo>
                      <a:pt x="171323" y="22416"/>
                    </a:lnTo>
                    <a:cubicBezTo>
                      <a:pt x="168085" y="9208"/>
                      <a:pt x="156274" y="0"/>
                      <a:pt x="14274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2" name="Google Shape;1462;p41"/>
              <p:cNvSpPr/>
              <p:nvPr/>
            </p:nvSpPr>
            <p:spPr>
              <a:xfrm>
                <a:off x="1107821" y="4182998"/>
                <a:ext cx="379348" cy="152082"/>
              </a:xfrm>
              <a:custGeom>
                <a:avLst/>
                <a:gdLst/>
                <a:ahLst/>
                <a:cxnLst/>
                <a:rect l="l" t="t" r="r" b="b"/>
                <a:pathLst>
                  <a:path w="379348" h="152082" extrusionOk="0">
                    <a:moveTo>
                      <a:pt x="298767" y="0"/>
                    </a:moveTo>
                    <a:lnTo>
                      <a:pt x="80518" y="0"/>
                    </a:lnTo>
                    <a:cubicBezTo>
                      <a:pt x="61277" y="0"/>
                      <a:pt x="44259" y="12446"/>
                      <a:pt x="38481" y="30798"/>
                    </a:cubicBezTo>
                    <a:lnTo>
                      <a:pt x="0" y="152083"/>
                    </a:lnTo>
                    <a:lnTo>
                      <a:pt x="379349" y="152083"/>
                    </a:lnTo>
                    <a:lnTo>
                      <a:pt x="340868" y="30798"/>
                    </a:lnTo>
                    <a:cubicBezTo>
                      <a:pt x="334963" y="12446"/>
                      <a:pt x="317944" y="0"/>
                      <a:pt x="29876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3" name="Google Shape;1463;p41"/>
              <p:cNvSpPr/>
              <p:nvPr/>
            </p:nvSpPr>
            <p:spPr>
              <a:xfrm>
                <a:off x="1200150" y="4152138"/>
                <a:ext cx="194627" cy="30860"/>
              </a:xfrm>
              <a:custGeom>
                <a:avLst/>
                <a:gdLst/>
                <a:ahLst/>
                <a:cxnLst/>
                <a:rect l="l" t="t" r="r" b="b"/>
                <a:pathLst>
                  <a:path w="194627" h="30860" extrusionOk="0">
                    <a:moveTo>
                      <a:pt x="0" y="30861"/>
                    </a:moveTo>
                    <a:lnTo>
                      <a:pt x="194627" y="30861"/>
                    </a:lnTo>
                    <a:lnTo>
                      <a:pt x="191770" y="19240"/>
                    </a:lnTo>
                    <a:lnTo>
                      <a:pt x="755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64" name="Google Shape;1464;p41"/>
              <p:cNvGrpSpPr/>
              <p:nvPr/>
            </p:nvGrpSpPr>
            <p:grpSpPr>
              <a:xfrm>
                <a:off x="971119" y="3290570"/>
                <a:ext cx="612189" cy="657478"/>
                <a:chOff x="971119" y="3290570"/>
                <a:chExt cx="612189" cy="657478"/>
              </a:xfrm>
            </p:grpSpPr>
            <p:sp>
              <p:nvSpPr>
                <p:cNvPr id="1465" name="Google Shape;1465;p41"/>
                <p:cNvSpPr/>
                <p:nvPr/>
              </p:nvSpPr>
              <p:spPr>
                <a:xfrm rot="-1193110">
                  <a:off x="1296820" y="3298958"/>
                  <a:ext cx="6728" cy="6336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31" h="633926" extrusionOk="0">
                      <a:moveTo>
                        <a:pt x="0" y="0"/>
                      </a:moveTo>
                      <a:lnTo>
                        <a:pt x="6731" y="0"/>
                      </a:lnTo>
                      <a:lnTo>
                        <a:pt x="6731" y="633927"/>
                      </a:lnTo>
                      <a:lnTo>
                        <a:pt x="0" y="63392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466" name="Google Shape;1466;p41"/>
                <p:cNvGrpSpPr/>
                <p:nvPr/>
              </p:nvGrpSpPr>
              <p:grpSpPr>
                <a:xfrm>
                  <a:off x="1018666" y="3335654"/>
                  <a:ext cx="564642" cy="564642"/>
                  <a:chOff x="1018666" y="3335654"/>
                  <a:chExt cx="564642" cy="564642"/>
                </a:xfrm>
              </p:grpSpPr>
              <p:sp>
                <p:nvSpPr>
                  <p:cNvPr id="1467" name="Google Shape;1467;p41"/>
                  <p:cNvSpPr/>
                  <p:nvPr/>
                </p:nvSpPr>
                <p:spPr>
                  <a:xfrm>
                    <a:off x="1018666" y="3335654"/>
                    <a:ext cx="564642" cy="5646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4642" h="564642" extrusionOk="0">
                        <a:moveTo>
                          <a:pt x="564642" y="282321"/>
                        </a:moveTo>
                        <a:cubicBezTo>
                          <a:pt x="564642" y="438243"/>
                          <a:pt x="438243" y="564642"/>
                          <a:pt x="282321" y="564642"/>
                        </a:cubicBezTo>
                        <a:cubicBezTo>
                          <a:pt x="126399" y="564642"/>
                          <a:pt x="0" y="438243"/>
                          <a:pt x="0" y="282321"/>
                        </a:cubicBezTo>
                        <a:cubicBezTo>
                          <a:pt x="0" y="126400"/>
                          <a:pt x="126399" y="0"/>
                          <a:pt x="282321" y="0"/>
                        </a:cubicBezTo>
                        <a:cubicBezTo>
                          <a:pt x="438243" y="0"/>
                          <a:pt x="564642" y="126399"/>
                          <a:pt x="564642" y="28232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468" name="Google Shape;1468;p41"/>
                  <p:cNvGrpSpPr/>
                  <p:nvPr/>
                </p:nvGrpSpPr>
                <p:grpSpPr>
                  <a:xfrm>
                    <a:off x="1018954" y="3336099"/>
                    <a:ext cx="555718" cy="499427"/>
                    <a:chOff x="1018954" y="3336099"/>
                    <a:chExt cx="555718" cy="499427"/>
                  </a:xfrm>
                </p:grpSpPr>
                <p:sp>
                  <p:nvSpPr>
                    <p:cNvPr id="1469" name="Google Shape;1469;p41"/>
                    <p:cNvSpPr/>
                    <p:nvPr/>
                  </p:nvSpPr>
                  <p:spPr>
                    <a:xfrm>
                      <a:off x="1238377" y="3336099"/>
                      <a:ext cx="51815" cy="3284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1815" h="32847" extrusionOk="0">
                          <a:moveTo>
                            <a:pt x="8128" y="17653"/>
                          </a:moveTo>
                          <a:cubicBezTo>
                            <a:pt x="10541" y="22035"/>
                            <a:pt x="12446" y="26734"/>
                            <a:pt x="15430" y="30734"/>
                          </a:cubicBezTo>
                          <a:cubicBezTo>
                            <a:pt x="16002" y="31433"/>
                            <a:pt x="16574" y="32131"/>
                            <a:pt x="17399" y="32512"/>
                          </a:cubicBezTo>
                          <a:cubicBezTo>
                            <a:pt x="18351" y="32957"/>
                            <a:pt x="19494" y="32893"/>
                            <a:pt x="20510" y="32703"/>
                          </a:cubicBezTo>
                          <a:cubicBezTo>
                            <a:pt x="28194" y="31560"/>
                            <a:pt x="34925" y="26734"/>
                            <a:pt x="39878" y="20765"/>
                          </a:cubicBezTo>
                          <a:cubicBezTo>
                            <a:pt x="44894" y="14859"/>
                            <a:pt x="48387" y="7810"/>
                            <a:pt x="51816" y="889"/>
                          </a:cubicBezTo>
                          <a:cubicBezTo>
                            <a:pt x="49784" y="572"/>
                            <a:pt x="47815" y="317"/>
                            <a:pt x="45783" y="0"/>
                          </a:cubicBezTo>
                          <a:cubicBezTo>
                            <a:pt x="30416" y="889"/>
                            <a:pt x="15113" y="3048"/>
                            <a:pt x="0" y="6477"/>
                          </a:cubicBezTo>
                          <a:cubicBezTo>
                            <a:pt x="3175" y="9970"/>
                            <a:pt x="5905" y="13653"/>
                            <a:pt x="8128" y="17653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470" name="Google Shape;1470;p41"/>
                    <p:cNvSpPr/>
                    <p:nvPr/>
                  </p:nvSpPr>
                  <p:spPr>
                    <a:xfrm>
                      <a:off x="1325635" y="3360737"/>
                      <a:ext cx="249037" cy="19349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9037" h="193496" extrusionOk="0">
                          <a:moveTo>
                            <a:pt x="135754" y="24828"/>
                          </a:moveTo>
                          <a:cubicBezTo>
                            <a:pt x="130166" y="26734"/>
                            <a:pt x="124832" y="29528"/>
                            <a:pt x="120133" y="33084"/>
                          </a:cubicBezTo>
                          <a:cubicBezTo>
                            <a:pt x="118482" y="34353"/>
                            <a:pt x="116640" y="35751"/>
                            <a:pt x="114545" y="35560"/>
                          </a:cubicBezTo>
                          <a:cubicBezTo>
                            <a:pt x="112005" y="35242"/>
                            <a:pt x="110481" y="32639"/>
                            <a:pt x="108322" y="31178"/>
                          </a:cubicBezTo>
                          <a:cubicBezTo>
                            <a:pt x="103686" y="28067"/>
                            <a:pt x="95812" y="30226"/>
                            <a:pt x="93272" y="25273"/>
                          </a:cubicBezTo>
                          <a:cubicBezTo>
                            <a:pt x="91939" y="22670"/>
                            <a:pt x="93082" y="19495"/>
                            <a:pt x="94288" y="16828"/>
                          </a:cubicBezTo>
                          <a:cubicBezTo>
                            <a:pt x="96257" y="12573"/>
                            <a:pt x="98479" y="8382"/>
                            <a:pt x="100892" y="4382"/>
                          </a:cubicBezTo>
                          <a:cubicBezTo>
                            <a:pt x="97781" y="2858"/>
                            <a:pt x="94669" y="1460"/>
                            <a:pt x="91558" y="0"/>
                          </a:cubicBezTo>
                          <a:cubicBezTo>
                            <a:pt x="89589" y="3683"/>
                            <a:pt x="87684" y="7429"/>
                            <a:pt x="85970" y="11240"/>
                          </a:cubicBezTo>
                          <a:cubicBezTo>
                            <a:pt x="83176" y="17463"/>
                            <a:pt x="80636" y="24003"/>
                            <a:pt x="75746" y="28766"/>
                          </a:cubicBezTo>
                          <a:cubicBezTo>
                            <a:pt x="72317" y="32131"/>
                            <a:pt x="67872" y="34353"/>
                            <a:pt x="64380" y="37655"/>
                          </a:cubicBezTo>
                          <a:cubicBezTo>
                            <a:pt x="60887" y="40958"/>
                            <a:pt x="58284" y="46038"/>
                            <a:pt x="60062" y="50546"/>
                          </a:cubicBezTo>
                          <a:cubicBezTo>
                            <a:pt x="60760" y="52388"/>
                            <a:pt x="62094" y="53911"/>
                            <a:pt x="63173" y="55563"/>
                          </a:cubicBezTo>
                          <a:cubicBezTo>
                            <a:pt x="64189" y="57277"/>
                            <a:pt x="64888" y="59372"/>
                            <a:pt x="64126" y="61151"/>
                          </a:cubicBezTo>
                          <a:cubicBezTo>
                            <a:pt x="63364" y="62992"/>
                            <a:pt x="58220" y="65341"/>
                            <a:pt x="57585" y="63500"/>
                          </a:cubicBezTo>
                          <a:cubicBezTo>
                            <a:pt x="56188" y="59436"/>
                            <a:pt x="51045" y="57912"/>
                            <a:pt x="46790" y="58547"/>
                          </a:cubicBezTo>
                          <a:cubicBezTo>
                            <a:pt x="42536" y="59182"/>
                            <a:pt x="38599" y="61278"/>
                            <a:pt x="34344" y="61976"/>
                          </a:cubicBezTo>
                          <a:cubicBezTo>
                            <a:pt x="30090" y="62674"/>
                            <a:pt x="24882" y="61278"/>
                            <a:pt x="23422" y="57214"/>
                          </a:cubicBezTo>
                          <a:cubicBezTo>
                            <a:pt x="20565" y="68072"/>
                            <a:pt x="15866" y="78422"/>
                            <a:pt x="9452" y="87566"/>
                          </a:cubicBezTo>
                          <a:cubicBezTo>
                            <a:pt x="4880" y="94171"/>
                            <a:pt x="-898" y="101219"/>
                            <a:pt x="118" y="109220"/>
                          </a:cubicBezTo>
                          <a:cubicBezTo>
                            <a:pt x="943" y="115634"/>
                            <a:pt x="6087" y="121031"/>
                            <a:pt x="6277" y="127508"/>
                          </a:cubicBezTo>
                          <a:cubicBezTo>
                            <a:pt x="6468" y="133541"/>
                            <a:pt x="2340" y="139383"/>
                            <a:pt x="3610" y="145288"/>
                          </a:cubicBezTo>
                          <a:cubicBezTo>
                            <a:pt x="4372" y="148844"/>
                            <a:pt x="7039" y="151828"/>
                            <a:pt x="7293" y="155448"/>
                          </a:cubicBezTo>
                          <a:cubicBezTo>
                            <a:pt x="7357" y="156845"/>
                            <a:pt x="7103" y="158242"/>
                            <a:pt x="7547" y="159512"/>
                          </a:cubicBezTo>
                          <a:cubicBezTo>
                            <a:pt x="7865" y="160401"/>
                            <a:pt x="8436" y="161099"/>
                            <a:pt x="9071" y="161798"/>
                          </a:cubicBezTo>
                          <a:cubicBezTo>
                            <a:pt x="20057" y="173672"/>
                            <a:pt x="42091" y="171767"/>
                            <a:pt x="50791" y="185484"/>
                          </a:cubicBezTo>
                          <a:cubicBezTo>
                            <a:pt x="58284" y="182943"/>
                            <a:pt x="66602" y="179641"/>
                            <a:pt x="69587" y="172339"/>
                          </a:cubicBezTo>
                          <a:cubicBezTo>
                            <a:pt x="70158" y="170878"/>
                            <a:pt x="70539" y="169228"/>
                            <a:pt x="71746" y="168148"/>
                          </a:cubicBezTo>
                          <a:cubicBezTo>
                            <a:pt x="74032" y="166116"/>
                            <a:pt x="77715" y="167322"/>
                            <a:pt x="80509" y="166116"/>
                          </a:cubicBezTo>
                          <a:cubicBezTo>
                            <a:pt x="86668" y="163449"/>
                            <a:pt x="83874" y="151955"/>
                            <a:pt x="90097" y="149416"/>
                          </a:cubicBezTo>
                          <a:cubicBezTo>
                            <a:pt x="91177" y="148971"/>
                            <a:pt x="92383" y="148908"/>
                            <a:pt x="93463" y="148463"/>
                          </a:cubicBezTo>
                          <a:cubicBezTo>
                            <a:pt x="96066" y="147447"/>
                            <a:pt x="97527" y="144653"/>
                            <a:pt x="99114" y="142367"/>
                          </a:cubicBezTo>
                          <a:cubicBezTo>
                            <a:pt x="101337" y="139128"/>
                            <a:pt x="104194" y="136144"/>
                            <a:pt x="107623" y="134239"/>
                          </a:cubicBezTo>
                          <a:cubicBezTo>
                            <a:pt x="107941" y="132969"/>
                            <a:pt x="108195" y="131635"/>
                            <a:pt x="108512" y="130366"/>
                          </a:cubicBezTo>
                          <a:cubicBezTo>
                            <a:pt x="111306" y="128334"/>
                            <a:pt x="115624" y="128905"/>
                            <a:pt x="117720" y="131572"/>
                          </a:cubicBezTo>
                          <a:cubicBezTo>
                            <a:pt x="119434" y="133667"/>
                            <a:pt x="120069" y="137033"/>
                            <a:pt x="122609" y="137922"/>
                          </a:cubicBezTo>
                          <a:cubicBezTo>
                            <a:pt x="123943" y="138366"/>
                            <a:pt x="125403" y="138049"/>
                            <a:pt x="126864" y="137795"/>
                          </a:cubicBezTo>
                          <a:cubicBezTo>
                            <a:pt x="135500" y="136271"/>
                            <a:pt x="144834" y="140462"/>
                            <a:pt x="149470" y="147828"/>
                          </a:cubicBezTo>
                          <a:cubicBezTo>
                            <a:pt x="150359" y="149225"/>
                            <a:pt x="151121" y="150813"/>
                            <a:pt x="152518" y="151828"/>
                          </a:cubicBezTo>
                          <a:cubicBezTo>
                            <a:pt x="153915" y="152908"/>
                            <a:pt x="155756" y="153162"/>
                            <a:pt x="157471" y="153607"/>
                          </a:cubicBezTo>
                          <a:cubicBezTo>
                            <a:pt x="162995" y="155003"/>
                            <a:pt x="168012" y="158242"/>
                            <a:pt x="171568" y="162687"/>
                          </a:cubicBezTo>
                          <a:cubicBezTo>
                            <a:pt x="174743" y="166624"/>
                            <a:pt x="176775" y="171514"/>
                            <a:pt x="180648" y="174816"/>
                          </a:cubicBezTo>
                          <a:cubicBezTo>
                            <a:pt x="187316" y="180530"/>
                            <a:pt x="197285" y="179832"/>
                            <a:pt x="205477" y="183007"/>
                          </a:cubicBezTo>
                          <a:cubicBezTo>
                            <a:pt x="210430" y="184912"/>
                            <a:pt x="214684" y="188151"/>
                            <a:pt x="219383" y="190564"/>
                          </a:cubicBezTo>
                          <a:cubicBezTo>
                            <a:pt x="224082" y="192977"/>
                            <a:pt x="229670" y="194501"/>
                            <a:pt x="234623" y="192722"/>
                          </a:cubicBezTo>
                          <a:cubicBezTo>
                            <a:pt x="237100" y="191834"/>
                            <a:pt x="239259" y="190119"/>
                            <a:pt x="241735" y="189230"/>
                          </a:cubicBezTo>
                          <a:cubicBezTo>
                            <a:pt x="244085" y="188404"/>
                            <a:pt x="246625" y="188341"/>
                            <a:pt x="249038" y="187833"/>
                          </a:cubicBezTo>
                          <a:cubicBezTo>
                            <a:pt x="237481" y="142240"/>
                            <a:pt x="214430" y="98933"/>
                            <a:pt x="179632" y="62484"/>
                          </a:cubicBezTo>
                          <a:cubicBezTo>
                            <a:pt x="166043" y="48070"/>
                            <a:pt x="151311" y="35560"/>
                            <a:pt x="135754" y="24828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471" name="Google Shape;1471;p41"/>
                    <p:cNvSpPr/>
                    <p:nvPr/>
                  </p:nvSpPr>
                  <p:spPr>
                    <a:xfrm>
                      <a:off x="1018954" y="3497897"/>
                      <a:ext cx="441863" cy="33762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41863" h="337629" extrusionOk="0">
                          <a:moveTo>
                            <a:pt x="395254" y="220790"/>
                          </a:moveTo>
                          <a:cubicBezTo>
                            <a:pt x="394238" y="219202"/>
                            <a:pt x="392587" y="218123"/>
                            <a:pt x="391127" y="216980"/>
                          </a:cubicBezTo>
                          <a:cubicBezTo>
                            <a:pt x="385221" y="212217"/>
                            <a:pt x="381792" y="204534"/>
                            <a:pt x="382237" y="196977"/>
                          </a:cubicBezTo>
                          <a:cubicBezTo>
                            <a:pt x="382745" y="188214"/>
                            <a:pt x="388079" y="179388"/>
                            <a:pt x="385285" y="171069"/>
                          </a:cubicBezTo>
                          <a:cubicBezTo>
                            <a:pt x="381284" y="159068"/>
                            <a:pt x="362488" y="154178"/>
                            <a:pt x="363314" y="141542"/>
                          </a:cubicBezTo>
                          <a:cubicBezTo>
                            <a:pt x="363441" y="139573"/>
                            <a:pt x="364076" y="137668"/>
                            <a:pt x="363822" y="135763"/>
                          </a:cubicBezTo>
                          <a:cubicBezTo>
                            <a:pt x="363187" y="130810"/>
                            <a:pt x="356837" y="128524"/>
                            <a:pt x="351947" y="129731"/>
                          </a:cubicBezTo>
                          <a:cubicBezTo>
                            <a:pt x="347058" y="130937"/>
                            <a:pt x="343121" y="134366"/>
                            <a:pt x="338612" y="136652"/>
                          </a:cubicBezTo>
                          <a:cubicBezTo>
                            <a:pt x="335437" y="138240"/>
                            <a:pt x="331818" y="139446"/>
                            <a:pt x="329786" y="142367"/>
                          </a:cubicBezTo>
                          <a:cubicBezTo>
                            <a:pt x="328579" y="144018"/>
                            <a:pt x="328071" y="146177"/>
                            <a:pt x="326738" y="147701"/>
                          </a:cubicBezTo>
                          <a:cubicBezTo>
                            <a:pt x="322737" y="152527"/>
                            <a:pt x="314482" y="149797"/>
                            <a:pt x="309148" y="153035"/>
                          </a:cubicBezTo>
                          <a:cubicBezTo>
                            <a:pt x="306799" y="154432"/>
                            <a:pt x="304957" y="156972"/>
                            <a:pt x="302227" y="157163"/>
                          </a:cubicBezTo>
                          <a:cubicBezTo>
                            <a:pt x="299115" y="157353"/>
                            <a:pt x="296766" y="154432"/>
                            <a:pt x="293845" y="153480"/>
                          </a:cubicBezTo>
                          <a:cubicBezTo>
                            <a:pt x="284066" y="150432"/>
                            <a:pt x="278668" y="167831"/>
                            <a:pt x="268508" y="166370"/>
                          </a:cubicBezTo>
                          <a:cubicBezTo>
                            <a:pt x="264127" y="165735"/>
                            <a:pt x="259682" y="165100"/>
                            <a:pt x="255300" y="165672"/>
                          </a:cubicBezTo>
                          <a:cubicBezTo>
                            <a:pt x="250919" y="166243"/>
                            <a:pt x="246537" y="168148"/>
                            <a:pt x="243934" y="171768"/>
                          </a:cubicBezTo>
                          <a:cubicBezTo>
                            <a:pt x="242854" y="173228"/>
                            <a:pt x="242092" y="174943"/>
                            <a:pt x="241203" y="176593"/>
                          </a:cubicBezTo>
                          <a:cubicBezTo>
                            <a:pt x="238219" y="181737"/>
                            <a:pt x="233012" y="185484"/>
                            <a:pt x="227233" y="186754"/>
                          </a:cubicBezTo>
                          <a:cubicBezTo>
                            <a:pt x="226027" y="187008"/>
                            <a:pt x="224757" y="187198"/>
                            <a:pt x="223741" y="187897"/>
                          </a:cubicBezTo>
                          <a:cubicBezTo>
                            <a:pt x="222534" y="188722"/>
                            <a:pt x="221836" y="190056"/>
                            <a:pt x="221391" y="191453"/>
                          </a:cubicBezTo>
                          <a:cubicBezTo>
                            <a:pt x="219169" y="197612"/>
                            <a:pt x="220502" y="205423"/>
                            <a:pt x="223741" y="211074"/>
                          </a:cubicBezTo>
                          <a:cubicBezTo>
                            <a:pt x="218915" y="210630"/>
                            <a:pt x="213962" y="212344"/>
                            <a:pt x="210469" y="215710"/>
                          </a:cubicBezTo>
                          <a:cubicBezTo>
                            <a:pt x="208501" y="217551"/>
                            <a:pt x="206977" y="219964"/>
                            <a:pt x="204564" y="221171"/>
                          </a:cubicBezTo>
                          <a:cubicBezTo>
                            <a:pt x="200055" y="223393"/>
                            <a:pt x="194785" y="220599"/>
                            <a:pt x="190530" y="217868"/>
                          </a:cubicBezTo>
                          <a:cubicBezTo>
                            <a:pt x="189197" y="217043"/>
                            <a:pt x="187609" y="216154"/>
                            <a:pt x="186149" y="216662"/>
                          </a:cubicBezTo>
                          <a:cubicBezTo>
                            <a:pt x="185006" y="217043"/>
                            <a:pt x="184307" y="218123"/>
                            <a:pt x="183609" y="219075"/>
                          </a:cubicBezTo>
                          <a:cubicBezTo>
                            <a:pt x="181640" y="221806"/>
                            <a:pt x="178338" y="224409"/>
                            <a:pt x="175227" y="223139"/>
                          </a:cubicBezTo>
                          <a:cubicBezTo>
                            <a:pt x="170655" y="221298"/>
                            <a:pt x="172179" y="214186"/>
                            <a:pt x="169448" y="210058"/>
                          </a:cubicBezTo>
                          <a:cubicBezTo>
                            <a:pt x="167035" y="212408"/>
                            <a:pt x="164559" y="215011"/>
                            <a:pt x="163860" y="218249"/>
                          </a:cubicBezTo>
                          <a:cubicBezTo>
                            <a:pt x="163416" y="220218"/>
                            <a:pt x="163670" y="222187"/>
                            <a:pt x="163606" y="224155"/>
                          </a:cubicBezTo>
                          <a:cubicBezTo>
                            <a:pt x="163352" y="232728"/>
                            <a:pt x="154907" y="240983"/>
                            <a:pt x="146588" y="238697"/>
                          </a:cubicBezTo>
                          <a:cubicBezTo>
                            <a:pt x="141127" y="237173"/>
                            <a:pt x="137571" y="232029"/>
                            <a:pt x="134206" y="227521"/>
                          </a:cubicBezTo>
                          <a:cubicBezTo>
                            <a:pt x="131094" y="223330"/>
                            <a:pt x="127665" y="219139"/>
                            <a:pt x="126586" y="213995"/>
                          </a:cubicBezTo>
                          <a:cubicBezTo>
                            <a:pt x="125570" y="208915"/>
                            <a:pt x="127602" y="202311"/>
                            <a:pt x="132682" y="201168"/>
                          </a:cubicBezTo>
                          <a:cubicBezTo>
                            <a:pt x="134650" y="198057"/>
                            <a:pt x="137635" y="195580"/>
                            <a:pt x="141064" y="194247"/>
                          </a:cubicBezTo>
                          <a:cubicBezTo>
                            <a:pt x="137889" y="191326"/>
                            <a:pt x="138905" y="185674"/>
                            <a:pt x="142143" y="182880"/>
                          </a:cubicBezTo>
                          <a:cubicBezTo>
                            <a:pt x="145445" y="180086"/>
                            <a:pt x="150144" y="179642"/>
                            <a:pt x="154399" y="180213"/>
                          </a:cubicBezTo>
                          <a:cubicBezTo>
                            <a:pt x="159225" y="180848"/>
                            <a:pt x="163924" y="182626"/>
                            <a:pt x="167988" y="185420"/>
                          </a:cubicBezTo>
                          <a:cubicBezTo>
                            <a:pt x="169766" y="186627"/>
                            <a:pt x="172369" y="187897"/>
                            <a:pt x="173703" y="186246"/>
                          </a:cubicBezTo>
                          <a:cubicBezTo>
                            <a:pt x="174655" y="184976"/>
                            <a:pt x="173830" y="183134"/>
                            <a:pt x="172941" y="181864"/>
                          </a:cubicBezTo>
                          <a:cubicBezTo>
                            <a:pt x="170147" y="177927"/>
                            <a:pt x="166337" y="174752"/>
                            <a:pt x="162019" y="172593"/>
                          </a:cubicBezTo>
                          <a:cubicBezTo>
                            <a:pt x="159225" y="171196"/>
                            <a:pt x="156177" y="170180"/>
                            <a:pt x="154018" y="167894"/>
                          </a:cubicBezTo>
                          <a:cubicBezTo>
                            <a:pt x="148176" y="161608"/>
                            <a:pt x="153256" y="151257"/>
                            <a:pt x="151224" y="142939"/>
                          </a:cubicBezTo>
                          <a:cubicBezTo>
                            <a:pt x="150208" y="138938"/>
                            <a:pt x="147604" y="135509"/>
                            <a:pt x="145572" y="131953"/>
                          </a:cubicBezTo>
                          <a:cubicBezTo>
                            <a:pt x="143540" y="128334"/>
                            <a:pt x="142016" y="123952"/>
                            <a:pt x="143540" y="120142"/>
                          </a:cubicBezTo>
                          <a:cubicBezTo>
                            <a:pt x="144493" y="117793"/>
                            <a:pt x="146398" y="115951"/>
                            <a:pt x="147795" y="113856"/>
                          </a:cubicBezTo>
                          <a:cubicBezTo>
                            <a:pt x="149192" y="111760"/>
                            <a:pt x="150017" y="108839"/>
                            <a:pt x="148557" y="106743"/>
                          </a:cubicBezTo>
                          <a:cubicBezTo>
                            <a:pt x="147668" y="105474"/>
                            <a:pt x="146144" y="104775"/>
                            <a:pt x="144937" y="103759"/>
                          </a:cubicBezTo>
                          <a:cubicBezTo>
                            <a:pt x="142334" y="101473"/>
                            <a:pt x="141889" y="97409"/>
                            <a:pt x="143223" y="94234"/>
                          </a:cubicBezTo>
                          <a:cubicBezTo>
                            <a:pt x="144556" y="91059"/>
                            <a:pt x="147350" y="88710"/>
                            <a:pt x="150462" y="87186"/>
                          </a:cubicBezTo>
                          <a:cubicBezTo>
                            <a:pt x="152176" y="86297"/>
                            <a:pt x="154272" y="85408"/>
                            <a:pt x="154716" y="83503"/>
                          </a:cubicBezTo>
                          <a:cubicBezTo>
                            <a:pt x="154907" y="82550"/>
                            <a:pt x="154653" y="81534"/>
                            <a:pt x="154462" y="80582"/>
                          </a:cubicBezTo>
                          <a:cubicBezTo>
                            <a:pt x="153510" y="75946"/>
                            <a:pt x="154526" y="71311"/>
                            <a:pt x="157066" y="67374"/>
                          </a:cubicBezTo>
                          <a:cubicBezTo>
                            <a:pt x="152430" y="66802"/>
                            <a:pt x="148938" y="72517"/>
                            <a:pt x="144302" y="72327"/>
                          </a:cubicBezTo>
                          <a:cubicBezTo>
                            <a:pt x="141572" y="72199"/>
                            <a:pt x="139413" y="70041"/>
                            <a:pt x="137508" y="68072"/>
                          </a:cubicBezTo>
                          <a:cubicBezTo>
                            <a:pt x="136555" y="72390"/>
                            <a:pt x="133761" y="76264"/>
                            <a:pt x="130015" y="78613"/>
                          </a:cubicBezTo>
                          <a:cubicBezTo>
                            <a:pt x="125443" y="71818"/>
                            <a:pt x="127729" y="61405"/>
                            <a:pt x="134714" y="57150"/>
                          </a:cubicBezTo>
                          <a:cubicBezTo>
                            <a:pt x="135857" y="56452"/>
                            <a:pt x="137127" y="55880"/>
                            <a:pt x="137889" y="54801"/>
                          </a:cubicBezTo>
                          <a:cubicBezTo>
                            <a:pt x="139984" y="51880"/>
                            <a:pt x="137190" y="47562"/>
                            <a:pt x="138524" y="44260"/>
                          </a:cubicBezTo>
                          <a:cubicBezTo>
                            <a:pt x="139984" y="40449"/>
                            <a:pt x="145953" y="40577"/>
                            <a:pt x="148747" y="43498"/>
                          </a:cubicBezTo>
                          <a:cubicBezTo>
                            <a:pt x="151541" y="46482"/>
                            <a:pt x="152049" y="50864"/>
                            <a:pt x="152367" y="54928"/>
                          </a:cubicBezTo>
                          <a:cubicBezTo>
                            <a:pt x="156431" y="51499"/>
                            <a:pt x="161638" y="49467"/>
                            <a:pt x="166908" y="49213"/>
                          </a:cubicBezTo>
                          <a:cubicBezTo>
                            <a:pt x="164051" y="44641"/>
                            <a:pt x="159161" y="41783"/>
                            <a:pt x="154462" y="39116"/>
                          </a:cubicBezTo>
                          <a:cubicBezTo>
                            <a:pt x="153192" y="38418"/>
                            <a:pt x="151986" y="37719"/>
                            <a:pt x="150716" y="37021"/>
                          </a:cubicBezTo>
                          <a:cubicBezTo>
                            <a:pt x="148303" y="35687"/>
                            <a:pt x="145953" y="34290"/>
                            <a:pt x="143477" y="33084"/>
                          </a:cubicBezTo>
                          <a:cubicBezTo>
                            <a:pt x="138143" y="30417"/>
                            <a:pt x="132301" y="28194"/>
                            <a:pt x="126332" y="28893"/>
                          </a:cubicBezTo>
                          <a:cubicBezTo>
                            <a:pt x="123855" y="29147"/>
                            <a:pt x="121442" y="29909"/>
                            <a:pt x="118966" y="29845"/>
                          </a:cubicBezTo>
                          <a:cubicBezTo>
                            <a:pt x="116489" y="29782"/>
                            <a:pt x="113822" y="28639"/>
                            <a:pt x="112933" y="26353"/>
                          </a:cubicBezTo>
                          <a:cubicBezTo>
                            <a:pt x="112425" y="25083"/>
                            <a:pt x="112489" y="23559"/>
                            <a:pt x="111473" y="22670"/>
                          </a:cubicBezTo>
                          <a:cubicBezTo>
                            <a:pt x="110838" y="22162"/>
                            <a:pt x="110012" y="22035"/>
                            <a:pt x="109187" y="21971"/>
                          </a:cubicBezTo>
                          <a:cubicBezTo>
                            <a:pt x="104805" y="21717"/>
                            <a:pt x="100360" y="22543"/>
                            <a:pt x="96360" y="24384"/>
                          </a:cubicBezTo>
                          <a:cubicBezTo>
                            <a:pt x="99471" y="25464"/>
                            <a:pt x="102202" y="28321"/>
                            <a:pt x="102265" y="31623"/>
                          </a:cubicBezTo>
                          <a:cubicBezTo>
                            <a:pt x="102329" y="34925"/>
                            <a:pt x="99090" y="38164"/>
                            <a:pt x="95915" y="37402"/>
                          </a:cubicBezTo>
                          <a:cubicBezTo>
                            <a:pt x="90645" y="36132"/>
                            <a:pt x="90454" y="27178"/>
                            <a:pt x="85184" y="26035"/>
                          </a:cubicBezTo>
                          <a:cubicBezTo>
                            <a:pt x="82771" y="25527"/>
                            <a:pt x="80485" y="26924"/>
                            <a:pt x="78389" y="28258"/>
                          </a:cubicBezTo>
                          <a:cubicBezTo>
                            <a:pt x="75532" y="30163"/>
                            <a:pt x="72738" y="32004"/>
                            <a:pt x="69880" y="33909"/>
                          </a:cubicBezTo>
                          <a:cubicBezTo>
                            <a:pt x="66896" y="35878"/>
                            <a:pt x="63594" y="38608"/>
                            <a:pt x="64038" y="42164"/>
                          </a:cubicBezTo>
                          <a:cubicBezTo>
                            <a:pt x="64546" y="45847"/>
                            <a:pt x="68864" y="47625"/>
                            <a:pt x="72547" y="48133"/>
                          </a:cubicBezTo>
                          <a:cubicBezTo>
                            <a:pt x="76230" y="48705"/>
                            <a:pt x="80485" y="49022"/>
                            <a:pt x="82707" y="52007"/>
                          </a:cubicBezTo>
                          <a:cubicBezTo>
                            <a:pt x="85501" y="55880"/>
                            <a:pt x="83088" y="61151"/>
                            <a:pt x="82453" y="65849"/>
                          </a:cubicBezTo>
                          <a:cubicBezTo>
                            <a:pt x="81882" y="69850"/>
                            <a:pt x="82707" y="73978"/>
                            <a:pt x="84739" y="77470"/>
                          </a:cubicBezTo>
                          <a:cubicBezTo>
                            <a:pt x="85247" y="78296"/>
                            <a:pt x="85819" y="79185"/>
                            <a:pt x="85819" y="80137"/>
                          </a:cubicBezTo>
                          <a:cubicBezTo>
                            <a:pt x="85819" y="81661"/>
                            <a:pt x="84485" y="82741"/>
                            <a:pt x="83279" y="83630"/>
                          </a:cubicBezTo>
                          <a:cubicBezTo>
                            <a:pt x="79723" y="86233"/>
                            <a:pt x="76230" y="88900"/>
                            <a:pt x="72674" y="91504"/>
                          </a:cubicBezTo>
                          <a:cubicBezTo>
                            <a:pt x="69626" y="93790"/>
                            <a:pt x="66261" y="96139"/>
                            <a:pt x="62451" y="96330"/>
                          </a:cubicBezTo>
                          <a:cubicBezTo>
                            <a:pt x="58323" y="96520"/>
                            <a:pt x="54386" y="94107"/>
                            <a:pt x="50259" y="94488"/>
                          </a:cubicBezTo>
                          <a:cubicBezTo>
                            <a:pt x="48290" y="94615"/>
                            <a:pt x="46322" y="95441"/>
                            <a:pt x="44417" y="95123"/>
                          </a:cubicBezTo>
                          <a:cubicBezTo>
                            <a:pt x="40416" y="94552"/>
                            <a:pt x="38511" y="90043"/>
                            <a:pt x="37432" y="86170"/>
                          </a:cubicBezTo>
                          <a:cubicBezTo>
                            <a:pt x="34574" y="75946"/>
                            <a:pt x="32987" y="65342"/>
                            <a:pt x="32606" y="54737"/>
                          </a:cubicBezTo>
                          <a:cubicBezTo>
                            <a:pt x="32415" y="50038"/>
                            <a:pt x="35273" y="44768"/>
                            <a:pt x="38448" y="41339"/>
                          </a:cubicBezTo>
                          <a:cubicBezTo>
                            <a:pt x="40924" y="41021"/>
                            <a:pt x="47528" y="40196"/>
                            <a:pt x="47528" y="40196"/>
                          </a:cubicBezTo>
                          <a:cubicBezTo>
                            <a:pt x="47528" y="40196"/>
                            <a:pt x="51592" y="35624"/>
                            <a:pt x="48798" y="33465"/>
                          </a:cubicBezTo>
                          <a:cubicBezTo>
                            <a:pt x="46068" y="31306"/>
                            <a:pt x="41369" y="35052"/>
                            <a:pt x="34257" y="26099"/>
                          </a:cubicBezTo>
                          <a:cubicBezTo>
                            <a:pt x="27081" y="17145"/>
                            <a:pt x="34447" y="19114"/>
                            <a:pt x="35654" y="12446"/>
                          </a:cubicBezTo>
                          <a:cubicBezTo>
                            <a:pt x="36860" y="5842"/>
                            <a:pt x="33050" y="2540"/>
                            <a:pt x="29304" y="0"/>
                          </a:cubicBezTo>
                          <a:cubicBezTo>
                            <a:pt x="28288" y="445"/>
                            <a:pt x="27272" y="762"/>
                            <a:pt x="26256" y="1080"/>
                          </a:cubicBezTo>
                          <a:cubicBezTo>
                            <a:pt x="-9241" y="77470"/>
                            <a:pt x="-8860" y="166688"/>
                            <a:pt x="28097" y="243015"/>
                          </a:cubicBezTo>
                          <a:cubicBezTo>
                            <a:pt x="33876" y="244666"/>
                            <a:pt x="39146" y="247206"/>
                            <a:pt x="43083" y="251651"/>
                          </a:cubicBezTo>
                          <a:cubicBezTo>
                            <a:pt x="43972" y="252667"/>
                            <a:pt x="44861" y="253873"/>
                            <a:pt x="46131" y="254381"/>
                          </a:cubicBezTo>
                          <a:cubicBezTo>
                            <a:pt x="47020" y="254762"/>
                            <a:pt x="48036" y="254699"/>
                            <a:pt x="48989" y="254635"/>
                          </a:cubicBezTo>
                          <a:cubicBezTo>
                            <a:pt x="57053" y="254127"/>
                            <a:pt x="65245" y="252032"/>
                            <a:pt x="72992" y="254127"/>
                          </a:cubicBezTo>
                          <a:cubicBezTo>
                            <a:pt x="79342" y="255842"/>
                            <a:pt x="84612" y="260223"/>
                            <a:pt x="90518" y="263081"/>
                          </a:cubicBezTo>
                          <a:cubicBezTo>
                            <a:pt x="96423" y="265938"/>
                            <a:pt x="104170" y="267018"/>
                            <a:pt x="109060" y="262636"/>
                          </a:cubicBezTo>
                          <a:cubicBezTo>
                            <a:pt x="104170" y="260287"/>
                            <a:pt x="98646" y="259715"/>
                            <a:pt x="93375" y="258318"/>
                          </a:cubicBezTo>
                          <a:cubicBezTo>
                            <a:pt x="88105" y="256921"/>
                            <a:pt x="82707" y="254381"/>
                            <a:pt x="80104" y="249618"/>
                          </a:cubicBezTo>
                          <a:cubicBezTo>
                            <a:pt x="79596" y="248730"/>
                            <a:pt x="79215" y="247650"/>
                            <a:pt x="79532" y="246698"/>
                          </a:cubicBezTo>
                          <a:cubicBezTo>
                            <a:pt x="79786" y="245936"/>
                            <a:pt x="80421" y="245364"/>
                            <a:pt x="81056" y="244920"/>
                          </a:cubicBezTo>
                          <a:cubicBezTo>
                            <a:pt x="84231" y="242951"/>
                            <a:pt x="88359" y="243713"/>
                            <a:pt x="91851" y="245110"/>
                          </a:cubicBezTo>
                          <a:cubicBezTo>
                            <a:pt x="95344" y="246507"/>
                            <a:pt x="98646" y="248476"/>
                            <a:pt x="102392" y="248857"/>
                          </a:cubicBezTo>
                          <a:cubicBezTo>
                            <a:pt x="105123" y="249111"/>
                            <a:pt x="107980" y="248476"/>
                            <a:pt x="110647" y="249174"/>
                          </a:cubicBezTo>
                          <a:cubicBezTo>
                            <a:pt x="115791" y="250508"/>
                            <a:pt x="118839" y="256286"/>
                            <a:pt x="123982" y="257810"/>
                          </a:cubicBezTo>
                          <a:cubicBezTo>
                            <a:pt x="126776" y="258636"/>
                            <a:pt x="129697" y="258064"/>
                            <a:pt x="132555" y="257429"/>
                          </a:cubicBezTo>
                          <a:cubicBezTo>
                            <a:pt x="139032" y="255968"/>
                            <a:pt x="145699" y="254127"/>
                            <a:pt x="151986" y="252095"/>
                          </a:cubicBezTo>
                          <a:cubicBezTo>
                            <a:pt x="164559" y="239395"/>
                            <a:pt x="182212" y="231839"/>
                            <a:pt x="200055" y="231585"/>
                          </a:cubicBezTo>
                          <a:cubicBezTo>
                            <a:pt x="201516" y="231585"/>
                            <a:pt x="203040" y="231585"/>
                            <a:pt x="204310" y="230949"/>
                          </a:cubicBezTo>
                          <a:cubicBezTo>
                            <a:pt x="205453" y="230378"/>
                            <a:pt x="206278" y="229426"/>
                            <a:pt x="207104" y="228473"/>
                          </a:cubicBezTo>
                          <a:cubicBezTo>
                            <a:pt x="212184" y="222250"/>
                            <a:pt x="218407" y="214440"/>
                            <a:pt x="226281" y="216091"/>
                          </a:cubicBezTo>
                          <a:cubicBezTo>
                            <a:pt x="233583" y="217615"/>
                            <a:pt x="236504" y="226441"/>
                            <a:pt x="237457" y="233871"/>
                          </a:cubicBezTo>
                          <a:cubicBezTo>
                            <a:pt x="238409" y="241300"/>
                            <a:pt x="239425" y="249936"/>
                            <a:pt x="245775" y="253810"/>
                          </a:cubicBezTo>
                          <a:cubicBezTo>
                            <a:pt x="255046" y="259398"/>
                            <a:pt x="268381" y="250317"/>
                            <a:pt x="277462" y="256286"/>
                          </a:cubicBezTo>
                          <a:cubicBezTo>
                            <a:pt x="279938" y="257937"/>
                            <a:pt x="281843" y="260541"/>
                            <a:pt x="284637" y="261493"/>
                          </a:cubicBezTo>
                          <a:cubicBezTo>
                            <a:pt x="290860" y="263652"/>
                            <a:pt x="296194" y="256731"/>
                            <a:pt x="302354" y="254508"/>
                          </a:cubicBezTo>
                          <a:cubicBezTo>
                            <a:pt x="310291" y="251651"/>
                            <a:pt x="318673" y="256731"/>
                            <a:pt x="325595" y="261557"/>
                          </a:cubicBezTo>
                          <a:cubicBezTo>
                            <a:pt x="336072" y="268923"/>
                            <a:pt x="346550" y="276289"/>
                            <a:pt x="357027" y="283655"/>
                          </a:cubicBezTo>
                          <a:cubicBezTo>
                            <a:pt x="363758" y="288417"/>
                            <a:pt x="370616" y="293243"/>
                            <a:pt x="375633" y="299720"/>
                          </a:cubicBezTo>
                          <a:cubicBezTo>
                            <a:pt x="378935" y="303974"/>
                            <a:pt x="382046" y="309309"/>
                            <a:pt x="387317" y="310007"/>
                          </a:cubicBezTo>
                          <a:cubicBezTo>
                            <a:pt x="390746" y="310515"/>
                            <a:pt x="395000" y="309118"/>
                            <a:pt x="397096" y="311849"/>
                          </a:cubicBezTo>
                          <a:cubicBezTo>
                            <a:pt x="398048" y="313119"/>
                            <a:pt x="398112" y="314833"/>
                            <a:pt x="398747" y="316294"/>
                          </a:cubicBezTo>
                          <a:cubicBezTo>
                            <a:pt x="399636" y="318326"/>
                            <a:pt x="401541" y="319659"/>
                            <a:pt x="403319" y="320929"/>
                          </a:cubicBezTo>
                          <a:cubicBezTo>
                            <a:pt x="414558" y="328676"/>
                            <a:pt x="426496" y="336614"/>
                            <a:pt x="440085" y="337630"/>
                          </a:cubicBezTo>
                          <a:cubicBezTo>
                            <a:pt x="440657" y="335979"/>
                            <a:pt x="441292" y="334264"/>
                            <a:pt x="441863" y="332613"/>
                          </a:cubicBezTo>
                          <a:cubicBezTo>
                            <a:pt x="440149" y="333312"/>
                            <a:pt x="438434" y="333947"/>
                            <a:pt x="436720" y="334645"/>
                          </a:cubicBezTo>
                          <a:cubicBezTo>
                            <a:pt x="431195" y="327597"/>
                            <a:pt x="426560" y="319786"/>
                            <a:pt x="422940" y="311531"/>
                          </a:cubicBezTo>
                          <a:cubicBezTo>
                            <a:pt x="418876" y="314579"/>
                            <a:pt x="411891" y="310324"/>
                            <a:pt x="412780" y="305308"/>
                          </a:cubicBezTo>
                          <a:cubicBezTo>
                            <a:pt x="412971" y="304292"/>
                            <a:pt x="413352" y="303276"/>
                            <a:pt x="413098" y="302324"/>
                          </a:cubicBezTo>
                          <a:cubicBezTo>
                            <a:pt x="412717" y="301117"/>
                            <a:pt x="411447" y="300482"/>
                            <a:pt x="410431" y="299720"/>
                          </a:cubicBezTo>
                          <a:cubicBezTo>
                            <a:pt x="407256" y="297434"/>
                            <a:pt x="406049" y="292735"/>
                            <a:pt x="407764" y="289179"/>
                          </a:cubicBezTo>
                          <a:cubicBezTo>
                            <a:pt x="404144" y="289878"/>
                            <a:pt x="400334" y="289497"/>
                            <a:pt x="396905" y="288036"/>
                          </a:cubicBezTo>
                          <a:cubicBezTo>
                            <a:pt x="399445" y="286131"/>
                            <a:pt x="401414" y="283401"/>
                            <a:pt x="402430" y="280416"/>
                          </a:cubicBezTo>
                          <a:cubicBezTo>
                            <a:pt x="399445" y="280226"/>
                            <a:pt x="396778" y="277876"/>
                            <a:pt x="396270" y="274955"/>
                          </a:cubicBezTo>
                          <a:cubicBezTo>
                            <a:pt x="395762" y="272034"/>
                            <a:pt x="397477" y="268859"/>
                            <a:pt x="400207" y="267716"/>
                          </a:cubicBezTo>
                          <a:cubicBezTo>
                            <a:pt x="397350" y="264922"/>
                            <a:pt x="394429" y="262001"/>
                            <a:pt x="393286" y="258191"/>
                          </a:cubicBezTo>
                          <a:cubicBezTo>
                            <a:pt x="392143" y="254381"/>
                            <a:pt x="393476" y="249492"/>
                            <a:pt x="397223" y="248095"/>
                          </a:cubicBezTo>
                          <a:cubicBezTo>
                            <a:pt x="398048" y="247777"/>
                            <a:pt x="398937" y="247587"/>
                            <a:pt x="399445" y="246952"/>
                          </a:cubicBezTo>
                          <a:cubicBezTo>
                            <a:pt x="399953" y="246253"/>
                            <a:pt x="399826" y="245364"/>
                            <a:pt x="399699" y="244539"/>
                          </a:cubicBezTo>
                          <a:cubicBezTo>
                            <a:pt x="398747" y="238316"/>
                            <a:pt x="397794" y="232029"/>
                            <a:pt x="396842" y="225806"/>
                          </a:cubicBezTo>
                          <a:cubicBezTo>
                            <a:pt x="396461" y="224092"/>
                            <a:pt x="396207" y="222250"/>
                            <a:pt x="395254" y="22079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472" name="Google Shape;1472;p41"/>
                    <p:cNvSpPr/>
                    <p:nvPr/>
                  </p:nvSpPr>
                  <p:spPr>
                    <a:xfrm>
                      <a:off x="1054925" y="3462591"/>
                      <a:ext cx="58243" cy="575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8243" h="57530" extrusionOk="0">
                          <a:moveTo>
                            <a:pt x="4064" y="25083"/>
                          </a:moveTo>
                          <a:cubicBezTo>
                            <a:pt x="6096" y="27242"/>
                            <a:pt x="8572" y="28893"/>
                            <a:pt x="10858" y="30861"/>
                          </a:cubicBezTo>
                          <a:cubicBezTo>
                            <a:pt x="14541" y="28639"/>
                            <a:pt x="19749" y="29147"/>
                            <a:pt x="22860" y="32131"/>
                          </a:cubicBezTo>
                          <a:cubicBezTo>
                            <a:pt x="19812" y="40196"/>
                            <a:pt x="18478" y="48895"/>
                            <a:pt x="18923" y="57531"/>
                          </a:cubicBezTo>
                          <a:cubicBezTo>
                            <a:pt x="20828" y="54991"/>
                            <a:pt x="24321" y="54229"/>
                            <a:pt x="27496" y="54420"/>
                          </a:cubicBezTo>
                          <a:cubicBezTo>
                            <a:pt x="30671" y="54610"/>
                            <a:pt x="33782" y="55436"/>
                            <a:pt x="36957" y="55245"/>
                          </a:cubicBezTo>
                          <a:cubicBezTo>
                            <a:pt x="44323" y="54801"/>
                            <a:pt x="50101" y="48959"/>
                            <a:pt x="55118" y="43498"/>
                          </a:cubicBezTo>
                          <a:cubicBezTo>
                            <a:pt x="57150" y="41275"/>
                            <a:pt x="59309" y="38037"/>
                            <a:pt x="57658" y="35560"/>
                          </a:cubicBezTo>
                          <a:cubicBezTo>
                            <a:pt x="56769" y="34290"/>
                            <a:pt x="55182" y="33718"/>
                            <a:pt x="53721" y="33274"/>
                          </a:cubicBezTo>
                          <a:cubicBezTo>
                            <a:pt x="50038" y="32131"/>
                            <a:pt x="46355" y="30988"/>
                            <a:pt x="42608" y="29845"/>
                          </a:cubicBezTo>
                          <a:cubicBezTo>
                            <a:pt x="40449" y="29210"/>
                            <a:pt x="38036" y="28258"/>
                            <a:pt x="37401" y="26099"/>
                          </a:cubicBezTo>
                          <a:cubicBezTo>
                            <a:pt x="36893" y="24257"/>
                            <a:pt x="38036" y="22289"/>
                            <a:pt x="39560" y="21082"/>
                          </a:cubicBezTo>
                          <a:cubicBezTo>
                            <a:pt x="41085" y="19876"/>
                            <a:pt x="42989" y="19241"/>
                            <a:pt x="44640" y="18288"/>
                          </a:cubicBezTo>
                          <a:cubicBezTo>
                            <a:pt x="49847" y="15240"/>
                            <a:pt x="52705" y="8699"/>
                            <a:pt x="51371" y="2858"/>
                          </a:cubicBezTo>
                          <a:cubicBezTo>
                            <a:pt x="47053" y="6858"/>
                            <a:pt x="41910" y="9970"/>
                            <a:pt x="36385" y="11938"/>
                          </a:cubicBezTo>
                          <a:cubicBezTo>
                            <a:pt x="35115" y="12383"/>
                            <a:pt x="33846" y="12764"/>
                            <a:pt x="32512" y="12700"/>
                          </a:cubicBezTo>
                          <a:cubicBezTo>
                            <a:pt x="30099" y="12446"/>
                            <a:pt x="28194" y="10541"/>
                            <a:pt x="26352" y="8890"/>
                          </a:cubicBezTo>
                          <a:cubicBezTo>
                            <a:pt x="22924" y="5779"/>
                            <a:pt x="16383" y="953"/>
                            <a:pt x="10477" y="0"/>
                          </a:cubicBezTo>
                          <a:cubicBezTo>
                            <a:pt x="6794" y="5588"/>
                            <a:pt x="3238" y="11240"/>
                            <a:pt x="0" y="17018"/>
                          </a:cubicBezTo>
                          <a:cubicBezTo>
                            <a:pt x="762" y="20193"/>
                            <a:pt x="2222" y="23114"/>
                            <a:pt x="4064" y="25083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473" name="Google Shape;1473;p41"/>
                    <p:cNvSpPr/>
                    <p:nvPr/>
                  </p:nvSpPr>
                  <p:spPr>
                    <a:xfrm>
                      <a:off x="1083183" y="3373628"/>
                      <a:ext cx="91027" cy="1016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1027" h="101624" extrusionOk="0">
                          <a:moveTo>
                            <a:pt x="65468" y="38290"/>
                          </a:moveTo>
                          <a:cubicBezTo>
                            <a:pt x="67119" y="31369"/>
                            <a:pt x="70676" y="25019"/>
                            <a:pt x="74866" y="19240"/>
                          </a:cubicBezTo>
                          <a:cubicBezTo>
                            <a:pt x="76390" y="17145"/>
                            <a:pt x="77978" y="15049"/>
                            <a:pt x="78740" y="12573"/>
                          </a:cubicBezTo>
                          <a:cubicBezTo>
                            <a:pt x="80010" y="8382"/>
                            <a:pt x="78549" y="3937"/>
                            <a:pt x="76454" y="0"/>
                          </a:cubicBezTo>
                          <a:cubicBezTo>
                            <a:pt x="57468" y="10985"/>
                            <a:pt x="39497" y="24320"/>
                            <a:pt x="22924" y="40132"/>
                          </a:cubicBezTo>
                          <a:cubicBezTo>
                            <a:pt x="14668" y="48006"/>
                            <a:pt x="7112" y="56324"/>
                            <a:pt x="0" y="64897"/>
                          </a:cubicBezTo>
                          <a:cubicBezTo>
                            <a:pt x="14351" y="69151"/>
                            <a:pt x="27622" y="76835"/>
                            <a:pt x="37973" y="87693"/>
                          </a:cubicBezTo>
                          <a:cubicBezTo>
                            <a:pt x="39815" y="89662"/>
                            <a:pt x="41656" y="91757"/>
                            <a:pt x="44005" y="93091"/>
                          </a:cubicBezTo>
                          <a:cubicBezTo>
                            <a:pt x="45974" y="94170"/>
                            <a:pt x="48133" y="94742"/>
                            <a:pt x="50292" y="95250"/>
                          </a:cubicBezTo>
                          <a:cubicBezTo>
                            <a:pt x="58039" y="97155"/>
                            <a:pt x="65786" y="99060"/>
                            <a:pt x="73533" y="100965"/>
                          </a:cubicBezTo>
                          <a:cubicBezTo>
                            <a:pt x="74993" y="101346"/>
                            <a:pt x="76518" y="101727"/>
                            <a:pt x="78041" y="101600"/>
                          </a:cubicBezTo>
                          <a:cubicBezTo>
                            <a:pt x="83820" y="101346"/>
                            <a:pt x="87376" y="95313"/>
                            <a:pt x="89852" y="90106"/>
                          </a:cubicBezTo>
                          <a:cubicBezTo>
                            <a:pt x="90488" y="88709"/>
                            <a:pt x="91186" y="87249"/>
                            <a:pt x="90996" y="85725"/>
                          </a:cubicBezTo>
                          <a:cubicBezTo>
                            <a:pt x="90868" y="84772"/>
                            <a:pt x="90488" y="83820"/>
                            <a:pt x="89979" y="82994"/>
                          </a:cubicBezTo>
                          <a:cubicBezTo>
                            <a:pt x="84582" y="73469"/>
                            <a:pt x="73088" y="68580"/>
                            <a:pt x="67754" y="58991"/>
                          </a:cubicBezTo>
                          <a:cubicBezTo>
                            <a:pt x="64262" y="52832"/>
                            <a:pt x="63818" y="45212"/>
                            <a:pt x="65468" y="3829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474" name="Google Shape;1474;p41"/>
                    <p:cNvSpPr/>
                    <p:nvPr/>
                  </p:nvSpPr>
                  <p:spPr>
                    <a:xfrm>
                      <a:off x="1285162" y="3336163"/>
                      <a:ext cx="121997" cy="13519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997" h="135191" extrusionOk="0">
                          <a:moveTo>
                            <a:pt x="20080" y="93472"/>
                          </a:moveTo>
                          <a:cubicBezTo>
                            <a:pt x="19318" y="96076"/>
                            <a:pt x="17731" y="98361"/>
                            <a:pt x="16461" y="100711"/>
                          </a:cubicBezTo>
                          <a:cubicBezTo>
                            <a:pt x="12206" y="108839"/>
                            <a:pt x="11635" y="118301"/>
                            <a:pt x="11127" y="127445"/>
                          </a:cubicBezTo>
                          <a:cubicBezTo>
                            <a:pt x="11063" y="128270"/>
                            <a:pt x="11063" y="129159"/>
                            <a:pt x="11444" y="129858"/>
                          </a:cubicBezTo>
                          <a:cubicBezTo>
                            <a:pt x="11952" y="130746"/>
                            <a:pt x="12968" y="131191"/>
                            <a:pt x="13857" y="131572"/>
                          </a:cubicBezTo>
                          <a:cubicBezTo>
                            <a:pt x="16842" y="132778"/>
                            <a:pt x="19826" y="133985"/>
                            <a:pt x="22747" y="135191"/>
                          </a:cubicBezTo>
                          <a:cubicBezTo>
                            <a:pt x="24271" y="132969"/>
                            <a:pt x="25351" y="130429"/>
                            <a:pt x="26430" y="127953"/>
                          </a:cubicBezTo>
                          <a:cubicBezTo>
                            <a:pt x="29986" y="119952"/>
                            <a:pt x="33542" y="111823"/>
                            <a:pt x="34368" y="103124"/>
                          </a:cubicBezTo>
                          <a:cubicBezTo>
                            <a:pt x="35130" y="94552"/>
                            <a:pt x="33161" y="85915"/>
                            <a:pt x="34368" y="77407"/>
                          </a:cubicBezTo>
                          <a:cubicBezTo>
                            <a:pt x="34558" y="76136"/>
                            <a:pt x="34812" y="74803"/>
                            <a:pt x="35574" y="73723"/>
                          </a:cubicBezTo>
                          <a:cubicBezTo>
                            <a:pt x="36527" y="72327"/>
                            <a:pt x="38178" y="71501"/>
                            <a:pt x="39638" y="70676"/>
                          </a:cubicBezTo>
                          <a:cubicBezTo>
                            <a:pt x="45226" y="67691"/>
                            <a:pt x="50370" y="63817"/>
                            <a:pt x="54751" y="59309"/>
                          </a:cubicBezTo>
                          <a:cubicBezTo>
                            <a:pt x="59196" y="54737"/>
                            <a:pt x="63197" y="49276"/>
                            <a:pt x="69166" y="47053"/>
                          </a:cubicBezTo>
                          <a:cubicBezTo>
                            <a:pt x="74627" y="45021"/>
                            <a:pt x="80659" y="46038"/>
                            <a:pt x="86438" y="45276"/>
                          </a:cubicBezTo>
                          <a:cubicBezTo>
                            <a:pt x="96852" y="43942"/>
                            <a:pt x="105551" y="37021"/>
                            <a:pt x="113171" y="29845"/>
                          </a:cubicBezTo>
                          <a:cubicBezTo>
                            <a:pt x="116283" y="26924"/>
                            <a:pt x="119394" y="23685"/>
                            <a:pt x="121998" y="20193"/>
                          </a:cubicBezTo>
                          <a:cubicBezTo>
                            <a:pt x="93677" y="8699"/>
                            <a:pt x="63832" y="1968"/>
                            <a:pt x="33733" y="0"/>
                          </a:cubicBezTo>
                          <a:cubicBezTo>
                            <a:pt x="29669" y="6985"/>
                            <a:pt x="24081" y="13398"/>
                            <a:pt x="20969" y="20891"/>
                          </a:cubicBezTo>
                          <a:cubicBezTo>
                            <a:pt x="18493" y="26734"/>
                            <a:pt x="16715" y="27368"/>
                            <a:pt x="11508" y="30226"/>
                          </a:cubicBezTo>
                          <a:cubicBezTo>
                            <a:pt x="6491" y="32957"/>
                            <a:pt x="3824" y="37402"/>
                            <a:pt x="1348" y="42482"/>
                          </a:cubicBezTo>
                          <a:cubicBezTo>
                            <a:pt x="840" y="43561"/>
                            <a:pt x="268" y="44704"/>
                            <a:pt x="205" y="45910"/>
                          </a:cubicBezTo>
                          <a:cubicBezTo>
                            <a:pt x="-113" y="50165"/>
                            <a:pt x="5221" y="53213"/>
                            <a:pt x="5031" y="57404"/>
                          </a:cubicBezTo>
                          <a:cubicBezTo>
                            <a:pt x="4967" y="58738"/>
                            <a:pt x="4332" y="60008"/>
                            <a:pt x="3824" y="61214"/>
                          </a:cubicBezTo>
                          <a:cubicBezTo>
                            <a:pt x="2110" y="65215"/>
                            <a:pt x="1348" y="69596"/>
                            <a:pt x="649" y="73851"/>
                          </a:cubicBezTo>
                          <a:cubicBezTo>
                            <a:pt x="141" y="76708"/>
                            <a:pt x="-303" y="79692"/>
                            <a:pt x="268" y="82550"/>
                          </a:cubicBezTo>
                          <a:cubicBezTo>
                            <a:pt x="840" y="85408"/>
                            <a:pt x="2745" y="88202"/>
                            <a:pt x="5539" y="88964"/>
                          </a:cubicBezTo>
                          <a:cubicBezTo>
                            <a:pt x="9031" y="85217"/>
                            <a:pt x="15127" y="82169"/>
                            <a:pt x="18747" y="85725"/>
                          </a:cubicBezTo>
                          <a:cubicBezTo>
                            <a:pt x="20652" y="87757"/>
                            <a:pt x="20842" y="90868"/>
                            <a:pt x="20080" y="93472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sp>
              <p:nvSpPr>
                <p:cNvPr id="1475" name="Google Shape;1475;p41"/>
                <p:cNvSpPr/>
                <p:nvPr/>
              </p:nvSpPr>
              <p:spPr>
                <a:xfrm>
                  <a:off x="971119" y="3290570"/>
                  <a:ext cx="557833" cy="657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833" h="657478" extrusionOk="0">
                      <a:moveTo>
                        <a:pt x="330123" y="657479"/>
                      </a:moveTo>
                      <a:cubicBezTo>
                        <a:pt x="327519" y="657479"/>
                        <a:pt x="324916" y="657479"/>
                        <a:pt x="322249" y="657415"/>
                      </a:cubicBezTo>
                      <a:cubicBezTo>
                        <a:pt x="234111" y="655383"/>
                        <a:pt x="152005" y="619125"/>
                        <a:pt x="91172" y="555371"/>
                      </a:cubicBezTo>
                      <a:cubicBezTo>
                        <a:pt x="-34494" y="423735"/>
                        <a:pt x="-29668" y="214376"/>
                        <a:pt x="102031" y="88709"/>
                      </a:cubicBezTo>
                      <a:cubicBezTo>
                        <a:pt x="153466" y="39624"/>
                        <a:pt x="217791" y="8953"/>
                        <a:pt x="288149" y="0"/>
                      </a:cubicBezTo>
                      <a:lnTo>
                        <a:pt x="290880" y="21590"/>
                      </a:lnTo>
                      <a:cubicBezTo>
                        <a:pt x="225221" y="29908"/>
                        <a:pt x="165086" y="58547"/>
                        <a:pt x="117017" y="104394"/>
                      </a:cubicBezTo>
                      <a:cubicBezTo>
                        <a:pt x="-5919" y="221805"/>
                        <a:pt x="-10491" y="417322"/>
                        <a:pt x="106920" y="540258"/>
                      </a:cubicBezTo>
                      <a:cubicBezTo>
                        <a:pt x="163816" y="599821"/>
                        <a:pt x="240461" y="633666"/>
                        <a:pt x="322757" y="635571"/>
                      </a:cubicBezTo>
                      <a:cubicBezTo>
                        <a:pt x="405180" y="637540"/>
                        <a:pt x="483221" y="607251"/>
                        <a:pt x="542784" y="550354"/>
                      </a:cubicBezTo>
                      <a:lnTo>
                        <a:pt x="557834" y="566102"/>
                      </a:lnTo>
                      <a:cubicBezTo>
                        <a:pt x="495921" y="625221"/>
                        <a:pt x="415340" y="657479"/>
                        <a:pt x="330123" y="65747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476" name="Google Shape;1476;p41"/>
            <p:cNvSpPr/>
            <p:nvPr/>
          </p:nvSpPr>
          <p:spPr>
            <a:xfrm>
              <a:off x="7355140" y="957420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41"/>
            <p:cNvSpPr/>
            <p:nvPr/>
          </p:nvSpPr>
          <p:spPr>
            <a:xfrm>
              <a:off x="6789827" y="1329807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8" name="Google Shape;1478;p41"/>
          <p:cNvGrpSpPr/>
          <p:nvPr/>
        </p:nvGrpSpPr>
        <p:grpSpPr>
          <a:xfrm>
            <a:off x="232890" y="4347070"/>
            <a:ext cx="641062" cy="693640"/>
            <a:chOff x="232890" y="4347070"/>
            <a:chExt cx="641062" cy="693640"/>
          </a:xfrm>
        </p:grpSpPr>
        <p:sp>
          <p:nvSpPr>
            <p:cNvPr id="1479" name="Google Shape;1479;p41"/>
            <p:cNvSpPr/>
            <p:nvPr/>
          </p:nvSpPr>
          <p:spPr>
            <a:xfrm>
              <a:off x="232890" y="4347070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41"/>
            <p:cNvSpPr/>
            <p:nvPr/>
          </p:nvSpPr>
          <p:spPr>
            <a:xfrm>
              <a:off x="656740" y="4783770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4417E23-B1C5-C007-8826-29DC402DB97D}"/>
              </a:ext>
            </a:extLst>
          </p:cNvPr>
          <p:cNvSpPr txBox="1"/>
          <p:nvPr/>
        </p:nvSpPr>
        <p:spPr>
          <a:xfrm>
            <a:off x="656740" y="372645"/>
            <a:ext cx="36054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ar-LB" sz="3200" b="1" dirty="0">
                <a:solidFill>
                  <a:schemeClr val="bg2">
                    <a:lumMod val="50000"/>
                  </a:schemeClr>
                </a:solidFill>
              </a:rPr>
              <a:t>ما سيتم انجازه هذا الفصل</a:t>
            </a:r>
            <a:endParaRPr lang="en-GB" sz="32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A017FF-5042-AC10-C587-8EAF1FCCAE95}"/>
              </a:ext>
            </a:extLst>
          </p:cNvPr>
          <p:cNvSpPr txBox="1"/>
          <p:nvPr/>
        </p:nvSpPr>
        <p:spPr>
          <a:xfrm>
            <a:off x="1680626" y="1428552"/>
            <a:ext cx="275585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buClr>
                <a:srgbClr val="5A632B"/>
              </a:buClr>
            </a:pPr>
            <a:r>
              <a:rPr lang="ar-LB" sz="1600" b="1" dirty="0">
                <a:solidFill>
                  <a:schemeClr val="bg2">
                    <a:lumMod val="50000"/>
                  </a:schemeClr>
                </a:solidFill>
              </a:rPr>
              <a:t>سيتم انجاز جميع عمليات لوحة التحكم</a:t>
            </a:r>
          </a:p>
          <a:p>
            <a:pPr algn="r" rtl="1">
              <a:buClr>
                <a:srgbClr val="5A632B"/>
              </a:buClr>
            </a:pPr>
            <a:endParaRPr lang="ar-LB" sz="1600" b="1" dirty="0">
              <a:solidFill>
                <a:schemeClr val="bg2">
                  <a:lumMod val="50000"/>
                </a:schemeClr>
              </a:solidFill>
            </a:endParaRPr>
          </a:p>
          <a:p>
            <a:pPr algn="r" rtl="1">
              <a:buClr>
                <a:srgbClr val="5A632B"/>
              </a:buClr>
            </a:pPr>
            <a:r>
              <a:rPr lang="ar-LB" sz="1600" b="1" dirty="0">
                <a:solidFill>
                  <a:schemeClr val="bg2">
                    <a:lumMod val="50000"/>
                  </a:schemeClr>
                </a:solidFill>
              </a:rPr>
              <a:t>المدير: </a:t>
            </a:r>
          </a:p>
          <a:p>
            <a:pPr marL="285750" indent="-285750" algn="r" rtl="1">
              <a:buClr>
                <a:srgbClr val="5A632B"/>
              </a:buClr>
              <a:buFont typeface="Arial" panose="020B0604020202020204" pitchFamily="34" charset="0"/>
              <a:buChar char="•"/>
            </a:pPr>
            <a:r>
              <a:rPr lang="ar-LB" sz="1600" b="1" dirty="0">
                <a:solidFill>
                  <a:schemeClr val="bg2">
                    <a:lumMod val="50000"/>
                  </a:schemeClr>
                </a:solidFill>
              </a:rPr>
              <a:t>إدارة حسابات المستخدمين </a:t>
            </a:r>
          </a:p>
          <a:p>
            <a:pPr marL="285750" indent="-285750" algn="r" rtl="1">
              <a:buClr>
                <a:srgbClr val="5A632B"/>
              </a:buClr>
              <a:buFont typeface="Arial" panose="020B0604020202020204" pitchFamily="34" charset="0"/>
              <a:buChar char="•"/>
            </a:pPr>
            <a:r>
              <a:rPr lang="ar-LB" sz="1600" b="1" dirty="0">
                <a:solidFill>
                  <a:schemeClr val="bg2">
                    <a:lumMod val="50000"/>
                  </a:schemeClr>
                </a:solidFill>
              </a:rPr>
              <a:t>إدارة حسابات مدراء المحتوى</a:t>
            </a:r>
          </a:p>
          <a:p>
            <a:pPr marL="285750" indent="-285750" algn="r" rtl="1">
              <a:buClr>
                <a:srgbClr val="5A632B"/>
              </a:buClr>
              <a:buFont typeface="Arial" panose="020B0604020202020204" pitchFamily="34" charset="0"/>
              <a:buChar char="•"/>
            </a:pPr>
            <a:r>
              <a:rPr lang="ar-LB" sz="1600" b="1" dirty="0">
                <a:solidFill>
                  <a:schemeClr val="bg2">
                    <a:lumMod val="50000"/>
                  </a:schemeClr>
                </a:solidFill>
              </a:rPr>
              <a:t>عرض تقارير أداء المستخدمين</a:t>
            </a:r>
          </a:p>
          <a:p>
            <a:pPr algn="r" rtl="1">
              <a:buClr>
                <a:srgbClr val="5A632B"/>
              </a:buClr>
            </a:pPr>
            <a:endParaRPr lang="ar-LB" sz="1600" b="1" dirty="0">
              <a:solidFill>
                <a:schemeClr val="bg2">
                  <a:lumMod val="50000"/>
                </a:schemeClr>
              </a:solidFill>
            </a:endParaRPr>
          </a:p>
          <a:p>
            <a:pPr algn="r" rtl="1">
              <a:buClr>
                <a:srgbClr val="5A632B"/>
              </a:buClr>
            </a:pPr>
            <a:r>
              <a:rPr lang="ar-LB" sz="1600" b="1" dirty="0">
                <a:solidFill>
                  <a:schemeClr val="bg2">
                    <a:lumMod val="50000"/>
                  </a:schemeClr>
                </a:solidFill>
              </a:rPr>
              <a:t>مدير المحتوى:</a:t>
            </a:r>
          </a:p>
          <a:p>
            <a:pPr marL="285750" indent="-285750" algn="r" rtl="1">
              <a:buClr>
                <a:srgbClr val="5A632B"/>
              </a:buClr>
              <a:buFont typeface="Arial" panose="020B0604020202020204" pitchFamily="34" charset="0"/>
              <a:buChar char="•"/>
            </a:pPr>
            <a:r>
              <a:rPr lang="ar-LB" sz="1600" b="1" dirty="0">
                <a:solidFill>
                  <a:schemeClr val="bg2">
                    <a:lumMod val="50000"/>
                  </a:schemeClr>
                </a:solidFill>
              </a:rPr>
              <a:t>إدارة الألعاب</a:t>
            </a:r>
          </a:p>
          <a:p>
            <a:pPr marL="285750" indent="-285750" algn="r" rtl="1">
              <a:buClr>
                <a:srgbClr val="5A632B"/>
              </a:buClr>
              <a:buFont typeface="Arial" panose="020B0604020202020204" pitchFamily="34" charset="0"/>
              <a:buChar char="•"/>
            </a:pPr>
            <a:r>
              <a:rPr lang="ar-LB" sz="1600" b="1" dirty="0">
                <a:solidFill>
                  <a:schemeClr val="bg2">
                    <a:lumMod val="50000"/>
                  </a:schemeClr>
                </a:solidFill>
              </a:rPr>
              <a:t>إدارة المراحل</a:t>
            </a:r>
          </a:p>
          <a:p>
            <a:pPr marL="285750" indent="-285750" algn="r" rtl="1">
              <a:buClr>
                <a:srgbClr val="5A632B"/>
              </a:buClr>
              <a:buFont typeface="Arial" panose="020B0604020202020204" pitchFamily="34" charset="0"/>
              <a:buChar char="•"/>
            </a:pPr>
            <a:r>
              <a:rPr lang="ar-LB" sz="1600" b="1" dirty="0">
                <a:solidFill>
                  <a:schemeClr val="bg2">
                    <a:lumMod val="50000"/>
                  </a:schemeClr>
                </a:solidFill>
              </a:rPr>
              <a:t>إدارة الجوائز</a:t>
            </a:r>
          </a:p>
          <a:p>
            <a:pPr marL="285750" indent="-285750" algn="r" rtl="1">
              <a:buClr>
                <a:srgbClr val="5A632B"/>
              </a:buClr>
              <a:buFont typeface="Arial" panose="020B0604020202020204" pitchFamily="34" charset="0"/>
              <a:buChar char="•"/>
            </a:pPr>
            <a:r>
              <a:rPr lang="ar-LB" sz="1600" b="1" dirty="0">
                <a:solidFill>
                  <a:schemeClr val="bg2">
                    <a:lumMod val="50000"/>
                  </a:schemeClr>
                </a:solidFill>
              </a:rPr>
              <a:t>عرض تقارير الألعاب و المراحل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694D996-4584-A9FF-5C17-5303D6F621B4}"/>
              </a:ext>
            </a:extLst>
          </p:cNvPr>
          <p:cNvSpPr txBox="1"/>
          <p:nvPr/>
        </p:nvSpPr>
        <p:spPr>
          <a:xfrm>
            <a:off x="3313482" y="474552"/>
            <a:ext cx="2517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ar-LB" sz="3200" b="1" dirty="0">
                <a:solidFill>
                  <a:schemeClr val="bg2">
                    <a:lumMod val="50000"/>
                  </a:schemeClr>
                </a:solidFill>
              </a:rPr>
              <a:t>المنهجية المعتمدة</a:t>
            </a:r>
            <a:endParaRPr lang="en-GB" sz="3200" b="1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75D317C-D8E5-440E-18CF-9F650200F1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983" t="16064" b="62731"/>
          <a:stretch>
            <a:fillRect/>
          </a:stretch>
        </p:blipFill>
        <p:spPr>
          <a:xfrm>
            <a:off x="745176" y="1311005"/>
            <a:ext cx="7473791" cy="30737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305;p48">
            <a:extLst>
              <a:ext uri="{FF2B5EF4-FFF2-40B4-BE49-F238E27FC236}">
                <a16:creationId xmlns:a16="http://schemas.microsoft.com/office/drawing/2014/main" id="{DD222509-BC34-B1CD-B042-4FCF0702CEF3}"/>
              </a:ext>
            </a:extLst>
          </p:cNvPr>
          <p:cNvSpPr txBox="1">
            <a:spLocks/>
          </p:cNvSpPr>
          <p:nvPr/>
        </p:nvSpPr>
        <p:spPr>
          <a:xfrm>
            <a:off x="6072015" y="874120"/>
            <a:ext cx="327201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"/>
              <a:buNone/>
              <a:defRPr sz="28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"/>
              <a:buNone/>
              <a:defRPr sz="28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"/>
              <a:buNone/>
              <a:defRPr sz="28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"/>
              <a:buNone/>
              <a:defRPr sz="28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"/>
              <a:buNone/>
              <a:defRPr sz="28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"/>
              <a:buNone/>
              <a:defRPr sz="28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"/>
              <a:buNone/>
              <a:defRPr sz="28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"/>
              <a:buNone/>
              <a:defRPr sz="28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"/>
              <a:buNone/>
              <a:defRPr sz="28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Requirements Tracing Matrix</a:t>
            </a:r>
            <a:endParaRPr lang="ar-EG" sz="32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F9E026-307A-1111-1B2B-D3C04AF4AC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771" t="31477" r="39398" b="20735"/>
          <a:stretch>
            <a:fillRect/>
          </a:stretch>
        </p:blipFill>
        <p:spPr>
          <a:xfrm>
            <a:off x="607763" y="641732"/>
            <a:ext cx="5688261" cy="403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228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FD80DE15-3607-94AC-BABE-45C2FCA816A8}"/>
              </a:ext>
            </a:extLst>
          </p:cNvPr>
          <p:cNvGrpSpPr/>
          <p:nvPr/>
        </p:nvGrpSpPr>
        <p:grpSpPr>
          <a:xfrm>
            <a:off x="374205" y="572700"/>
            <a:ext cx="7956775" cy="4063619"/>
            <a:chOff x="165801" y="515334"/>
            <a:chExt cx="7956775" cy="4063619"/>
          </a:xfrm>
        </p:grpSpPr>
        <p:graphicFrame>
          <p:nvGraphicFramePr>
            <p:cNvPr id="17" name="مخطط 3">
              <a:extLst>
                <a:ext uri="{FF2B5EF4-FFF2-40B4-BE49-F238E27FC236}">
                  <a16:creationId xmlns:a16="http://schemas.microsoft.com/office/drawing/2014/main" id="{9704486B-D7A5-F655-B3EF-571E5571A383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270879907"/>
                </p:ext>
              </p:extLst>
            </p:nvPr>
          </p:nvGraphicFramePr>
          <p:xfrm>
            <a:off x="1383778" y="749146"/>
            <a:ext cx="6632649" cy="382980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E7B1F7B-853A-54B0-66B9-295A2DA197A7}"/>
                </a:ext>
              </a:extLst>
            </p:cNvPr>
            <p:cNvSpPr txBox="1"/>
            <p:nvPr/>
          </p:nvSpPr>
          <p:spPr>
            <a:xfrm>
              <a:off x="1476524" y="518380"/>
              <a:ext cx="70403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 dirty="0">
                  <a:solidFill>
                    <a:schemeClr val="bg2">
                      <a:lumMod val="50000"/>
                    </a:schemeClr>
                  </a:solidFill>
                </a:rPr>
                <a:t>10/10/2025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3D73614-9A43-256A-CD23-D195A61C7D96}"/>
                </a:ext>
              </a:extLst>
            </p:cNvPr>
            <p:cNvSpPr txBox="1"/>
            <p:nvPr/>
          </p:nvSpPr>
          <p:spPr>
            <a:xfrm>
              <a:off x="2109870" y="515334"/>
              <a:ext cx="70403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 dirty="0">
                  <a:solidFill>
                    <a:schemeClr val="bg2">
                      <a:lumMod val="50000"/>
                    </a:schemeClr>
                  </a:solidFill>
                </a:rPr>
                <a:t>20/10/2025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FC7ECDB-8326-4428-8739-29829C583C4B}"/>
                </a:ext>
              </a:extLst>
            </p:cNvPr>
            <p:cNvSpPr txBox="1"/>
            <p:nvPr/>
          </p:nvSpPr>
          <p:spPr>
            <a:xfrm>
              <a:off x="3012917" y="515334"/>
              <a:ext cx="70403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 dirty="0">
                  <a:solidFill>
                    <a:schemeClr val="bg2">
                      <a:lumMod val="50000"/>
                    </a:schemeClr>
                  </a:solidFill>
                </a:rPr>
                <a:t>30/10/2025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6C23F50-1865-85D5-250B-2926EB16EA68}"/>
                </a:ext>
              </a:extLst>
            </p:cNvPr>
            <p:cNvSpPr txBox="1"/>
            <p:nvPr/>
          </p:nvSpPr>
          <p:spPr>
            <a:xfrm>
              <a:off x="3867961" y="515334"/>
              <a:ext cx="64633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 dirty="0">
                  <a:solidFill>
                    <a:schemeClr val="bg2">
                      <a:lumMod val="50000"/>
                    </a:schemeClr>
                  </a:solidFill>
                </a:rPr>
                <a:t>9/11/2025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B167668-B0C5-BB43-6D44-7C2F55B135EC}"/>
                </a:ext>
              </a:extLst>
            </p:cNvPr>
            <p:cNvSpPr txBox="1"/>
            <p:nvPr/>
          </p:nvSpPr>
          <p:spPr>
            <a:xfrm>
              <a:off x="4723005" y="515334"/>
              <a:ext cx="70403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 dirty="0">
                  <a:solidFill>
                    <a:schemeClr val="bg2">
                      <a:lumMod val="50000"/>
                    </a:schemeClr>
                  </a:solidFill>
                </a:rPr>
                <a:t>19/11/2025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6B87E85-0779-AB63-1FBA-F72F6EEB3C08}"/>
                </a:ext>
              </a:extLst>
            </p:cNvPr>
            <p:cNvSpPr txBox="1"/>
            <p:nvPr/>
          </p:nvSpPr>
          <p:spPr>
            <a:xfrm>
              <a:off x="5578049" y="515334"/>
              <a:ext cx="70403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 dirty="0">
                  <a:solidFill>
                    <a:schemeClr val="bg2">
                      <a:lumMod val="50000"/>
                    </a:schemeClr>
                  </a:solidFill>
                </a:rPr>
                <a:t>29/11/2025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FC52490-FFA8-75C4-E500-941269486CCA}"/>
                </a:ext>
              </a:extLst>
            </p:cNvPr>
            <p:cNvSpPr txBox="1"/>
            <p:nvPr/>
          </p:nvSpPr>
          <p:spPr>
            <a:xfrm>
              <a:off x="6433093" y="515334"/>
              <a:ext cx="64633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 dirty="0">
                  <a:solidFill>
                    <a:schemeClr val="bg2">
                      <a:lumMod val="50000"/>
                    </a:schemeClr>
                  </a:solidFill>
                </a:rPr>
                <a:t>9/12/2025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EC9B731-C2D1-E7F6-6F84-373A085E79E0}"/>
                </a:ext>
              </a:extLst>
            </p:cNvPr>
            <p:cNvSpPr txBox="1"/>
            <p:nvPr/>
          </p:nvSpPr>
          <p:spPr>
            <a:xfrm>
              <a:off x="7418537" y="515334"/>
              <a:ext cx="70403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 dirty="0">
                  <a:solidFill>
                    <a:schemeClr val="bg2">
                      <a:lumMod val="50000"/>
                    </a:schemeClr>
                  </a:solidFill>
                </a:rPr>
                <a:t>19/12/2025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F650D14-CF53-304F-3304-64E197F589E0}"/>
                </a:ext>
              </a:extLst>
            </p:cNvPr>
            <p:cNvSpPr txBox="1"/>
            <p:nvPr/>
          </p:nvSpPr>
          <p:spPr>
            <a:xfrm>
              <a:off x="661476" y="1567878"/>
              <a:ext cx="66556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LB" sz="800" dirty="0">
                  <a:solidFill>
                    <a:schemeClr val="bg2">
                      <a:lumMod val="50000"/>
                    </a:schemeClr>
                  </a:solidFill>
                </a:rPr>
                <a:t>جمع المتطلبات</a:t>
              </a:r>
              <a:endParaRPr lang="en-GB" sz="8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6B77485-15EF-94C8-26E8-0653224FB331}"/>
                </a:ext>
              </a:extLst>
            </p:cNvPr>
            <p:cNvSpPr txBox="1"/>
            <p:nvPr/>
          </p:nvSpPr>
          <p:spPr>
            <a:xfrm>
              <a:off x="609252" y="1161227"/>
              <a:ext cx="74090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LB" sz="800" dirty="0">
                  <a:solidFill>
                    <a:schemeClr val="bg2">
                      <a:lumMod val="50000"/>
                    </a:schemeClr>
                  </a:solidFill>
                </a:rPr>
                <a:t>الدراسة المرجعية</a:t>
              </a:r>
              <a:endParaRPr lang="en-GB" sz="8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7D4DE7D-782E-864C-3E95-C0B145A74771}"/>
                </a:ext>
              </a:extLst>
            </p:cNvPr>
            <p:cNvSpPr txBox="1"/>
            <p:nvPr/>
          </p:nvSpPr>
          <p:spPr>
            <a:xfrm>
              <a:off x="625061" y="1985022"/>
              <a:ext cx="70243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LB" sz="800" dirty="0">
                  <a:solidFill>
                    <a:schemeClr val="bg2">
                      <a:lumMod val="50000"/>
                    </a:schemeClr>
                  </a:solidFill>
                </a:rPr>
                <a:t>تحليل المتطلبات</a:t>
              </a:r>
              <a:endParaRPr lang="en-GB" sz="8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8FFC249-10A3-BAFB-399A-158A31109368}"/>
                </a:ext>
              </a:extLst>
            </p:cNvPr>
            <p:cNvSpPr txBox="1"/>
            <p:nvPr/>
          </p:nvSpPr>
          <p:spPr>
            <a:xfrm>
              <a:off x="165801" y="2397805"/>
              <a:ext cx="101822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LB" sz="800" dirty="0">
                  <a:solidFill>
                    <a:schemeClr val="bg2">
                      <a:lumMod val="50000"/>
                    </a:schemeClr>
                  </a:solidFill>
                </a:rPr>
                <a:t>المتطلبات ذات الأولوية 1</a:t>
              </a:r>
              <a:endParaRPr lang="en-GB" sz="8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8AED6B8-FB51-2590-A75A-0AC6CB66FF7E}"/>
                </a:ext>
              </a:extLst>
            </p:cNvPr>
            <p:cNvSpPr txBox="1"/>
            <p:nvPr/>
          </p:nvSpPr>
          <p:spPr>
            <a:xfrm>
              <a:off x="165801" y="2822552"/>
              <a:ext cx="10470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LB" sz="800" dirty="0">
                  <a:solidFill>
                    <a:schemeClr val="bg2">
                      <a:lumMod val="50000"/>
                    </a:schemeClr>
                  </a:solidFill>
                </a:rPr>
                <a:t>المتطلبات ذات الأولوية</a:t>
              </a:r>
              <a:r>
                <a:rPr lang="ar-EG" sz="800" dirty="0">
                  <a:solidFill>
                    <a:schemeClr val="bg2">
                      <a:lumMod val="50000"/>
                    </a:schemeClr>
                  </a:solidFill>
                </a:rPr>
                <a:t> 2 </a:t>
              </a:r>
              <a:endParaRPr lang="en-GB" sz="8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1606475-D793-924C-2FCA-6D0878F2D992}"/>
                </a:ext>
              </a:extLst>
            </p:cNvPr>
            <p:cNvSpPr txBox="1"/>
            <p:nvPr/>
          </p:nvSpPr>
          <p:spPr>
            <a:xfrm>
              <a:off x="324044" y="3226502"/>
              <a:ext cx="101822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LB" sz="800" dirty="0">
                  <a:solidFill>
                    <a:schemeClr val="bg2">
                      <a:lumMod val="50000"/>
                    </a:schemeClr>
                  </a:solidFill>
                </a:rPr>
                <a:t>المتطلبات ذات الأولوية </a:t>
              </a:r>
              <a:r>
                <a:rPr lang="ar-EG" sz="800" dirty="0">
                  <a:solidFill>
                    <a:schemeClr val="bg2">
                      <a:lumMod val="50000"/>
                    </a:schemeClr>
                  </a:solidFill>
                </a:rPr>
                <a:t>3</a:t>
              </a:r>
              <a:endParaRPr lang="en-GB" sz="8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5E914F1-C7DE-D822-F560-FAA9A9F5F563}"/>
                </a:ext>
              </a:extLst>
            </p:cNvPr>
            <p:cNvSpPr txBox="1"/>
            <p:nvPr/>
          </p:nvSpPr>
          <p:spPr>
            <a:xfrm>
              <a:off x="315135" y="3647508"/>
              <a:ext cx="110158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LB" sz="800" dirty="0">
                  <a:solidFill>
                    <a:schemeClr val="bg2">
                      <a:lumMod val="50000"/>
                    </a:schemeClr>
                  </a:solidFill>
                </a:rPr>
                <a:t>التطبيق  و الاختبار</a:t>
              </a:r>
              <a:r>
                <a:rPr lang="ar-EG" sz="800" dirty="0">
                  <a:solidFill>
                    <a:schemeClr val="bg2">
                      <a:lumMod val="50000"/>
                    </a:schemeClr>
                  </a:solidFill>
                </a:rPr>
                <a:t> المتكامل</a:t>
              </a:r>
              <a:endParaRPr lang="en-GB" sz="8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6C54B3B-7EF2-0A6B-B8CE-B0A87C51A99F}"/>
                </a:ext>
              </a:extLst>
            </p:cNvPr>
            <p:cNvSpPr txBox="1"/>
            <p:nvPr/>
          </p:nvSpPr>
          <p:spPr>
            <a:xfrm>
              <a:off x="919559" y="4068514"/>
              <a:ext cx="40748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LB" sz="800" dirty="0">
                  <a:solidFill>
                    <a:schemeClr val="bg2">
                      <a:lumMod val="50000"/>
                    </a:schemeClr>
                  </a:solidFill>
                </a:rPr>
                <a:t>التوثيق</a:t>
              </a:r>
              <a:endParaRPr lang="en-GB" sz="8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sp>
        <p:nvSpPr>
          <p:cNvPr id="37" name="Google Shape;305;p48">
            <a:extLst>
              <a:ext uri="{FF2B5EF4-FFF2-40B4-BE49-F238E27FC236}">
                <a16:creationId xmlns:a16="http://schemas.microsoft.com/office/drawing/2014/main" id="{ACA71FC3-D690-3A8B-B93B-C1577CCB95E6}"/>
              </a:ext>
            </a:extLst>
          </p:cNvPr>
          <p:cNvSpPr txBox="1">
            <a:spLocks/>
          </p:cNvSpPr>
          <p:nvPr/>
        </p:nvSpPr>
        <p:spPr>
          <a:xfrm>
            <a:off x="2670293" y="0"/>
            <a:ext cx="3945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"/>
              <a:buNone/>
              <a:defRPr sz="28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"/>
              <a:buNone/>
              <a:defRPr sz="28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"/>
              <a:buNone/>
              <a:defRPr sz="28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"/>
              <a:buNone/>
              <a:defRPr sz="28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"/>
              <a:buNone/>
              <a:defRPr sz="28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"/>
              <a:buNone/>
              <a:defRPr sz="28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"/>
              <a:buNone/>
              <a:defRPr sz="28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"/>
              <a:buNone/>
              <a:defRPr sz="28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"/>
              <a:buNone/>
              <a:defRPr sz="28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ar-LB" sz="3200" dirty="0">
                <a:solidFill>
                  <a:schemeClr val="bg2">
                    <a:lumMod val="50000"/>
                  </a:schemeClr>
                </a:solidFill>
              </a:rPr>
              <a:t>مخطط غانت</a:t>
            </a:r>
            <a:endParaRPr lang="ar-EG" sz="32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633;p44">
            <a:extLst>
              <a:ext uri="{FF2B5EF4-FFF2-40B4-BE49-F238E27FC236}">
                <a16:creationId xmlns:a16="http://schemas.microsoft.com/office/drawing/2014/main" id="{8806C94C-E4CE-F40C-D241-40EB794F7CB6}"/>
              </a:ext>
            </a:extLst>
          </p:cNvPr>
          <p:cNvGrpSpPr/>
          <p:nvPr/>
        </p:nvGrpSpPr>
        <p:grpSpPr>
          <a:xfrm>
            <a:off x="1145916" y="1760119"/>
            <a:ext cx="2440895" cy="2428459"/>
            <a:chOff x="1375550" y="3450700"/>
            <a:chExt cx="1427925" cy="1420650"/>
          </a:xfrm>
        </p:grpSpPr>
        <p:sp>
          <p:nvSpPr>
            <p:cNvPr id="17" name="Google Shape;634;p44">
              <a:extLst>
                <a:ext uri="{FF2B5EF4-FFF2-40B4-BE49-F238E27FC236}">
                  <a16:creationId xmlns:a16="http://schemas.microsoft.com/office/drawing/2014/main" id="{6994042E-5EA8-BF62-4679-D001C655BD51}"/>
                </a:ext>
              </a:extLst>
            </p:cNvPr>
            <p:cNvSpPr/>
            <p:nvPr/>
          </p:nvSpPr>
          <p:spPr>
            <a:xfrm>
              <a:off x="2200975" y="3495425"/>
              <a:ext cx="602500" cy="1342475"/>
            </a:xfrm>
            <a:custGeom>
              <a:avLst/>
              <a:gdLst/>
              <a:ahLst/>
              <a:cxnLst/>
              <a:rect l="l" t="t" r="r" b="b"/>
              <a:pathLst>
                <a:path w="24100" h="53699" extrusionOk="0">
                  <a:moveTo>
                    <a:pt x="2640" y="0"/>
                  </a:moveTo>
                  <a:cubicBezTo>
                    <a:pt x="2421" y="0"/>
                    <a:pt x="2222" y="79"/>
                    <a:pt x="2056" y="219"/>
                  </a:cubicBezTo>
                  <a:lnTo>
                    <a:pt x="718" y="985"/>
                  </a:lnTo>
                  <a:cubicBezTo>
                    <a:pt x="287" y="1128"/>
                    <a:pt x="0" y="1630"/>
                    <a:pt x="0" y="2371"/>
                  </a:cubicBezTo>
                  <a:lnTo>
                    <a:pt x="0" y="39285"/>
                  </a:lnTo>
                  <a:cubicBezTo>
                    <a:pt x="0" y="40481"/>
                    <a:pt x="741" y="41891"/>
                    <a:pt x="1650" y="42417"/>
                  </a:cubicBezTo>
                  <a:lnTo>
                    <a:pt x="20848" y="53510"/>
                  </a:lnTo>
                  <a:cubicBezTo>
                    <a:pt x="21070" y="53639"/>
                    <a:pt x="21286" y="53699"/>
                    <a:pt x="21482" y="53699"/>
                  </a:cubicBezTo>
                  <a:cubicBezTo>
                    <a:pt x="21688" y="53699"/>
                    <a:pt x="21873" y="53633"/>
                    <a:pt x="22020" y="53510"/>
                  </a:cubicBezTo>
                  <a:lnTo>
                    <a:pt x="23502" y="52674"/>
                  </a:lnTo>
                  <a:cubicBezTo>
                    <a:pt x="23861" y="52482"/>
                    <a:pt x="24100" y="52004"/>
                    <a:pt x="24100" y="51335"/>
                  </a:cubicBezTo>
                  <a:lnTo>
                    <a:pt x="24100" y="14397"/>
                  </a:lnTo>
                  <a:cubicBezTo>
                    <a:pt x="24100" y="13202"/>
                    <a:pt x="23359" y="11791"/>
                    <a:pt x="22474" y="11289"/>
                  </a:cubicBezTo>
                  <a:lnTo>
                    <a:pt x="3252" y="196"/>
                  </a:lnTo>
                  <a:cubicBezTo>
                    <a:pt x="3039" y="61"/>
                    <a:pt x="2832" y="0"/>
                    <a:pt x="2640" y="0"/>
                  </a:cubicBezTo>
                  <a:close/>
                </a:path>
              </a:pathLst>
            </a:custGeom>
            <a:solidFill>
              <a:srgbClr val="283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635;p44">
              <a:extLst>
                <a:ext uri="{FF2B5EF4-FFF2-40B4-BE49-F238E27FC236}">
                  <a16:creationId xmlns:a16="http://schemas.microsoft.com/office/drawing/2014/main" id="{E1051269-4355-B61C-C47E-98C884964650}"/>
                </a:ext>
              </a:extLst>
            </p:cNvPr>
            <p:cNvSpPr/>
            <p:nvPr/>
          </p:nvSpPr>
          <p:spPr>
            <a:xfrm>
              <a:off x="2200975" y="3518975"/>
              <a:ext cx="562450" cy="1319125"/>
            </a:xfrm>
            <a:custGeom>
              <a:avLst/>
              <a:gdLst/>
              <a:ahLst/>
              <a:cxnLst/>
              <a:rect l="l" t="t" r="r" b="b"/>
              <a:pathLst>
                <a:path w="22498" h="52765" extrusionOk="0">
                  <a:moveTo>
                    <a:pt x="1007" y="0"/>
                  </a:moveTo>
                  <a:cubicBezTo>
                    <a:pt x="416" y="0"/>
                    <a:pt x="0" y="534"/>
                    <a:pt x="0" y="1429"/>
                  </a:cubicBezTo>
                  <a:lnTo>
                    <a:pt x="0" y="38343"/>
                  </a:lnTo>
                  <a:cubicBezTo>
                    <a:pt x="0" y="39539"/>
                    <a:pt x="741" y="40949"/>
                    <a:pt x="1650" y="41475"/>
                  </a:cubicBezTo>
                  <a:lnTo>
                    <a:pt x="20848" y="52568"/>
                  </a:lnTo>
                  <a:cubicBezTo>
                    <a:pt x="21078" y="52702"/>
                    <a:pt x="21297" y="52764"/>
                    <a:pt x="21496" y="52764"/>
                  </a:cubicBezTo>
                  <a:cubicBezTo>
                    <a:pt x="22084" y="52764"/>
                    <a:pt x="22498" y="52218"/>
                    <a:pt x="22498" y="51325"/>
                  </a:cubicBezTo>
                  <a:lnTo>
                    <a:pt x="22498" y="14411"/>
                  </a:lnTo>
                  <a:cubicBezTo>
                    <a:pt x="22498" y="13216"/>
                    <a:pt x="21757" y="11805"/>
                    <a:pt x="20848" y="11279"/>
                  </a:cubicBezTo>
                  <a:lnTo>
                    <a:pt x="1650" y="186"/>
                  </a:lnTo>
                  <a:cubicBezTo>
                    <a:pt x="1422" y="60"/>
                    <a:pt x="1205" y="0"/>
                    <a:pt x="1007" y="0"/>
                  </a:cubicBezTo>
                  <a:close/>
                </a:path>
              </a:pathLst>
            </a:custGeom>
            <a:solidFill>
              <a:srgbClr val="425C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636;p44">
              <a:extLst>
                <a:ext uri="{FF2B5EF4-FFF2-40B4-BE49-F238E27FC236}">
                  <a16:creationId xmlns:a16="http://schemas.microsoft.com/office/drawing/2014/main" id="{2B28E6DD-ABE2-9C62-9A9F-A32B70F57B5B}"/>
                </a:ext>
              </a:extLst>
            </p:cNvPr>
            <p:cNvSpPr/>
            <p:nvPr/>
          </p:nvSpPr>
          <p:spPr>
            <a:xfrm>
              <a:off x="2232050" y="3570325"/>
              <a:ext cx="500300" cy="1080400"/>
            </a:xfrm>
            <a:custGeom>
              <a:avLst/>
              <a:gdLst/>
              <a:ahLst/>
              <a:cxnLst/>
              <a:rect l="l" t="t" r="r" b="b"/>
              <a:pathLst>
                <a:path w="20012" h="43216" extrusionOk="0">
                  <a:moveTo>
                    <a:pt x="453" y="0"/>
                  </a:moveTo>
                  <a:cubicBezTo>
                    <a:pt x="184" y="0"/>
                    <a:pt x="1" y="242"/>
                    <a:pt x="1" y="666"/>
                  </a:cubicBezTo>
                  <a:lnTo>
                    <a:pt x="1" y="31006"/>
                  </a:lnTo>
                  <a:cubicBezTo>
                    <a:pt x="1" y="31555"/>
                    <a:pt x="335" y="32225"/>
                    <a:pt x="766" y="32464"/>
                  </a:cubicBezTo>
                  <a:lnTo>
                    <a:pt x="19247" y="43127"/>
                  </a:lnTo>
                  <a:cubicBezTo>
                    <a:pt x="19355" y="43187"/>
                    <a:pt x="19457" y="43215"/>
                    <a:pt x="19550" y="43215"/>
                  </a:cubicBezTo>
                  <a:cubicBezTo>
                    <a:pt x="19824" y="43215"/>
                    <a:pt x="20012" y="42965"/>
                    <a:pt x="20012" y="42553"/>
                  </a:cubicBezTo>
                  <a:lnTo>
                    <a:pt x="20012" y="12214"/>
                  </a:lnTo>
                  <a:cubicBezTo>
                    <a:pt x="20012" y="11664"/>
                    <a:pt x="19677" y="10995"/>
                    <a:pt x="19247" y="10755"/>
                  </a:cubicBezTo>
                  <a:lnTo>
                    <a:pt x="766" y="92"/>
                  </a:lnTo>
                  <a:cubicBezTo>
                    <a:pt x="654" y="30"/>
                    <a:pt x="548" y="0"/>
                    <a:pt x="4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637;p44">
              <a:extLst>
                <a:ext uri="{FF2B5EF4-FFF2-40B4-BE49-F238E27FC236}">
                  <a16:creationId xmlns:a16="http://schemas.microsoft.com/office/drawing/2014/main" id="{65248840-91D4-A029-AADC-B32E6E9F141C}"/>
                </a:ext>
              </a:extLst>
            </p:cNvPr>
            <p:cNvSpPr/>
            <p:nvPr/>
          </p:nvSpPr>
          <p:spPr>
            <a:xfrm>
              <a:off x="2429900" y="4536750"/>
              <a:ext cx="104625" cy="135750"/>
            </a:xfrm>
            <a:custGeom>
              <a:avLst/>
              <a:gdLst/>
              <a:ahLst/>
              <a:cxnLst/>
              <a:rect l="l" t="t" r="r" b="b"/>
              <a:pathLst>
                <a:path w="4185" h="5430" extrusionOk="0">
                  <a:moveTo>
                    <a:pt x="1156" y="1"/>
                  </a:moveTo>
                  <a:cubicBezTo>
                    <a:pt x="471" y="1"/>
                    <a:pt x="0" y="554"/>
                    <a:pt x="0" y="1505"/>
                  </a:cubicBezTo>
                  <a:cubicBezTo>
                    <a:pt x="0" y="2844"/>
                    <a:pt x="933" y="4470"/>
                    <a:pt x="2080" y="5139"/>
                  </a:cubicBezTo>
                  <a:cubicBezTo>
                    <a:pt x="2424" y="5336"/>
                    <a:pt x="2748" y="5430"/>
                    <a:pt x="3033" y="5430"/>
                  </a:cubicBezTo>
                  <a:cubicBezTo>
                    <a:pt x="3719" y="5430"/>
                    <a:pt x="4184" y="4889"/>
                    <a:pt x="4184" y="3944"/>
                  </a:cubicBezTo>
                  <a:cubicBezTo>
                    <a:pt x="4184" y="2581"/>
                    <a:pt x="3252" y="955"/>
                    <a:pt x="2080" y="286"/>
                  </a:cubicBezTo>
                  <a:cubicBezTo>
                    <a:pt x="1748" y="92"/>
                    <a:pt x="1434" y="1"/>
                    <a:pt x="1156" y="1"/>
                  </a:cubicBezTo>
                  <a:close/>
                </a:path>
              </a:pathLst>
            </a:custGeom>
            <a:solidFill>
              <a:srgbClr val="283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638;p44">
              <a:extLst>
                <a:ext uri="{FF2B5EF4-FFF2-40B4-BE49-F238E27FC236}">
                  <a16:creationId xmlns:a16="http://schemas.microsoft.com/office/drawing/2014/main" id="{FC8B76F5-63EA-382C-14B5-E5563E89BCED}"/>
                </a:ext>
              </a:extLst>
            </p:cNvPr>
            <p:cNvSpPr/>
            <p:nvPr/>
          </p:nvSpPr>
          <p:spPr>
            <a:xfrm>
              <a:off x="2441850" y="4538500"/>
              <a:ext cx="80700" cy="132125"/>
            </a:xfrm>
            <a:custGeom>
              <a:avLst/>
              <a:gdLst/>
              <a:ahLst/>
              <a:cxnLst/>
              <a:rect l="l" t="t" r="r" b="b"/>
              <a:pathLst>
                <a:path w="3228" h="5285" extrusionOk="0">
                  <a:moveTo>
                    <a:pt x="263" y="1"/>
                  </a:moveTo>
                  <a:cubicBezTo>
                    <a:pt x="168" y="49"/>
                    <a:pt x="72" y="96"/>
                    <a:pt x="0" y="168"/>
                  </a:cubicBezTo>
                  <a:lnTo>
                    <a:pt x="1339" y="2487"/>
                  </a:lnTo>
                  <a:lnTo>
                    <a:pt x="0" y="3276"/>
                  </a:lnTo>
                  <a:cubicBezTo>
                    <a:pt x="72" y="3420"/>
                    <a:pt x="168" y="3587"/>
                    <a:pt x="263" y="3730"/>
                  </a:cubicBezTo>
                  <a:lnTo>
                    <a:pt x="1602" y="2965"/>
                  </a:lnTo>
                  <a:lnTo>
                    <a:pt x="2965" y="5285"/>
                  </a:lnTo>
                  <a:cubicBezTo>
                    <a:pt x="3061" y="5261"/>
                    <a:pt x="3156" y="5189"/>
                    <a:pt x="3228" y="5141"/>
                  </a:cubicBezTo>
                  <a:lnTo>
                    <a:pt x="1889" y="2798"/>
                  </a:lnTo>
                  <a:lnTo>
                    <a:pt x="3228" y="2033"/>
                  </a:lnTo>
                  <a:cubicBezTo>
                    <a:pt x="3156" y="1866"/>
                    <a:pt x="3061" y="1722"/>
                    <a:pt x="2965" y="1555"/>
                  </a:cubicBezTo>
                  <a:lnTo>
                    <a:pt x="1602" y="234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rgbClr val="1620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639;p44">
              <a:extLst>
                <a:ext uri="{FF2B5EF4-FFF2-40B4-BE49-F238E27FC236}">
                  <a16:creationId xmlns:a16="http://schemas.microsoft.com/office/drawing/2014/main" id="{2366A6F4-C3F4-0C18-D8EB-CA2AF70686E4}"/>
                </a:ext>
              </a:extLst>
            </p:cNvPr>
            <p:cNvSpPr/>
            <p:nvPr/>
          </p:nvSpPr>
          <p:spPr>
            <a:xfrm>
              <a:off x="2449625" y="4562875"/>
              <a:ext cx="64575" cy="83375"/>
            </a:xfrm>
            <a:custGeom>
              <a:avLst/>
              <a:gdLst/>
              <a:ahLst/>
              <a:cxnLst/>
              <a:rect l="l" t="t" r="r" b="b"/>
              <a:pathLst>
                <a:path w="2583" h="3335" extrusionOk="0">
                  <a:moveTo>
                    <a:pt x="729" y="1"/>
                  </a:moveTo>
                  <a:cubicBezTo>
                    <a:pt x="303" y="1"/>
                    <a:pt x="0" y="342"/>
                    <a:pt x="0" y="938"/>
                  </a:cubicBezTo>
                  <a:cubicBezTo>
                    <a:pt x="0" y="1751"/>
                    <a:pt x="598" y="2755"/>
                    <a:pt x="1291" y="3162"/>
                  </a:cubicBezTo>
                  <a:cubicBezTo>
                    <a:pt x="1498" y="3279"/>
                    <a:pt x="1694" y="3335"/>
                    <a:pt x="1867" y="3335"/>
                  </a:cubicBezTo>
                  <a:cubicBezTo>
                    <a:pt x="2292" y="3335"/>
                    <a:pt x="2582" y="2999"/>
                    <a:pt x="2582" y="2421"/>
                  </a:cubicBezTo>
                  <a:cubicBezTo>
                    <a:pt x="2582" y="1608"/>
                    <a:pt x="2008" y="604"/>
                    <a:pt x="1291" y="173"/>
                  </a:cubicBezTo>
                  <a:cubicBezTo>
                    <a:pt x="1092" y="57"/>
                    <a:pt x="900" y="1"/>
                    <a:pt x="729" y="1"/>
                  </a:cubicBezTo>
                  <a:close/>
                </a:path>
              </a:pathLst>
            </a:custGeom>
            <a:solidFill>
              <a:srgbClr val="1620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640;p44">
              <a:extLst>
                <a:ext uri="{FF2B5EF4-FFF2-40B4-BE49-F238E27FC236}">
                  <a16:creationId xmlns:a16="http://schemas.microsoft.com/office/drawing/2014/main" id="{D72B8621-5C09-F580-B3A9-9A04C2EBB40D}"/>
                </a:ext>
              </a:extLst>
            </p:cNvPr>
            <p:cNvSpPr/>
            <p:nvPr/>
          </p:nvSpPr>
          <p:spPr>
            <a:xfrm>
              <a:off x="2456200" y="4571350"/>
              <a:ext cx="52025" cy="67050"/>
            </a:xfrm>
            <a:custGeom>
              <a:avLst/>
              <a:gdLst/>
              <a:ahLst/>
              <a:cxnLst/>
              <a:rect l="l" t="t" r="r" b="b"/>
              <a:pathLst>
                <a:path w="2081" h="2682" extrusionOk="0">
                  <a:moveTo>
                    <a:pt x="562" y="0"/>
                  </a:moveTo>
                  <a:cubicBezTo>
                    <a:pt x="227" y="0"/>
                    <a:pt x="0" y="270"/>
                    <a:pt x="0" y="743"/>
                  </a:cubicBezTo>
                  <a:cubicBezTo>
                    <a:pt x="0" y="1388"/>
                    <a:pt x="454" y="2201"/>
                    <a:pt x="1028" y="2536"/>
                  </a:cubicBezTo>
                  <a:cubicBezTo>
                    <a:pt x="1204" y="2634"/>
                    <a:pt x="1367" y="2681"/>
                    <a:pt x="1510" y="2681"/>
                  </a:cubicBezTo>
                  <a:cubicBezTo>
                    <a:pt x="1854" y="2681"/>
                    <a:pt x="2080" y="2411"/>
                    <a:pt x="2080" y="1938"/>
                  </a:cubicBezTo>
                  <a:cubicBezTo>
                    <a:pt x="2080" y="1269"/>
                    <a:pt x="1626" y="456"/>
                    <a:pt x="1028" y="145"/>
                  </a:cubicBezTo>
                  <a:cubicBezTo>
                    <a:pt x="860" y="47"/>
                    <a:pt x="701" y="0"/>
                    <a:pt x="562" y="0"/>
                  </a:cubicBezTo>
                  <a:close/>
                </a:path>
              </a:pathLst>
            </a:custGeom>
            <a:solidFill>
              <a:srgbClr val="425C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641;p44">
              <a:extLst>
                <a:ext uri="{FF2B5EF4-FFF2-40B4-BE49-F238E27FC236}">
                  <a16:creationId xmlns:a16="http://schemas.microsoft.com/office/drawing/2014/main" id="{0E6B71DB-CA51-3D45-E1A1-4D34793FA928}"/>
                </a:ext>
              </a:extLst>
            </p:cNvPr>
            <p:cNvSpPr/>
            <p:nvPr/>
          </p:nvSpPr>
          <p:spPr>
            <a:xfrm>
              <a:off x="2232050" y="4446500"/>
              <a:ext cx="154225" cy="116825"/>
            </a:xfrm>
            <a:custGeom>
              <a:avLst/>
              <a:gdLst/>
              <a:ahLst/>
              <a:cxnLst/>
              <a:rect l="l" t="t" r="r" b="b"/>
              <a:pathLst>
                <a:path w="6169" h="4673" extrusionOk="0">
                  <a:moveTo>
                    <a:pt x="396" y="1"/>
                  </a:moveTo>
                  <a:cubicBezTo>
                    <a:pt x="163" y="1"/>
                    <a:pt x="1" y="207"/>
                    <a:pt x="1" y="549"/>
                  </a:cubicBezTo>
                  <a:cubicBezTo>
                    <a:pt x="1" y="1027"/>
                    <a:pt x="287" y="1577"/>
                    <a:pt x="646" y="1768"/>
                  </a:cubicBezTo>
                  <a:lnTo>
                    <a:pt x="5547" y="4589"/>
                  </a:lnTo>
                  <a:cubicBezTo>
                    <a:pt x="5635" y="4646"/>
                    <a:pt x="5720" y="4673"/>
                    <a:pt x="5797" y="4673"/>
                  </a:cubicBezTo>
                  <a:cubicBezTo>
                    <a:pt x="6013" y="4673"/>
                    <a:pt x="6169" y="4463"/>
                    <a:pt x="6169" y="4111"/>
                  </a:cubicBezTo>
                  <a:cubicBezTo>
                    <a:pt x="6169" y="3657"/>
                    <a:pt x="5882" y="3107"/>
                    <a:pt x="5547" y="2892"/>
                  </a:cubicBezTo>
                  <a:lnTo>
                    <a:pt x="646" y="71"/>
                  </a:lnTo>
                  <a:cubicBezTo>
                    <a:pt x="557" y="23"/>
                    <a:pt x="473" y="1"/>
                    <a:pt x="396" y="1"/>
                  </a:cubicBezTo>
                  <a:close/>
                </a:path>
              </a:pathLst>
            </a:custGeom>
            <a:solidFill>
              <a:srgbClr val="283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642;p44">
              <a:extLst>
                <a:ext uri="{FF2B5EF4-FFF2-40B4-BE49-F238E27FC236}">
                  <a16:creationId xmlns:a16="http://schemas.microsoft.com/office/drawing/2014/main" id="{F236EBA5-3E21-8EFB-9D51-E683CF3C3255}"/>
                </a:ext>
              </a:extLst>
            </p:cNvPr>
            <p:cNvSpPr/>
            <p:nvPr/>
          </p:nvSpPr>
          <p:spPr>
            <a:xfrm>
              <a:off x="2296000" y="4495475"/>
              <a:ext cx="19150" cy="23575"/>
            </a:xfrm>
            <a:custGeom>
              <a:avLst/>
              <a:gdLst/>
              <a:ahLst/>
              <a:cxnLst/>
              <a:rect l="l" t="t" r="r" b="b"/>
              <a:pathLst>
                <a:path w="766" h="943" extrusionOk="0">
                  <a:moveTo>
                    <a:pt x="718" y="0"/>
                  </a:moveTo>
                  <a:lnTo>
                    <a:pt x="72" y="48"/>
                  </a:lnTo>
                  <a:cubicBezTo>
                    <a:pt x="25" y="48"/>
                    <a:pt x="1" y="96"/>
                    <a:pt x="25" y="120"/>
                  </a:cubicBezTo>
                  <a:lnTo>
                    <a:pt x="670" y="933"/>
                  </a:lnTo>
                  <a:cubicBezTo>
                    <a:pt x="677" y="939"/>
                    <a:pt x="686" y="942"/>
                    <a:pt x="697" y="942"/>
                  </a:cubicBezTo>
                  <a:cubicBezTo>
                    <a:pt x="727" y="942"/>
                    <a:pt x="766" y="920"/>
                    <a:pt x="766" y="885"/>
                  </a:cubicBezTo>
                  <a:lnTo>
                    <a:pt x="766" y="48"/>
                  </a:lnTo>
                  <a:cubicBezTo>
                    <a:pt x="766" y="0"/>
                    <a:pt x="742" y="0"/>
                    <a:pt x="7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43;p44">
              <a:extLst>
                <a:ext uri="{FF2B5EF4-FFF2-40B4-BE49-F238E27FC236}">
                  <a16:creationId xmlns:a16="http://schemas.microsoft.com/office/drawing/2014/main" id="{EA435164-641F-DD6B-90F9-676DC2CFC150}"/>
                </a:ext>
              </a:extLst>
            </p:cNvPr>
            <p:cNvSpPr/>
            <p:nvPr/>
          </p:nvSpPr>
          <p:spPr>
            <a:xfrm>
              <a:off x="2578125" y="4646150"/>
              <a:ext cx="154225" cy="116825"/>
            </a:xfrm>
            <a:custGeom>
              <a:avLst/>
              <a:gdLst/>
              <a:ahLst/>
              <a:cxnLst/>
              <a:rect l="l" t="t" r="r" b="b"/>
              <a:pathLst>
                <a:path w="6169" h="4673" extrusionOk="0">
                  <a:moveTo>
                    <a:pt x="385" y="0"/>
                  </a:moveTo>
                  <a:cubicBezTo>
                    <a:pt x="163" y="0"/>
                    <a:pt x="0" y="207"/>
                    <a:pt x="0" y="548"/>
                  </a:cubicBezTo>
                  <a:cubicBezTo>
                    <a:pt x="0" y="1026"/>
                    <a:pt x="287" y="1576"/>
                    <a:pt x="622" y="1767"/>
                  </a:cubicBezTo>
                  <a:lnTo>
                    <a:pt x="5523" y="4589"/>
                  </a:lnTo>
                  <a:cubicBezTo>
                    <a:pt x="5618" y="4645"/>
                    <a:pt x="5707" y="4672"/>
                    <a:pt x="5788" y="4672"/>
                  </a:cubicBezTo>
                  <a:cubicBezTo>
                    <a:pt x="6013" y="4672"/>
                    <a:pt x="6169" y="4463"/>
                    <a:pt x="6169" y="4110"/>
                  </a:cubicBezTo>
                  <a:cubicBezTo>
                    <a:pt x="6169" y="3656"/>
                    <a:pt x="5882" y="3106"/>
                    <a:pt x="5523" y="2915"/>
                  </a:cubicBezTo>
                  <a:lnTo>
                    <a:pt x="622" y="70"/>
                  </a:lnTo>
                  <a:cubicBezTo>
                    <a:pt x="539" y="23"/>
                    <a:pt x="459" y="0"/>
                    <a:pt x="385" y="0"/>
                  </a:cubicBezTo>
                  <a:close/>
                </a:path>
              </a:pathLst>
            </a:custGeom>
            <a:solidFill>
              <a:srgbClr val="283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44;p44">
              <a:extLst>
                <a:ext uri="{FF2B5EF4-FFF2-40B4-BE49-F238E27FC236}">
                  <a16:creationId xmlns:a16="http://schemas.microsoft.com/office/drawing/2014/main" id="{53752D2B-3197-1759-33AD-E2AFE93F205E}"/>
                </a:ext>
              </a:extLst>
            </p:cNvPr>
            <p:cNvSpPr/>
            <p:nvPr/>
          </p:nvSpPr>
          <p:spPr>
            <a:xfrm>
              <a:off x="2649250" y="4690275"/>
              <a:ext cx="19150" cy="23975"/>
            </a:xfrm>
            <a:custGeom>
              <a:avLst/>
              <a:gdLst/>
              <a:ahLst/>
              <a:cxnLst/>
              <a:rect l="l" t="t" r="r" b="b"/>
              <a:pathLst>
                <a:path w="766" h="959" extrusionOk="0">
                  <a:moveTo>
                    <a:pt x="54" y="0"/>
                  </a:moveTo>
                  <a:cubicBezTo>
                    <a:pt x="28" y="0"/>
                    <a:pt x="0" y="21"/>
                    <a:pt x="0" y="50"/>
                  </a:cubicBezTo>
                  <a:lnTo>
                    <a:pt x="0" y="911"/>
                  </a:lnTo>
                  <a:cubicBezTo>
                    <a:pt x="0" y="935"/>
                    <a:pt x="24" y="959"/>
                    <a:pt x="48" y="959"/>
                  </a:cubicBezTo>
                  <a:lnTo>
                    <a:pt x="694" y="911"/>
                  </a:lnTo>
                  <a:cubicBezTo>
                    <a:pt x="742" y="887"/>
                    <a:pt x="765" y="839"/>
                    <a:pt x="718" y="815"/>
                  </a:cubicBezTo>
                  <a:lnTo>
                    <a:pt x="96" y="26"/>
                  </a:lnTo>
                  <a:cubicBezTo>
                    <a:pt x="87" y="8"/>
                    <a:pt x="71" y="0"/>
                    <a:pt x="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45;p44">
              <a:extLst>
                <a:ext uri="{FF2B5EF4-FFF2-40B4-BE49-F238E27FC236}">
                  <a16:creationId xmlns:a16="http://schemas.microsoft.com/office/drawing/2014/main" id="{08941DFF-250A-2244-3A6A-0856848A21FF}"/>
                </a:ext>
              </a:extLst>
            </p:cNvPr>
            <p:cNvSpPr/>
            <p:nvPr/>
          </p:nvSpPr>
          <p:spPr>
            <a:xfrm>
              <a:off x="2275675" y="3658775"/>
              <a:ext cx="413050" cy="289125"/>
            </a:xfrm>
            <a:custGeom>
              <a:avLst/>
              <a:gdLst/>
              <a:ahLst/>
              <a:cxnLst/>
              <a:rect l="l" t="t" r="r" b="b"/>
              <a:pathLst>
                <a:path w="16522" h="11565" extrusionOk="0">
                  <a:moveTo>
                    <a:pt x="601" y="1"/>
                  </a:moveTo>
                  <a:cubicBezTo>
                    <a:pt x="254" y="1"/>
                    <a:pt x="1" y="323"/>
                    <a:pt x="1" y="858"/>
                  </a:cubicBezTo>
                  <a:lnTo>
                    <a:pt x="1" y="1169"/>
                  </a:lnTo>
                  <a:cubicBezTo>
                    <a:pt x="1" y="1886"/>
                    <a:pt x="455" y="2723"/>
                    <a:pt x="981" y="3057"/>
                  </a:cubicBezTo>
                  <a:lnTo>
                    <a:pt x="15541" y="11449"/>
                  </a:lnTo>
                  <a:cubicBezTo>
                    <a:pt x="15674" y="11528"/>
                    <a:pt x="15802" y="11565"/>
                    <a:pt x="15920" y="11565"/>
                  </a:cubicBezTo>
                  <a:cubicBezTo>
                    <a:pt x="16268" y="11565"/>
                    <a:pt x="16521" y="11238"/>
                    <a:pt x="16521" y="10684"/>
                  </a:cubicBezTo>
                  <a:lnTo>
                    <a:pt x="16521" y="10397"/>
                  </a:lnTo>
                  <a:cubicBezTo>
                    <a:pt x="16521" y="9680"/>
                    <a:pt x="16067" y="8819"/>
                    <a:pt x="15541" y="8508"/>
                  </a:cubicBezTo>
                  <a:lnTo>
                    <a:pt x="981" y="117"/>
                  </a:lnTo>
                  <a:cubicBezTo>
                    <a:pt x="848" y="38"/>
                    <a:pt x="719" y="1"/>
                    <a:pt x="601" y="1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46;p44">
              <a:extLst>
                <a:ext uri="{FF2B5EF4-FFF2-40B4-BE49-F238E27FC236}">
                  <a16:creationId xmlns:a16="http://schemas.microsoft.com/office/drawing/2014/main" id="{A1184C5A-CD5A-3F3E-D658-D3DE33D78148}"/>
                </a:ext>
              </a:extLst>
            </p:cNvPr>
            <p:cNvSpPr/>
            <p:nvPr/>
          </p:nvSpPr>
          <p:spPr>
            <a:xfrm>
              <a:off x="2282850" y="3777625"/>
              <a:ext cx="398700" cy="241250"/>
            </a:xfrm>
            <a:custGeom>
              <a:avLst/>
              <a:gdLst/>
              <a:ahLst/>
              <a:cxnLst/>
              <a:rect l="l" t="t" r="r" b="b"/>
              <a:pathLst>
                <a:path w="15948" h="9650" extrusionOk="0">
                  <a:moveTo>
                    <a:pt x="170" y="1"/>
                  </a:moveTo>
                  <a:cubicBezTo>
                    <a:pt x="72" y="1"/>
                    <a:pt x="1" y="87"/>
                    <a:pt x="1" y="216"/>
                  </a:cubicBezTo>
                  <a:cubicBezTo>
                    <a:pt x="1" y="407"/>
                    <a:pt x="120" y="623"/>
                    <a:pt x="264" y="718"/>
                  </a:cubicBezTo>
                  <a:lnTo>
                    <a:pt x="15684" y="9612"/>
                  </a:lnTo>
                  <a:cubicBezTo>
                    <a:pt x="15723" y="9638"/>
                    <a:pt x="15760" y="9649"/>
                    <a:pt x="15793" y="9649"/>
                  </a:cubicBezTo>
                  <a:cubicBezTo>
                    <a:pt x="15883" y="9649"/>
                    <a:pt x="15947" y="9561"/>
                    <a:pt x="15947" y="9421"/>
                  </a:cubicBezTo>
                  <a:cubicBezTo>
                    <a:pt x="15947" y="9229"/>
                    <a:pt x="15828" y="9014"/>
                    <a:pt x="15684" y="8943"/>
                  </a:cubicBezTo>
                  <a:lnTo>
                    <a:pt x="264" y="25"/>
                  </a:lnTo>
                  <a:cubicBezTo>
                    <a:pt x="231" y="8"/>
                    <a:pt x="199" y="1"/>
                    <a:pt x="170" y="1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47;p44">
              <a:extLst>
                <a:ext uri="{FF2B5EF4-FFF2-40B4-BE49-F238E27FC236}">
                  <a16:creationId xmlns:a16="http://schemas.microsoft.com/office/drawing/2014/main" id="{6A0E30E5-9B92-61F0-D771-0B6FD122C5D4}"/>
                </a:ext>
              </a:extLst>
            </p:cNvPr>
            <p:cNvSpPr/>
            <p:nvPr/>
          </p:nvSpPr>
          <p:spPr>
            <a:xfrm>
              <a:off x="2303775" y="3839125"/>
              <a:ext cx="356850" cy="217075"/>
            </a:xfrm>
            <a:custGeom>
              <a:avLst/>
              <a:gdLst/>
              <a:ahLst/>
              <a:cxnLst/>
              <a:rect l="l" t="t" r="r" b="b"/>
              <a:pathLst>
                <a:path w="14274" h="8683" extrusionOk="0">
                  <a:moveTo>
                    <a:pt x="160" y="0"/>
                  </a:moveTo>
                  <a:cubicBezTo>
                    <a:pt x="67" y="0"/>
                    <a:pt x="1" y="76"/>
                    <a:pt x="1" y="219"/>
                  </a:cubicBezTo>
                  <a:cubicBezTo>
                    <a:pt x="1" y="410"/>
                    <a:pt x="120" y="625"/>
                    <a:pt x="263" y="721"/>
                  </a:cubicBezTo>
                  <a:lnTo>
                    <a:pt x="14011" y="8658"/>
                  </a:lnTo>
                  <a:cubicBezTo>
                    <a:pt x="14044" y="8675"/>
                    <a:pt x="14075" y="8682"/>
                    <a:pt x="14104" y="8682"/>
                  </a:cubicBezTo>
                  <a:cubicBezTo>
                    <a:pt x="14203" y="8682"/>
                    <a:pt x="14274" y="8596"/>
                    <a:pt x="14274" y="8467"/>
                  </a:cubicBezTo>
                  <a:cubicBezTo>
                    <a:pt x="14274" y="8276"/>
                    <a:pt x="14154" y="8060"/>
                    <a:pt x="14011" y="7965"/>
                  </a:cubicBezTo>
                  <a:lnTo>
                    <a:pt x="263" y="27"/>
                  </a:lnTo>
                  <a:cubicBezTo>
                    <a:pt x="227" y="9"/>
                    <a:pt x="192" y="0"/>
                    <a:pt x="160" y="0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648;p44">
              <a:extLst>
                <a:ext uri="{FF2B5EF4-FFF2-40B4-BE49-F238E27FC236}">
                  <a16:creationId xmlns:a16="http://schemas.microsoft.com/office/drawing/2014/main" id="{6A4F9E4B-56CB-0463-F663-D31F5D3CF6BE}"/>
                </a:ext>
              </a:extLst>
            </p:cNvPr>
            <p:cNvSpPr/>
            <p:nvPr/>
          </p:nvSpPr>
          <p:spPr>
            <a:xfrm>
              <a:off x="2282850" y="3876250"/>
              <a:ext cx="398700" cy="241250"/>
            </a:xfrm>
            <a:custGeom>
              <a:avLst/>
              <a:gdLst/>
              <a:ahLst/>
              <a:cxnLst/>
              <a:rect l="l" t="t" r="r" b="b"/>
              <a:pathLst>
                <a:path w="15948" h="9650" extrusionOk="0">
                  <a:moveTo>
                    <a:pt x="172" y="1"/>
                  </a:moveTo>
                  <a:cubicBezTo>
                    <a:pt x="72" y="1"/>
                    <a:pt x="1" y="92"/>
                    <a:pt x="1" y="240"/>
                  </a:cubicBezTo>
                  <a:cubicBezTo>
                    <a:pt x="1" y="407"/>
                    <a:pt x="120" y="646"/>
                    <a:pt x="264" y="718"/>
                  </a:cubicBezTo>
                  <a:lnTo>
                    <a:pt x="15684" y="9612"/>
                  </a:lnTo>
                  <a:cubicBezTo>
                    <a:pt x="15723" y="9637"/>
                    <a:pt x="15760" y="9649"/>
                    <a:pt x="15793" y="9649"/>
                  </a:cubicBezTo>
                  <a:cubicBezTo>
                    <a:pt x="15883" y="9649"/>
                    <a:pt x="15947" y="9561"/>
                    <a:pt x="15947" y="9420"/>
                  </a:cubicBezTo>
                  <a:cubicBezTo>
                    <a:pt x="15947" y="9229"/>
                    <a:pt x="15828" y="9014"/>
                    <a:pt x="15684" y="8942"/>
                  </a:cubicBezTo>
                  <a:lnTo>
                    <a:pt x="264" y="25"/>
                  </a:lnTo>
                  <a:cubicBezTo>
                    <a:pt x="231" y="8"/>
                    <a:pt x="200" y="1"/>
                    <a:pt x="172" y="1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649;p44">
              <a:extLst>
                <a:ext uri="{FF2B5EF4-FFF2-40B4-BE49-F238E27FC236}">
                  <a16:creationId xmlns:a16="http://schemas.microsoft.com/office/drawing/2014/main" id="{5E994BF4-2F5B-D0F3-2044-9C3C6013C399}"/>
                </a:ext>
              </a:extLst>
            </p:cNvPr>
            <p:cNvSpPr/>
            <p:nvPr/>
          </p:nvSpPr>
          <p:spPr>
            <a:xfrm>
              <a:off x="2316925" y="3945250"/>
              <a:ext cx="330550" cy="202125"/>
            </a:xfrm>
            <a:custGeom>
              <a:avLst/>
              <a:gdLst/>
              <a:ahLst/>
              <a:cxnLst/>
              <a:rect l="l" t="t" r="r" b="b"/>
              <a:pathLst>
                <a:path w="13222" h="8085" extrusionOk="0">
                  <a:moveTo>
                    <a:pt x="135" y="0"/>
                  </a:moveTo>
                  <a:cubicBezTo>
                    <a:pt x="52" y="0"/>
                    <a:pt x="0" y="89"/>
                    <a:pt x="0" y="229"/>
                  </a:cubicBezTo>
                  <a:cubicBezTo>
                    <a:pt x="0" y="397"/>
                    <a:pt x="96" y="636"/>
                    <a:pt x="240" y="707"/>
                  </a:cubicBezTo>
                  <a:lnTo>
                    <a:pt x="12983" y="8047"/>
                  </a:lnTo>
                  <a:cubicBezTo>
                    <a:pt x="13021" y="8073"/>
                    <a:pt x="13056" y="8085"/>
                    <a:pt x="13087" y="8085"/>
                  </a:cubicBezTo>
                  <a:cubicBezTo>
                    <a:pt x="13170" y="8085"/>
                    <a:pt x="13222" y="7996"/>
                    <a:pt x="13222" y="7856"/>
                  </a:cubicBezTo>
                  <a:cubicBezTo>
                    <a:pt x="13222" y="7689"/>
                    <a:pt x="13126" y="7449"/>
                    <a:pt x="12983" y="7378"/>
                  </a:cubicBezTo>
                  <a:lnTo>
                    <a:pt x="240" y="38"/>
                  </a:lnTo>
                  <a:cubicBezTo>
                    <a:pt x="201" y="12"/>
                    <a:pt x="166" y="0"/>
                    <a:pt x="135" y="0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650;p44">
              <a:extLst>
                <a:ext uri="{FF2B5EF4-FFF2-40B4-BE49-F238E27FC236}">
                  <a16:creationId xmlns:a16="http://schemas.microsoft.com/office/drawing/2014/main" id="{7D09B4B3-E043-EE14-9311-13368B417288}"/>
                </a:ext>
              </a:extLst>
            </p:cNvPr>
            <p:cNvSpPr/>
            <p:nvPr/>
          </p:nvSpPr>
          <p:spPr>
            <a:xfrm>
              <a:off x="2282850" y="3975125"/>
              <a:ext cx="398700" cy="241250"/>
            </a:xfrm>
            <a:custGeom>
              <a:avLst/>
              <a:gdLst/>
              <a:ahLst/>
              <a:cxnLst/>
              <a:rect l="l" t="t" r="r" b="b"/>
              <a:pathLst>
                <a:path w="15948" h="9650" extrusionOk="0">
                  <a:moveTo>
                    <a:pt x="155" y="1"/>
                  </a:moveTo>
                  <a:cubicBezTo>
                    <a:pt x="65" y="1"/>
                    <a:pt x="1" y="90"/>
                    <a:pt x="1" y="230"/>
                  </a:cubicBezTo>
                  <a:cubicBezTo>
                    <a:pt x="1" y="421"/>
                    <a:pt x="120" y="636"/>
                    <a:pt x="264" y="708"/>
                  </a:cubicBezTo>
                  <a:lnTo>
                    <a:pt x="15684" y="9625"/>
                  </a:lnTo>
                  <a:cubicBezTo>
                    <a:pt x="15717" y="9642"/>
                    <a:pt x="15748" y="9649"/>
                    <a:pt x="15777" y="9649"/>
                  </a:cubicBezTo>
                  <a:cubicBezTo>
                    <a:pt x="15876" y="9649"/>
                    <a:pt x="15947" y="9559"/>
                    <a:pt x="15947" y="9410"/>
                  </a:cubicBezTo>
                  <a:cubicBezTo>
                    <a:pt x="15947" y="9243"/>
                    <a:pt x="15828" y="9004"/>
                    <a:pt x="15684" y="8932"/>
                  </a:cubicBezTo>
                  <a:lnTo>
                    <a:pt x="264" y="38"/>
                  </a:lnTo>
                  <a:cubicBezTo>
                    <a:pt x="225" y="13"/>
                    <a:pt x="189" y="1"/>
                    <a:pt x="155" y="1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651;p44">
              <a:extLst>
                <a:ext uri="{FF2B5EF4-FFF2-40B4-BE49-F238E27FC236}">
                  <a16:creationId xmlns:a16="http://schemas.microsoft.com/office/drawing/2014/main" id="{657C0E10-4271-911F-7B0A-5440DFD66E55}"/>
                </a:ext>
              </a:extLst>
            </p:cNvPr>
            <p:cNvSpPr/>
            <p:nvPr/>
          </p:nvSpPr>
          <p:spPr>
            <a:xfrm>
              <a:off x="2303775" y="4036425"/>
              <a:ext cx="356850" cy="217100"/>
            </a:xfrm>
            <a:custGeom>
              <a:avLst/>
              <a:gdLst/>
              <a:ahLst/>
              <a:cxnLst/>
              <a:rect l="l" t="t" r="r" b="b"/>
              <a:pathLst>
                <a:path w="14274" h="8684" extrusionOk="0">
                  <a:moveTo>
                    <a:pt x="170" y="1"/>
                  </a:moveTo>
                  <a:cubicBezTo>
                    <a:pt x="72" y="1"/>
                    <a:pt x="1" y="87"/>
                    <a:pt x="1" y="216"/>
                  </a:cubicBezTo>
                  <a:cubicBezTo>
                    <a:pt x="1" y="408"/>
                    <a:pt x="120" y="623"/>
                    <a:pt x="263" y="718"/>
                  </a:cubicBezTo>
                  <a:lnTo>
                    <a:pt x="14011" y="8656"/>
                  </a:lnTo>
                  <a:cubicBezTo>
                    <a:pt x="14047" y="8674"/>
                    <a:pt x="14082" y="8683"/>
                    <a:pt x="14114" y="8683"/>
                  </a:cubicBezTo>
                  <a:cubicBezTo>
                    <a:pt x="14207" y="8683"/>
                    <a:pt x="14274" y="8607"/>
                    <a:pt x="14274" y="8465"/>
                  </a:cubicBezTo>
                  <a:cubicBezTo>
                    <a:pt x="14274" y="8273"/>
                    <a:pt x="14154" y="8058"/>
                    <a:pt x="14011" y="7962"/>
                  </a:cubicBezTo>
                  <a:lnTo>
                    <a:pt x="263" y="25"/>
                  </a:lnTo>
                  <a:cubicBezTo>
                    <a:pt x="231" y="9"/>
                    <a:pt x="199" y="1"/>
                    <a:pt x="170" y="1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652;p44">
              <a:extLst>
                <a:ext uri="{FF2B5EF4-FFF2-40B4-BE49-F238E27FC236}">
                  <a16:creationId xmlns:a16="http://schemas.microsoft.com/office/drawing/2014/main" id="{0C106190-FFD4-76F9-5312-7C30B716ED63}"/>
                </a:ext>
              </a:extLst>
            </p:cNvPr>
            <p:cNvSpPr/>
            <p:nvPr/>
          </p:nvSpPr>
          <p:spPr>
            <a:xfrm>
              <a:off x="2282850" y="4073750"/>
              <a:ext cx="398700" cy="241250"/>
            </a:xfrm>
            <a:custGeom>
              <a:avLst/>
              <a:gdLst/>
              <a:ahLst/>
              <a:cxnLst/>
              <a:rect l="l" t="t" r="r" b="b"/>
              <a:pathLst>
                <a:path w="15948" h="9650" extrusionOk="0">
                  <a:moveTo>
                    <a:pt x="155" y="1"/>
                  </a:moveTo>
                  <a:cubicBezTo>
                    <a:pt x="65" y="1"/>
                    <a:pt x="1" y="89"/>
                    <a:pt x="1" y="229"/>
                  </a:cubicBezTo>
                  <a:cubicBezTo>
                    <a:pt x="1" y="421"/>
                    <a:pt x="120" y="636"/>
                    <a:pt x="264" y="708"/>
                  </a:cubicBezTo>
                  <a:lnTo>
                    <a:pt x="15684" y="9625"/>
                  </a:lnTo>
                  <a:cubicBezTo>
                    <a:pt x="15717" y="9642"/>
                    <a:pt x="15749" y="9649"/>
                    <a:pt x="15778" y="9649"/>
                  </a:cubicBezTo>
                  <a:cubicBezTo>
                    <a:pt x="15876" y="9649"/>
                    <a:pt x="15947" y="9563"/>
                    <a:pt x="15947" y="9434"/>
                  </a:cubicBezTo>
                  <a:cubicBezTo>
                    <a:pt x="15947" y="9243"/>
                    <a:pt x="15828" y="9028"/>
                    <a:pt x="15684" y="8932"/>
                  </a:cubicBezTo>
                  <a:lnTo>
                    <a:pt x="264" y="38"/>
                  </a:lnTo>
                  <a:cubicBezTo>
                    <a:pt x="225" y="13"/>
                    <a:pt x="189" y="1"/>
                    <a:pt x="155" y="1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653;p44">
              <a:extLst>
                <a:ext uri="{FF2B5EF4-FFF2-40B4-BE49-F238E27FC236}">
                  <a16:creationId xmlns:a16="http://schemas.microsoft.com/office/drawing/2014/main" id="{FB752370-0337-34C9-0A91-A692F2322808}"/>
                </a:ext>
              </a:extLst>
            </p:cNvPr>
            <p:cNvSpPr/>
            <p:nvPr/>
          </p:nvSpPr>
          <p:spPr>
            <a:xfrm>
              <a:off x="2316925" y="4142500"/>
              <a:ext cx="330550" cy="202450"/>
            </a:xfrm>
            <a:custGeom>
              <a:avLst/>
              <a:gdLst/>
              <a:ahLst/>
              <a:cxnLst/>
              <a:rect l="l" t="t" r="r" b="b"/>
              <a:pathLst>
                <a:path w="13222" h="8098" extrusionOk="0">
                  <a:moveTo>
                    <a:pt x="135" y="0"/>
                  </a:moveTo>
                  <a:cubicBezTo>
                    <a:pt x="52" y="0"/>
                    <a:pt x="0" y="89"/>
                    <a:pt x="0" y="229"/>
                  </a:cubicBezTo>
                  <a:cubicBezTo>
                    <a:pt x="0" y="420"/>
                    <a:pt x="96" y="635"/>
                    <a:pt x="240" y="707"/>
                  </a:cubicBezTo>
                  <a:lnTo>
                    <a:pt x="12983" y="8071"/>
                  </a:lnTo>
                  <a:cubicBezTo>
                    <a:pt x="13019" y="8089"/>
                    <a:pt x="13053" y="8098"/>
                    <a:pt x="13082" y="8098"/>
                  </a:cubicBezTo>
                  <a:cubicBezTo>
                    <a:pt x="13169" y="8098"/>
                    <a:pt x="13222" y="8022"/>
                    <a:pt x="13222" y="7879"/>
                  </a:cubicBezTo>
                  <a:cubicBezTo>
                    <a:pt x="13222" y="7688"/>
                    <a:pt x="13126" y="7473"/>
                    <a:pt x="12983" y="7377"/>
                  </a:cubicBezTo>
                  <a:lnTo>
                    <a:pt x="240" y="38"/>
                  </a:lnTo>
                  <a:cubicBezTo>
                    <a:pt x="201" y="12"/>
                    <a:pt x="166" y="0"/>
                    <a:pt x="135" y="0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654;p44">
              <a:extLst>
                <a:ext uri="{FF2B5EF4-FFF2-40B4-BE49-F238E27FC236}">
                  <a16:creationId xmlns:a16="http://schemas.microsoft.com/office/drawing/2014/main" id="{4D66859D-2480-1A2E-F0CA-6C0656F65797}"/>
                </a:ext>
              </a:extLst>
            </p:cNvPr>
            <p:cNvSpPr/>
            <p:nvPr/>
          </p:nvSpPr>
          <p:spPr>
            <a:xfrm>
              <a:off x="2282850" y="4172625"/>
              <a:ext cx="398700" cy="241075"/>
            </a:xfrm>
            <a:custGeom>
              <a:avLst/>
              <a:gdLst/>
              <a:ahLst/>
              <a:cxnLst/>
              <a:rect l="l" t="t" r="r" b="b"/>
              <a:pathLst>
                <a:path w="15948" h="9643" extrusionOk="0">
                  <a:moveTo>
                    <a:pt x="160" y="1"/>
                  </a:moveTo>
                  <a:cubicBezTo>
                    <a:pt x="67" y="1"/>
                    <a:pt x="1" y="77"/>
                    <a:pt x="1" y="219"/>
                  </a:cubicBezTo>
                  <a:cubicBezTo>
                    <a:pt x="1" y="411"/>
                    <a:pt x="120" y="626"/>
                    <a:pt x="264" y="697"/>
                  </a:cubicBezTo>
                  <a:lnTo>
                    <a:pt x="15684" y="9615"/>
                  </a:lnTo>
                  <a:cubicBezTo>
                    <a:pt x="15721" y="9633"/>
                    <a:pt x="15756" y="9642"/>
                    <a:pt x="15788" y="9642"/>
                  </a:cubicBezTo>
                  <a:cubicBezTo>
                    <a:pt x="15881" y="9642"/>
                    <a:pt x="15947" y="9566"/>
                    <a:pt x="15947" y="9424"/>
                  </a:cubicBezTo>
                  <a:cubicBezTo>
                    <a:pt x="15947" y="9233"/>
                    <a:pt x="15828" y="9017"/>
                    <a:pt x="15684" y="8922"/>
                  </a:cubicBezTo>
                  <a:lnTo>
                    <a:pt x="264" y="28"/>
                  </a:lnTo>
                  <a:cubicBezTo>
                    <a:pt x="227" y="10"/>
                    <a:pt x="192" y="1"/>
                    <a:pt x="160" y="1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655;p44">
              <a:extLst>
                <a:ext uri="{FF2B5EF4-FFF2-40B4-BE49-F238E27FC236}">
                  <a16:creationId xmlns:a16="http://schemas.microsoft.com/office/drawing/2014/main" id="{047F903D-9347-BEF3-0A51-6DC3A2990ED6}"/>
                </a:ext>
              </a:extLst>
            </p:cNvPr>
            <p:cNvSpPr/>
            <p:nvPr/>
          </p:nvSpPr>
          <p:spPr>
            <a:xfrm>
              <a:off x="2303775" y="4233950"/>
              <a:ext cx="356850" cy="217050"/>
            </a:xfrm>
            <a:custGeom>
              <a:avLst/>
              <a:gdLst/>
              <a:ahLst/>
              <a:cxnLst/>
              <a:rect l="l" t="t" r="r" b="b"/>
              <a:pathLst>
                <a:path w="14274" h="8682" extrusionOk="0">
                  <a:moveTo>
                    <a:pt x="155" y="0"/>
                  </a:moveTo>
                  <a:cubicBezTo>
                    <a:pt x="65" y="0"/>
                    <a:pt x="1" y="89"/>
                    <a:pt x="1" y="229"/>
                  </a:cubicBezTo>
                  <a:cubicBezTo>
                    <a:pt x="1" y="420"/>
                    <a:pt x="120" y="635"/>
                    <a:pt x="263" y="707"/>
                  </a:cubicBezTo>
                  <a:lnTo>
                    <a:pt x="14011" y="8644"/>
                  </a:lnTo>
                  <a:cubicBezTo>
                    <a:pt x="14049" y="8670"/>
                    <a:pt x="14086" y="8682"/>
                    <a:pt x="14119" y="8682"/>
                  </a:cubicBezTo>
                  <a:cubicBezTo>
                    <a:pt x="14210" y="8682"/>
                    <a:pt x="14274" y="8593"/>
                    <a:pt x="14274" y="8453"/>
                  </a:cubicBezTo>
                  <a:cubicBezTo>
                    <a:pt x="14274" y="8262"/>
                    <a:pt x="14154" y="8047"/>
                    <a:pt x="14011" y="7975"/>
                  </a:cubicBezTo>
                  <a:lnTo>
                    <a:pt x="263" y="38"/>
                  </a:lnTo>
                  <a:cubicBezTo>
                    <a:pt x="225" y="12"/>
                    <a:pt x="188" y="0"/>
                    <a:pt x="155" y="0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656;p44">
              <a:extLst>
                <a:ext uri="{FF2B5EF4-FFF2-40B4-BE49-F238E27FC236}">
                  <a16:creationId xmlns:a16="http://schemas.microsoft.com/office/drawing/2014/main" id="{656002D0-1B56-2875-462A-4777769A7E09}"/>
                </a:ext>
              </a:extLst>
            </p:cNvPr>
            <p:cNvSpPr/>
            <p:nvPr/>
          </p:nvSpPr>
          <p:spPr>
            <a:xfrm>
              <a:off x="2282850" y="4271250"/>
              <a:ext cx="398700" cy="241075"/>
            </a:xfrm>
            <a:custGeom>
              <a:avLst/>
              <a:gdLst/>
              <a:ahLst/>
              <a:cxnLst/>
              <a:rect l="l" t="t" r="r" b="b"/>
              <a:pathLst>
                <a:path w="15948" h="9643" extrusionOk="0">
                  <a:moveTo>
                    <a:pt x="160" y="1"/>
                  </a:moveTo>
                  <a:cubicBezTo>
                    <a:pt x="67" y="1"/>
                    <a:pt x="1" y="77"/>
                    <a:pt x="1" y="219"/>
                  </a:cubicBezTo>
                  <a:cubicBezTo>
                    <a:pt x="1" y="410"/>
                    <a:pt x="120" y="626"/>
                    <a:pt x="264" y="721"/>
                  </a:cubicBezTo>
                  <a:lnTo>
                    <a:pt x="15684" y="9615"/>
                  </a:lnTo>
                  <a:cubicBezTo>
                    <a:pt x="15721" y="9633"/>
                    <a:pt x="15756" y="9642"/>
                    <a:pt x="15788" y="9642"/>
                  </a:cubicBezTo>
                  <a:cubicBezTo>
                    <a:pt x="15881" y="9642"/>
                    <a:pt x="15947" y="9566"/>
                    <a:pt x="15947" y="9424"/>
                  </a:cubicBezTo>
                  <a:cubicBezTo>
                    <a:pt x="15947" y="9232"/>
                    <a:pt x="15828" y="9017"/>
                    <a:pt x="15684" y="8946"/>
                  </a:cubicBezTo>
                  <a:lnTo>
                    <a:pt x="264" y="28"/>
                  </a:lnTo>
                  <a:cubicBezTo>
                    <a:pt x="227" y="10"/>
                    <a:pt x="192" y="1"/>
                    <a:pt x="160" y="1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657;p44">
              <a:extLst>
                <a:ext uri="{FF2B5EF4-FFF2-40B4-BE49-F238E27FC236}">
                  <a16:creationId xmlns:a16="http://schemas.microsoft.com/office/drawing/2014/main" id="{96A2DC50-DF65-0DF4-A15C-829BE6FDA8D6}"/>
                </a:ext>
              </a:extLst>
            </p:cNvPr>
            <p:cNvSpPr/>
            <p:nvPr/>
          </p:nvSpPr>
          <p:spPr>
            <a:xfrm>
              <a:off x="2316925" y="4339975"/>
              <a:ext cx="330550" cy="202475"/>
            </a:xfrm>
            <a:custGeom>
              <a:avLst/>
              <a:gdLst/>
              <a:ahLst/>
              <a:cxnLst/>
              <a:rect l="l" t="t" r="r" b="b"/>
              <a:pathLst>
                <a:path w="13222" h="8099" extrusionOk="0">
                  <a:moveTo>
                    <a:pt x="140" y="1"/>
                  </a:moveTo>
                  <a:cubicBezTo>
                    <a:pt x="54" y="1"/>
                    <a:pt x="0" y="77"/>
                    <a:pt x="0" y="220"/>
                  </a:cubicBezTo>
                  <a:cubicBezTo>
                    <a:pt x="0" y="411"/>
                    <a:pt x="96" y="626"/>
                    <a:pt x="240" y="722"/>
                  </a:cubicBezTo>
                  <a:lnTo>
                    <a:pt x="12983" y="8061"/>
                  </a:lnTo>
                  <a:cubicBezTo>
                    <a:pt x="13021" y="8087"/>
                    <a:pt x="13056" y="8099"/>
                    <a:pt x="13087" y="8099"/>
                  </a:cubicBezTo>
                  <a:cubicBezTo>
                    <a:pt x="13170" y="8099"/>
                    <a:pt x="13222" y="8010"/>
                    <a:pt x="13222" y="7870"/>
                  </a:cubicBezTo>
                  <a:cubicBezTo>
                    <a:pt x="13222" y="7679"/>
                    <a:pt x="13126" y="7464"/>
                    <a:pt x="12983" y="7392"/>
                  </a:cubicBezTo>
                  <a:lnTo>
                    <a:pt x="240" y="28"/>
                  </a:lnTo>
                  <a:cubicBezTo>
                    <a:pt x="203" y="10"/>
                    <a:pt x="169" y="1"/>
                    <a:pt x="140" y="1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658;p44">
              <a:extLst>
                <a:ext uri="{FF2B5EF4-FFF2-40B4-BE49-F238E27FC236}">
                  <a16:creationId xmlns:a16="http://schemas.microsoft.com/office/drawing/2014/main" id="{3B4A4EFC-DDC0-F75F-252D-DB5550791BE2}"/>
                </a:ext>
              </a:extLst>
            </p:cNvPr>
            <p:cNvSpPr/>
            <p:nvPr/>
          </p:nvSpPr>
          <p:spPr>
            <a:xfrm>
              <a:off x="1445475" y="3450700"/>
              <a:ext cx="552900" cy="319200"/>
            </a:xfrm>
            <a:custGeom>
              <a:avLst/>
              <a:gdLst/>
              <a:ahLst/>
              <a:cxnLst/>
              <a:rect l="l" t="t" r="r" b="b"/>
              <a:pathLst>
                <a:path w="22116" h="12768" extrusionOk="0">
                  <a:moveTo>
                    <a:pt x="20705" y="0"/>
                  </a:moveTo>
                  <a:lnTo>
                    <a:pt x="0" y="11954"/>
                  </a:lnTo>
                  <a:lnTo>
                    <a:pt x="1411" y="12767"/>
                  </a:lnTo>
                  <a:lnTo>
                    <a:pt x="22115" y="813"/>
                  </a:lnTo>
                  <a:lnTo>
                    <a:pt x="207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659;p44">
              <a:extLst>
                <a:ext uri="{FF2B5EF4-FFF2-40B4-BE49-F238E27FC236}">
                  <a16:creationId xmlns:a16="http://schemas.microsoft.com/office/drawing/2014/main" id="{B997C7FE-9816-FDAF-4020-3BF797D76BE3}"/>
                </a:ext>
              </a:extLst>
            </p:cNvPr>
            <p:cNvSpPr/>
            <p:nvPr/>
          </p:nvSpPr>
          <p:spPr>
            <a:xfrm>
              <a:off x="1480750" y="3471025"/>
              <a:ext cx="517625" cy="1298225"/>
            </a:xfrm>
            <a:custGeom>
              <a:avLst/>
              <a:gdLst/>
              <a:ahLst/>
              <a:cxnLst/>
              <a:rect l="l" t="t" r="r" b="b"/>
              <a:pathLst>
                <a:path w="20705" h="51929" extrusionOk="0">
                  <a:moveTo>
                    <a:pt x="20704" y="0"/>
                  </a:moveTo>
                  <a:lnTo>
                    <a:pt x="0" y="11954"/>
                  </a:lnTo>
                  <a:lnTo>
                    <a:pt x="0" y="51928"/>
                  </a:lnTo>
                  <a:lnTo>
                    <a:pt x="20704" y="39998"/>
                  </a:lnTo>
                  <a:lnTo>
                    <a:pt x="207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660;p44">
              <a:extLst>
                <a:ext uri="{FF2B5EF4-FFF2-40B4-BE49-F238E27FC236}">
                  <a16:creationId xmlns:a16="http://schemas.microsoft.com/office/drawing/2014/main" id="{6D8877AC-7A25-CED1-85C6-37CC35D190C1}"/>
                </a:ext>
              </a:extLst>
            </p:cNvPr>
            <p:cNvSpPr/>
            <p:nvPr/>
          </p:nvSpPr>
          <p:spPr>
            <a:xfrm>
              <a:off x="1421575" y="3749550"/>
              <a:ext cx="59200" cy="34075"/>
            </a:xfrm>
            <a:custGeom>
              <a:avLst/>
              <a:gdLst/>
              <a:ahLst/>
              <a:cxnLst/>
              <a:rect l="l" t="t" r="r" b="b"/>
              <a:pathLst>
                <a:path w="2368" h="1363" extrusionOk="0">
                  <a:moveTo>
                    <a:pt x="956" y="0"/>
                  </a:moveTo>
                  <a:lnTo>
                    <a:pt x="0" y="574"/>
                  </a:lnTo>
                  <a:lnTo>
                    <a:pt x="1387" y="1363"/>
                  </a:lnTo>
                  <a:lnTo>
                    <a:pt x="2367" y="813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661;p44">
              <a:extLst>
                <a:ext uri="{FF2B5EF4-FFF2-40B4-BE49-F238E27FC236}">
                  <a16:creationId xmlns:a16="http://schemas.microsoft.com/office/drawing/2014/main" id="{CF4BE218-F662-143B-9A89-5478A0895ABB}"/>
                </a:ext>
              </a:extLst>
            </p:cNvPr>
            <p:cNvSpPr/>
            <p:nvPr/>
          </p:nvSpPr>
          <p:spPr>
            <a:xfrm>
              <a:off x="1456225" y="3769875"/>
              <a:ext cx="24550" cy="1013725"/>
            </a:xfrm>
            <a:custGeom>
              <a:avLst/>
              <a:gdLst/>
              <a:ahLst/>
              <a:cxnLst/>
              <a:rect l="l" t="t" r="r" b="b"/>
              <a:pathLst>
                <a:path w="982" h="40549" extrusionOk="0">
                  <a:moveTo>
                    <a:pt x="981" y="0"/>
                  </a:moveTo>
                  <a:lnTo>
                    <a:pt x="1" y="550"/>
                  </a:lnTo>
                  <a:lnTo>
                    <a:pt x="1" y="40548"/>
                  </a:lnTo>
                  <a:lnTo>
                    <a:pt x="981" y="39974"/>
                  </a:lnTo>
                  <a:lnTo>
                    <a:pt x="98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662;p44">
              <a:extLst>
                <a:ext uri="{FF2B5EF4-FFF2-40B4-BE49-F238E27FC236}">
                  <a16:creationId xmlns:a16="http://schemas.microsoft.com/office/drawing/2014/main" id="{ABD439EE-E32A-2657-3270-79C28342639B}"/>
                </a:ext>
              </a:extLst>
            </p:cNvPr>
            <p:cNvSpPr/>
            <p:nvPr/>
          </p:nvSpPr>
          <p:spPr>
            <a:xfrm>
              <a:off x="1421575" y="3783600"/>
              <a:ext cx="34675" cy="1020300"/>
            </a:xfrm>
            <a:custGeom>
              <a:avLst/>
              <a:gdLst/>
              <a:ahLst/>
              <a:cxnLst/>
              <a:rect l="l" t="t" r="r" b="b"/>
              <a:pathLst>
                <a:path w="1387" h="40812" extrusionOk="0">
                  <a:moveTo>
                    <a:pt x="1387" y="1"/>
                  </a:moveTo>
                  <a:lnTo>
                    <a:pt x="0" y="814"/>
                  </a:lnTo>
                  <a:lnTo>
                    <a:pt x="0" y="40812"/>
                  </a:lnTo>
                  <a:lnTo>
                    <a:pt x="1387" y="39999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663;p44">
              <a:extLst>
                <a:ext uri="{FF2B5EF4-FFF2-40B4-BE49-F238E27FC236}">
                  <a16:creationId xmlns:a16="http://schemas.microsoft.com/office/drawing/2014/main" id="{F76BB52F-C1E5-047E-DA9D-18D19EFF87B4}"/>
                </a:ext>
              </a:extLst>
            </p:cNvPr>
            <p:cNvSpPr/>
            <p:nvPr/>
          </p:nvSpPr>
          <p:spPr>
            <a:xfrm>
              <a:off x="1386300" y="3763900"/>
              <a:ext cx="69950" cy="40050"/>
            </a:xfrm>
            <a:custGeom>
              <a:avLst/>
              <a:gdLst/>
              <a:ahLst/>
              <a:cxnLst/>
              <a:rect l="l" t="t" r="r" b="b"/>
              <a:pathLst>
                <a:path w="2798" h="1602" extrusionOk="0">
                  <a:moveTo>
                    <a:pt x="1411" y="0"/>
                  </a:moveTo>
                  <a:lnTo>
                    <a:pt x="1" y="813"/>
                  </a:lnTo>
                  <a:lnTo>
                    <a:pt x="1411" y="1602"/>
                  </a:lnTo>
                  <a:lnTo>
                    <a:pt x="2798" y="789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664;p44">
              <a:extLst>
                <a:ext uri="{FF2B5EF4-FFF2-40B4-BE49-F238E27FC236}">
                  <a16:creationId xmlns:a16="http://schemas.microsoft.com/office/drawing/2014/main" id="{613911BF-D71A-3130-E98A-39E93954382A}"/>
                </a:ext>
              </a:extLst>
            </p:cNvPr>
            <p:cNvSpPr/>
            <p:nvPr/>
          </p:nvSpPr>
          <p:spPr>
            <a:xfrm>
              <a:off x="1377325" y="3521225"/>
              <a:ext cx="693375" cy="396300"/>
            </a:xfrm>
            <a:custGeom>
              <a:avLst/>
              <a:gdLst/>
              <a:ahLst/>
              <a:cxnLst/>
              <a:rect l="l" t="t" r="r" b="b"/>
              <a:pathLst>
                <a:path w="27735" h="15852" extrusionOk="0">
                  <a:moveTo>
                    <a:pt x="24124" y="0"/>
                  </a:moveTo>
                  <a:lnTo>
                    <a:pt x="1770" y="12935"/>
                  </a:lnTo>
                  <a:cubicBezTo>
                    <a:pt x="1770" y="12935"/>
                    <a:pt x="1" y="15851"/>
                    <a:pt x="5882" y="15851"/>
                  </a:cubicBezTo>
                  <a:lnTo>
                    <a:pt x="27734" y="2511"/>
                  </a:lnTo>
                  <a:cubicBezTo>
                    <a:pt x="24841" y="1865"/>
                    <a:pt x="24124" y="0"/>
                    <a:pt x="241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665;p44">
              <a:extLst>
                <a:ext uri="{FF2B5EF4-FFF2-40B4-BE49-F238E27FC236}">
                  <a16:creationId xmlns:a16="http://schemas.microsoft.com/office/drawing/2014/main" id="{86A307F5-164F-CCF2-0F97-259EC6885D10}"/>
                </a:ext>
              </a:extLst>
            </p:cNvPr>
            <p:cNvSpPr/>
            <p:nvPr/>
          </p:nvSpPr>
          <p:spPr>
            <a:xfrm>
              <a:off x="1489100" y="3512250"/>
              <a:ext cx="612075" cy="353275"/>
            </a:xfrm>
            <a:custGeom>
              <a:avLst/>
              <a:gdLst/>
              <a:ahLst/>
              <a:cxnLst/>
              <a:rect l="l" t="t" r="r" b="b"/>
              <a:pathLst>
                <a:path w="24483" h="14131" extrusionOk="0">
                  <a:moveTo>
                    <a:pt x="23072" y="1"/>
                  </a:moveTo>
                  <a:lnTo>
                    <a:pt x="1" y="13318"/>
                  </a:lnTo>
                  <a:lnTo>
                    <a:pt x="1411" y="14130"/>
                  </a:lnTo>
                  <a:lnTo>
                    <a:pt x="24483" y="814"/>
                  </a:lnTo>
                  <a:lnTo>
                    <a:pt x="2307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666;p44">
              <a:extLst>
                <a:ext uri="{FF2B5EF4-FFF2-40B4-BE49-F238E27FC236}">
                  <a16:creationId xmlns:a16="http://schemas.microsoft.com/office/drawing/2014/main" id="{37C1FBAB-11DA-8AED-C130-4C286B689782}"/>
                </a:ext>
              </a:extLst>
            </p:cNvPr>
            <p:cNvSpPr/>
            <p:nvPr/>
          </p:nvSpPr>
          <p:spPr>
            <a:xfrm>
              <a:off x="1559025" y="3532575"/>
              <a:ext cx="542150" cy="1312575"/>
            </a:xfrm>
            <a:custGeom>
              <a:avLst/>
              <a:gdLst/>
              <a:ahLst/>
              <a:cxnLst/>
              <a:rect l="l" t="t" r="r" b="b"/>
              <a:pathLst>
                <a:path w="21686" h="52503" extrusionOk="0">
                  <a:moveTo>
                    <a:pt x="21686" y="1"/>
                  </a:moveTo>
                  <a:lnTo>
                    <a:pt x="1" y="12505"/>
                  </a:lnTo>
                  <a:lnTo>
                    <a:pt x="1" y="52503"/>
                  </a:lnTo>
                  <a:lnTo>
                    <a:pt x="21686" y="39975"/>
                  </a:lnTo>
                  <a:lnTo>
                    <a:pt x="2168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667;p44">
              <a:extLst>
                <a:ext uri="{FF2B5EF4-FFF2-40B4-BE49-F238E27FC236}">
                  <a16:creationId xmlns:a16="http://schemas.microsoft.com/office/drawing/2014/main" id="{EF5A8072-33DF-1E71-7407-44D8240D6915}"/>
                </a:ext>
              </a:extLst>
            </p:cNvPr>
            <p:cNvSpPr/>
            <p:nvPr/>
          </p:nvSpPr>
          <p:spPr>
            <a:xfrm>
              <a:off x="1634950" y="3757325"/>
              <a:ext cx="414825" cy="353850"/>
            </a:xfrm>
            <a:custGeom>
              <a:avLst/>
              <a:gdLst/>
              <a:ahLst/>
              <a:cxnLst/>
              <a:rect l="l" t="t" r="r" b="b"/>
              <a:pathLst>
                <a:path w="16593" h="14154" extrusionOk="0">
                  <a:moveTo>
                    <a:pt x="16593" y="0"/>
                  </a:moveTo>
                  <a:lnTo>
                    <a:pt x="0" y="9587"/>
                  </a:lnTo>
                  <a:lnTo>
                    <a:pt x="0" y="14154"/>
                  </a:lnTo>
                  <a:lnTo>
                    <a:pt x="16593" y="4590"/>
                  </a:lnTo>
                  <a:lnTo>
                    <a:pt x="165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668;p44">
              <a:extLst>
                <a:ext uri="{FF2B5EF4-FFF2-40B4-BE49-F238E27FC236}">
                  <a16:creationId xmlns:a16="http://schemas.microsoft.com/office/drawing/2014/main" id="{F002972E-BFAD-EE3E-828A-5F70047575AC}"/>
                </a:ext>
              </a:extLst>
            </p:cNvPr>
            <p:cNvSpPr/>
            <p:nvPr/>
          </p:nvSpPr>
          <p:spPr>
            <a:xfrm>
              <a:off x="1739550" y="4031650"/>
              <a:ext cx="205625" cy="129825"/>
            </a:xfrm>
            <a:custGeom>
              <a:avLst/>
              <a:gdLst/>
              <a:ahLst/>
              <a:cxnLst/>
              <a:rect l="l" t="t" r="r" b="b"/>
              <a:pathLst>
                <a:path w="8225" h="5193" extrusionOk="0">
                  <a:moveTo>
                    <a:pt x="8055" y="1"/>
                  </a:moveTo>
                  <a:cubicBezTo>
                    <a:pt x="8026" y="1"/>
                    <a:pt x="7995" y="8"/>
                    <a:pt x="7962" y="25"/>
                  </a:cubicBezTo>
                  <a:lnTo>
                    <a:pt x="263" y="4472"/>
                  </a:lnTo>
                  <a:cubicBezTo>
                    <a:pt x="120" y="4567"/>
                    <a:pt x="0" y="4782"/>
                    <a:pt x="0" y="4974"/>
                  </a:cubicBezTo>
                  <a:cubicBezTo>
                    <a:pt x="0" y="5116"/>
                    <a:pt x="67" y="5192"/>
                    <a:pt x="160" y="5192"/>
                  </a:cubicBezTo>
                  <a:cubicBezTo>
                    <a:pt x="191" y="5192"/>
                    <a:pt x="227" y="5183"/>
                    <a:pt x="263" y="5165"/>
                  </a:cubicBezTo>
                  <a:lnTo>
                    <a:pt x="7962" y="718"/>
                  </a:lnTo>
                  <a:cubicBezTo>
                    <a:pt x="8105" y="622"/>
                    <a:pt x="8225" y="407"/>
                    <a:pt x="8225" y="216"/>
                  </a:cubicBezTo>
                  <a:cubicBezTo>
                    <a:pt x="8225" y="87"/>
                    <a:pt x="8154" y="1"/>
                    <a:pt x="80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669;p44">
              <a:extLst>
                <a:ext uri="{FF2B5EF4-FFF2-40B4-BE49-F238E27FC236}">
                  <a16:creationId xmlns:a16="http://schemas.microsoft.com/office/drawing/2014/main" id="{7602D143-F32B-3FAB-0F65-2D0695B6735D}"/>
                </a:ext>
              </a:extLst>
            </p:cNvPr>
            <p:cNvSpPr/>
            <p:nvPr/>
          </p:nvSpPr>
          <p:spPr>
            <a:xfrm>
              <a:off x="1798725" y="4139825"/>
              <a:ext cx="87275" cy="61350"/>
            </a:xfrm>
            <a:custGeom>
              <a:avLst/>
              <a:gdLst/>
              <a:ahLst/>
              <a:cxnLst/>
              <a:rect l="l" t="t" r="r" b="b"/>
              <a:pathLst>
                <a:path w="3491" h="2454" extrusionOk="0">
                  <a:moveTo>
                    <a:pt x="3321" y="1"/>
                  </a:moveTo>
                  <a:cubicBezTo>
                    <a:pt x="3292" y="1"/>
                    <a:pt x="3261" y="9"/>
                    <a:pt x="3228" y="25"/>
                  </a:cubicBezTo>
                  <a:lnTo>
                    <a:pt x="263" y="1746"/>
                  </a:lnTo>
                  <a:cubicBezTo>
                    <a:pt x="120" y="1818"/>
                    <a:pt x="0" y="2033"/>
                    <a:pt x="0" y="2225"/>
                  </a:cubicBezTo>
                  <a:cubicBezTo>
                    <a:pt x="0" y="2365"/>
                    <a:pt x="64" y="2453"/>
                    <a:pt x="155" y="2453"/>
                  </a:cubicBezTo>
                  <a:cubicBezTo>
                    <a:pt x="188" y="2453"/>
                    <a:pt x="225" y="2442"/>
                    <a:pt x="263" y="2416"/>
                  </a:cubicBezTo>
                  <a:lnTo>
                    <a:pt x="3228" y="718"/>
                  </a:lnTo>
                  <a:cubicBezTo>
                    <a:pt x="3371" y="647"/>
                    <a:pt x="3491" y="408"/>
                    <a:pt x="3491" y="216"/>
                  </a:cubicBezTo>
                  <a:cubicBezTo>
                    <a:pt x="3491" y="87"/>
                    <a:pt x="3420" y="1"/>
                    <a:pt x="33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670;p44">
              <a:extLst>
                <a:ext uri="{FF2B5EF4-FFF2-40B4-BE49-F238E27FC236}">
                  <a16:creationId xmlns:a16="http://schemas.microsoft.com/office/drawing/2014/main" id="{93AF4931-2D50-BD3B-5D05-E11FD5838373}"/>
                </a:ext>
              </a:extLst>
            </p:cNvPr>
            <p:cNvSpPr/>
            <p:nvPr/>
          </p:nvSpPr>
          <p:spPr>
            <a:xfrm>
              <a:off x="1524375" y="3845175"/>
              <a:ext cx="34675" cy="1020300"/>
            </a:xfrm>
            <a:custGeom>
              <a:avLst/>
              <a:gdLst/>
              <a:ahLst/>
              <a:cxnLst/>
              <a:rect l="l" t="t" r="r" b="b"/>
              <a:pathLst>
                <a:path w="1387" h="40812" extrusionOk="0">
                  <a:moveTo>
                    <a:pt x="1387" y="1"/>
                  </a:moveTo>
                  <a:lnTo>
                    <a:pt x="0" y="813"/>
                  </a:lnTo>
                  <a:lnTo>
                    <a:pt x="0" y="40812"/>
                  </a:lnTo>
                  <a:lnTo>
                    <a:pt x="1387" y="39999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671;p44">
              <a:extLst>
                <a:ext uri="{FF2B5EF4-FFF2-40B4-BE49-F238E27FC236}">
                  <a16:creationId xmlns:a16="http://schemas.microsoft.com/office/drawing/2014/main" id="{1E7F7F98-73FF-A929-CB31-6BDCE4D8E3B9}"/>
                </a:ext>
              </a:extLst>
            </p:cNvPr>
            <p:cNvSpPr/>
            <p:nvPr/>
          </p:nvSpPr>
          <p:spPr>
            <a:xfrm>
              <a:off x="1375550" y="3784200"/>
              <a:ext cx="148850" cy="1087150"/>
            </a:xfrm>
            <a:custGeom>
              <a:avLst/>
              <a:gdLst/>
              <a:ahLst/>
              <a:cxnLst/>
              <a:rect l="l" t="t" r="r" b="b"/>
              <a:pathLst>
                <a:path w="5954" h="43486" extrusionOk="0">
                  <a:moveTo>
                    <a:pt x="431" y="1"/>
                  </a:moveTo>
                  <a:lnTo>
                    <a:pt x="263" y="718"/>
                  </a:lnTo>
                  <a:lnTo>
                    <a:pt x="431" y="39975"/>
                  </a:lnTo>
                  <a:cubicBezTo>
                    <a:pt x="431" y="39975"/>
                    <a:pt x="0" y="41720"/>
                    <a:pt x="2295" y="42844"/>
                  </a:cubicBezTo>
                  <a:cubicBezTo>
                    <a:pt x="3297" y="43345"/>
                    <a:pt x="4121" y="43486"/>
                    <a:pt x="4732" y="43486"/>
                  </a:cubicBezTo>
                  <a:cubicBezTo>
                    <a:pt x="5520" y="43486"/>
                    <a:pt x="5953" y="43251"/>
                    <a:pt x="5953" y="43251"/>
                  </a:cubicBezTo>
                  <a:lnTo>
                    <a:pt x="5953" y="3252"/>
                  </a:lnTo>
                  <a:lnTo>
                    <a:pt x="4543" y="2440"/>
                  </a:lnTo>
                  <a:cubicBezTo>
                    <a:pt x="3973" y="2653"/>
                    <a:pt x="3520" y="2741"/>
                    <a:pt x="3160" y="2741"/>
                  </a:cubicBezTo>
                  <a:cubicBezTo>
                    <a:pt x="1467" y="2741"/>
                    <a:pt x="1841" y="790"/>
                    <a:pt x="1841" y="790"/>
                  </a:cubicBezTo>
                  <a:lnTo>
                    <a:pt x="4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672;p44">
              <a:extLst>
                <a:ext uri="{FF2B5EF4-FFF2-40B4-BE49-F238E27FC236}">
                  <a16:creationId xmlns:a16="http://schemas.microsoft.com/office/drawing/2014/main" id="{FA54A322-440A-2946-C5DB-1A3ECED823DE}"/>
                </a:ext>
              </a:extLst>
            </p:cNvPr>
            <p:cNvSpPr/>
            <p:nvPr/>
          </p:nvSpPr>
          <p:spPr>
            <a:xfrm>
              <a:off x="1382125" y="3784200"/>
              <a:ext cx="142275" cy="91425"/>
            </a:xfrm>
            <a:custGeom>
              <a:avLst/>
              <a:gdLst/>
              <a:ahLst/>
              <a:cxnLst/>
              <a:rect l="l" t="t" r="r" b="b"/>
              <a:pathLst>
                <a:path w="5691" h="3657" extrusionOk="0">
                  <a:moveTo>
                    <a:pt x="168" y="1"/>
                  </a:moveTo>
                  <a:cubicBezTo>
                    <a:pt x="48" y="216"/>
                    <a:pt x="0" y="455"/>
                    <a:pt x="0" y="718"/>
                  </a:cubicBezTo>
                  <a:cubicBezTo>
                    <a:pt x="0" y="1483"/>
                    <a:pt x="72" y="2487"/>
                    <a:pt x="1985" y="3252"/>
                  </a:cubicBezTo>
                  <a:cubicBezTo>
                    <a:pt x="2742" y="3555"/>
                    <a:pt x="3406" y="3656"/>
                    <a:pt x="3955" y="3656"/>
                  </a:cubicBezTo>
                  <a:cubicBezTo>
                    <a:pt x="5053" y="3656"/>
                    <a:pt x="5690" y="3252"/>
                    <a:pt x="5690" y="3252"/>
                  </a:cubicBezTo>
                  <a:lnTo>
                    <a:pt x="4280" y="2440"/>
                  </a:lnTo>
                  <a:cubicBezTo>
                    <a:pt x="3955" y="2555"/>
                    <a:pt x="3667" y="2604"/>
                    <a:pt x="3414" y="2604"/>
                  </a:cubicBezTo>
                  <a:cubicBezTo>
                    <a:pt x="1878" y="2604"/>
                    <a:pt x="1578" y="790"/>
                    <a:pt x="1578" y="790"/>
                  </a:cubicBezTo>
                  <a:lnTo>
                    <a:pt x="1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95EA65B-715E-486F-3623-888EE2D988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070" t="7544" r="19942" b="14598"/>
          <a:stretch>
            <a:fillRect/>
          </a:stretch>
        </p:blipFill>
        <p:spPr>
          <a:xfrm>
            <a:off x="3895873" y="507265"/>
            <a:ext cx="4440441" cy="38667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507;p41">
            <a:extLst>
              <a:ext uri="{FF2B5EF4-FFF2-40B4-BE49-F238E27FC236}">
                <a16:creationId xmlns:a16="http://schemas.microsoft.com/office/drawing/2014/main" id="{360FDCCF-E5BF-AA42-CE29-91104AE63829}"/>
              </a:ext>
            </a:extLst>
          </p:cNvPr>
          <p:cNvSpPr txBox="1">
            <a:spLocks/>
          </p:cNvSpPr>
          <p:nvPr/>
        </p:nvSpPr>
        <p:spPr>
          <a:xfrm>
            <a:off x="823697" y="3617225"/>
            <a:ext cx="2227500" cy="7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ar-LB" b="1">
                <a:solidFill>
                  <a:schemeClr val="bg2">
                    <a:lumMod val="50000"/>
                  </a:schemeClr>
                </a:solidFill>
              </a:rPr>
              <a:t>تُستخدم لمعالجة مدخلات المستخدم، التفاعل مع قاعدة البيانات وتنفيذ العمليات الحسابية، وتوليد الصفحات</a:t>
            </a:r>
            <a:endParaRPr lang="ar-LB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1" name="Google Shape;508;p41">
            <a:extLst>
              <a:ext uri="{FF2B5EF4-FFF2-40B4-BE49-F238E27FC236}">
                <a16:creationId xmlns:a16="http://schemas.microsoft.com/office/drawing/2014/main" id="{4108B83A-03BC-1CF1-2F02-F0C73C31783A}"/>
              </a:ext>
            </a:extLst>
          </p:cNvPr>
          <p:cNvSpPr txBox="1">
            <a:spLocks/>
          </p:cNvSpPr>
          <p:nvPr/>
        </p:nvSpPr>
        <p:spPr>
          <a:xfrm>
            <a:off x="3366697" y="2852772"/>
            <a:ext cx="23967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lita One"/>
              <a:buNone/>
              <a:defRPr sz="1800" b="0" i="0" u="none" strike="noStrike" cap="none">
                <a:solidFill>
                  <a:schemeClr val="dk2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lita One"/>
              <a:buNone/>
              <a:defRPr sz="1800" b="0" i="0" u="none" strike="noStrike" cap="none">
                <a:solidFill>
                  <a:schemeClr val="dk2"/>
                </a:solidFill>
                <a:latin typeface="Lilita One"/>
                <a:ea typeface="Lilita One"/>
                <a:cs typeface="Lilita One"/>
                <a:sym typeface="Lilita On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lita One"/>
              <a:buNone/>
              <a:defRPr sz="1800" b="0" i="0" u="none" strike="noStrike" cap="none">
                <a:solidFill>
                  <a:schemeClr val="dk2"/>
                </a:solidFill>
                <a:latin typeface="Lilita One"/>
                <a:ea typeface="Lilita One"/>
                <a:cs typeface="Lilita One"/>
                <a:sym typeface="Lilita On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lita One"/>
              <a:buNone/>
              <a:defRPr sz="1800" b="0" i="0" u="none" strike="noStrike" cap="none">
                <a:solidFill>
                  <a:schemeClr val="dk2"/>
                </a:solidFill>
                <a:latin typeface="Lilita One"/>
                <a:ea typeface="Lilita One"/>
                <a:cs typeface="Lilita One"/>
                <a:sym typeface="Lilita On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lita One"/>
              <a:buNone/>
              <a:defRPr sz="1800" b="0" i="0" u="none" strike="noStrike" cap="none">
                <a:solidFill>
                  <a:schemeClr val="dk2"/>
                </a:solidFill>
                <a:latin typeface="Lilita One"/>
                <a:ea typeface="Lilita One"/>
                <a:cs typeface="Lilita One"/>
                <a:sym typeface="Lilita On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lita One"/>
              <a:buNone/>
              <a:defRPr sz="1800" b="0" i="0" u="none" strike="noStrike" cap="none">
                <a:solidFill>
                  <a:schemeClr val="dk2"/>
                </a:solidFill>
                <a:latin typeface="Lilita One"/>
                <a:ea typeface="Lilita One"/>
                <a:cs typeface="Lilita One"/>
                <a:sym typeface="Lilita On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lita One"/>
              <a:buNone/>
              <a:defRPr sz="1800" b="0" i="0" u="none" strike="noStrike" cap="none">
                <a:solidFill>
                  <a:schemeClr val="dk2"/>
                </a:solidFill>
                <a:latin typeface="Lilita One"/>
                <a:ea typeface="Lilita One"/>
                <a:cs typeface="Lilita One"/>
                <a:sym typeface="Lilita On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lita One"/>
              <a:buNone/>
              <a:defRPr sz="1800" b="0" i="0" u="none" strike="noStrike" cap="none">
                <a:solidFill>
                  <a:schemeClr val="dk2"/>
                </a:solidFill>
                <a:latin typeface="Lilita One"/>
                <a:ea typeface="Lilita One"/>
                <a:cs typeface="Lilita One"/>
                <a:sym typeface="Lilita On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lita One"/>
              <a:buNone/>
              <a:defRPr sz="1800" b="0" i="0" u="none" strike="noStrike" cap="none">
                <a:solidFill>
                  <a:schemeClr val="dk2"/>
                </a:solidFill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pPr marL="0" indent="0"/>
            <a:r>
              <a:rPr lang="en-GB" sz="2000" dirty="0"/>
              <a:t>Bootstrap</a:t>
            </a:r>
          </a:p>
        </p:txBody>
      </p:sp>
      <p:sp>
        <p:nvSpPr>
          <p:cNvPr id="22" name="Google Shape;509;p41">
            <a:extLst>
              <a:ext uri="{FF2B5EF4-FFF2-40B4-BE49-F238E27FC236}">
                <a16:creationId xmlns:a16="http://schemas.microsoft.com/office/drawing/2014/main" id="{41FFDFBA-0146-6C81-E58D-300A3764D0BA}"/>
              </a:ext>
            </a:extLst>
          </p:cNvPr>
          <p:cNvSpPr txBox="1">
            <a:spLocks/>
          </p:cNvSpPr>
          <p:nvPr/>
        </p:nvSpPr>
        <p:spPr>
          <a:xfrm>
            <a:off x="739097" y="2852772"/>
            <a:ext cx="23967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lita One"/>
              <a:buNone/>
              <a:defRPr sz="1800" b="0" i="0" u="none" strike="noStrike" cap="none">
                <a:solidFill>
                  <a:schemeClr val="dk2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lita One"/>
              <a:buNone/>
              <a:defRPr sz="1800" b="0" i="0" u="none" strike="noStrike" cap="none">
                <a:solidFill>
                  <a:schemeClr val="dk2"/>
                </a:solidFill>
                <a:latin typeface="Lilita One"/>
                <a:ea typeface="Lilita One"/>
                <a:cs typeface="Lilita One"/>
                <a:sym typeface="Lilita On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lita One"/>
              <a:buNone/>
              <a:defRPr sz="1800" b="0" i="0" u="none" strike="noStrike" cap="none">
                <a:solidFill>
                  <a:schemeClr val="dk2"/>
                </a:solidFill>
                <a:latin typeface="Lilita One"/>
                <a:ea typeface="Lilita One"/>
                <a:cs typeface="Lilita One"/>
                <a:sym typeface="Lilita On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lita One"/>
              <a:buNone/>
              <a:defRPr sz="1800" b="0" i="0" u="none" strike="noStrike" cap="none">
                <a:solidFill>
                  <a:schemeClr val="dk2"/>
                </a:solidFill>
                <a:latin typeface="Lilita One"/>
                <a:ea typeface="Lilita One"/>
                <a:cs typeface="Lilita One"/>
                <a:sym typeface="Lilita On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lita One"/>
              <a:buNone/>
              <a:defRPr sz="1800" b="0" i="0" u="none" strike="noStrike" cap="none">
                <a:solidFill>
                  <a:schemeClr val="dk2"/>
                </a:solidFill>
                <a:latin typeface="Lilita One"/>
                <a:ea typeface="Lilita One"/>
                <a:cs typeface="Lilita One"/>
                <a:sym typeface="Lilita On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lita One"/>
              <a:buNone/>
              <a:defRPr sz="1800" b="0" i="0" u="none" strike="noStrike" cap="none">
                <a:solidFill>
                  <a:schemeClr val="dk2"/>
                </a:solidFill>
                <a:latin typeface="Lilita One"/>
                <a:ea typeface="Lilita One"/>
                <a:cs typeface="Lilita One"/>
                <a:sym typeface="Lilita On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lita One"/>
              <a:buNone/>
              <a:defRPr sz="1800" b="0" i="0" u="none" strike="noStrike" cap="none">
                <a:solidFill>
                  <a:schemeClr val="dk2"/>
                </a:solidFill>
                <a:latin typeface="Lilita One"/>
                <a:ea typeface="Lilita One"/>
                <a:cs typeface="Lilita One"/>
                <a:sym typeface="Lilita On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lita One"/>
              <a:buNone/>
              <a:defRPr sz="1800" b="0" i="0" u="none" strike="noStrike" cap="none">
                <a:solidFill>
                  <a:schemeClr val="dk2"/>
                </a:solidFill>
                <a:latin typeface="Lilita One"/>
                <a:ea typeface="Lilita One"/>
                <a:cs typeface="Lilita One"/>
                <a:sym typeface="Lilita On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lita One"/>
              <a:buNone/>
              <a:defRPr sz="1800" b="0" i="0" u="none" strike="noStrike" cap="none">
                <a:solidFill>
                  <a:schemeClr val="dk2"/>
                </a:solidFill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pPr marL="0" indent="0"/>
            <a:r>
              <a:rPr lang="en-GB" sz="2000"/>
              <a:t>PHP</a:t>
            </a:r>
            <a:endParaRPr lang="en-GB" sz="2000" dirty="0"/>
          </a:p>
        </p:txBody>
      </p:sp>
      <p:sp>
        <p:nvSpPr>
          <p:cNvPr id="23" name="Google Shape;510;p41">
            <a:extLst>
              <a:ext uri="{FF2B5EF4-FFF2-40B4-BE49-F238E27FC236}">
                <a16:creationId xmlns:a16="http://schemas.microsoft.com/office/drawing/2014/main" id="{A8DA1449-8A14-1197-1FC8-9BE2897EAE38}"/>
              </a:ext>
            </a:extLst>
          </p:cNvPr>
          <p:cNvSpPr txBox="1">
            <a:spLocks/>
          </p:cNvSpPr>
          <p:nvPr/>
        </p:nvSpPr>
        <p:spPr>
          <a:xfrm>
            <a:off x="6008210" y="2852772"/>
            <a:ext cx="23967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lita One"/>
              <a:buNone/>
              <a:defRPr sz="1800" b="0" i="0" u="none" strike="noStrike" cap="none">
                <a:solidFill>
                  <a:schemeClr val="dk2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lita One"/>
              <a:buNone/>
              <a:defRPr sz="1800" b="0" i="0" u="none" strike="noStrike" cap="none">
                <a:solidFill>
                  <a:schemeClr val="dk2"/>
                </a:solidFill>
                <a:latin typeface="Lilita One"/>
                <a:ea typeface="Lilita One"/>
                <a:cs typeface="Lilita One"/>
                <a:sym typeface="Lilita On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lita One"/>
              <a:buNone/>
              <a:defRPr sz="1800" b="0" i="0" u="none" strike="noStrike" cap="none">
                <a:solidFill>
                  <a:schemeClr val="dk2"/>
                </a:solidFill>
                <a:latin typeface="Lilita One"/>
                <a:ea typeface="Lilita One"/>
                <a:cs typeface="Lilita One"/>
                <a:sym typeface="Lilita On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lita One"/>
              <a:buNone/>
              <a:defRPr sz="1800" b="0" i="0" u="none" strike="noStrike" cap="none">
                <a:solidFill>
                  <a:schemeClr val="dk2"/>
                </a:solidFill>
                <a:latin typeface="Lilita One"/>
                <a:ea typeface="Lilita One"/>
                <a:cs typeface="Lilita One"/>
                <a:sym typeface="Lilita On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lita One"/>
              <a:buNone/>
              <a:defRPr sz="1800" b="0" i="0" u="none" strike="noStrike" cap="none">
                <a:solidFill>
                  <a:schemeClr val="dk2"/>
                </a:solidFill>
                <a:latin typeface="Lilita One"/>
                <a:ea typeface="Lilita One"/>
                <a:cs typeface="Lilita One"/>
                <a:sym typeface="Lilita On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lita One"/>
              <a:buNone/>
              <a:defRPr sz="1800" b="0" i="0" u="none" strike="noStrike" cap="none">
                <a:solidFill>
                  <a:schemeClr val="dk2"/>
                </a:solidFill>
                <a:latin typeface="Lilita One"/>
                <a:ea typeface="Lilita One"/>
                <a:cs typeface="Lilita One"/>
                <a:sym typeface="Lilita On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lita One"/>
              <a:buNone/>
              <a:defRPr sz="1800" b="0" i="0" u="none" strike="noStrike" cap="none">
                <a:solidFill>
                  <a:schemeClr val="dk2"/>
                </a:solidFill>
                <a:latin typeface="Lilita One"/>
                <a:ea typeface="Lilita One"/>
                <a:cs typeface="Lilita One"/>
                <a:sym typeface="Lilita On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lita One"/>
              <a:buNone/>
              <a:defRPr sz="1800" b="0" i="0" u="none" strike="noStrike" cap="none">
                <a:solidFill>
                  <a:schemeClr val="dk2"/>
                </a:solidFill>
                <a:latin typeface="Lilita One"/>
                <a:ea typeface="Lilita One"/>
                <a:cs typeface="Lilita One"/>
                <a:sym typeface="Lilita On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lita One"/>
              <a:buNone/>
              <a:defRPr sz="1800" b="0" i="0" u="none" strike="noStrike" cap="none">
                <a:solidFill>
                  <a:schemeClr val="dk2"/>
                </a:solidFill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pPr marL="0" indent="0"/>
            <a:r>
              <a:rPr lang="en-GB" sz="2000"/>
              <a:t>MySQL</a:t>
            </a:r>
            <a:endParaRPr lang="en-GB" sz="2000" dirty="0"/>
          </a:p>
        </p:txBody>
      </p:sp>
      <p:sp>
        <p:nvSpPr>
          <p:cNvPr id="24" name="Google Shape;511;p41">
            <a:extLst>
              <a:ext uri="{FF2B5EF4-FFF2-40B4-BE49-F238E27FC236}">
                <a16:creationId xmlns:a16="http://schemas.microsoft.com/office/drawing/2014/main" id="{33E43FA4-51B8-4DE2-497F-0AC40D1447AC}"/>
              </a:ext>
            </a:extLst>
          </p:cNvPr>
          <p:cNvSpPr txBox="1">
            <a:spLocks/>
          </p:cNvSpPr>
          <p:nvPr/>
        </p:nvSpPr>
        <p:spPr>
          <a:xfrm>
            <a:off x="3433360" y="3617600"/>
            <a:ext cx="2227500" cy="7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ar-LB" b="1">
                <a:solidFill>
                  <a:schemeClr val="bg2">
                    <a:lumMod val="50000"/>
                  </a:schemeClr>
                </a:solidFill>
              </a:rPr>
              <a:t>يوفر مجموعة جاهزة من قوالب </a:t>
            </a:r>
            <a:r>
              <a:rPr lang="en-GB" b="1">
                <a:solidFill>
                  <a:schemeClr val="bg2">
                    <a:lumMod val="50000"/>
                  </a:schemeClr>
                </a:solidFill>
              </a:rPr>
              <a:t>HTML </a:t>
            </a:r>
            <a:r>
              <a:rPr lang="ar-LB" b="1">
                <a:solidFill>
                  <a:schemeClr val="bg2">
                    <a:lumMod val="50000"/>
                  </a:schemeClr>
                </a:solidFill>
              </a:rPr>
              <a:t>و</a:t>
            </a:r>
            <a:r>
              <a:rPr lang="en-GB" b="1">
                <a:solidFill>
                  <a:schemeClr val="bg2">
                    <a:lumMod val="50000"/>
                  </a:schemeClr>
                </a:solidFill>
              </a:rPr>
              <a:t>CSS </a:t>
            </a:r>
            <a:r>
              <a:rPr lang="ar-LB" b="1">
                <a:solidFill>
                  <a:schemeClr val="bg2">
                    <a:lumMod val="50000"/>
                  </a:schemeClr>
                </a:solidFill>
              </a:rPr>
              <a:t>و</a:t>
            </a:r>
            <a:r>
              <a:rPr lang="en-GB" b="1">
                <a:solidFill>
                  <a:schemeClr val="bg2">
                    <a:lumMod val="50000"/>
                  </a:schemeClr>
                </a:solidFill>
              </a:rPr>
              <a:t>JavaScript </a:t>
            </a:r>
            <a:r>
              <a:rPr lang="ar-LB" b="1">
                <a:solidFill>
                  <a:schemeClr val="bg2">
                    <a:lumMod val="50000"/>
                  </a:schemeClr>
                </a:solidFill>
              </a:rPr>
              <a:t>لتصميم مواقع ويب سريعة الاستجابة</a:t>
            </a:r>
            <a:endParaRPr lang="ar-LB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5" name="Google Shape;512;p41">
            <a:extLst>
              <a:ext uri="{FF2B5EF4-FFF2-40B4-BE49-F238E27FC236}">
                <a16:creationId xmlns:a16="http://schemas.microsoft.com/office/drawing/2014/main" id="{4CF2243A-0A1A-B314-0F44-E34D47286484}"/>
              </a:ext>
            </a:extLst>
          </p:cNvPr>
          <p:cNvSpPr txBox="1">
            <a:spLocks/>
          </p:cNvSpPr>
          <p:nvPr/>
        </p:nvSpPr>
        <p:spPr>
          <a:xfrm>
            <a:off x="6092822" y="3617225"/>
            <a:ext cx="2227500" cy="7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ar-LB" b="1">
                <a:solidFill>
                  <a:schemeClr val="bg2">
                    <a:lumMod val="50000"/>
                  </a:schemeClr>
                </a:solidFill>
              </a:rPr>
              <a:t>يُستخدم لتخزين وتنظيم واسترداد البيانات المهيكلة</a:t>
            </a:r>
            <a:endParaRPr lang="ar-LB" b="1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26" name="Google Shape;513;p41">
            <a:extLst>
              <a:ext uri="{FF2B5EF4-FFF2-40B4-BE49-F238E27FC236}">
                <a16:creationId xmlns:a16="http://schemas.microsoft.com/office/drawing/2014/main" id="{26817F6B-30AB-F4B4-7D7D-2BE38DB7E6EB}"/>
              </a:ext>
            </a:extLst>
          </p:cNvPr>
          <p:cNvGrpSpPr/>
          <p:nvPr/>
        </p:nvGrpSpPr>
        <p:grpSpPr>
          <a:xfrm>
            <a:off x="1420572" y="1733700"/>
            <a:ext cx="1033749" cy="785369"/>
            <a:chOff x="3380325" y="2664275"/>
            <a:chExt cx="860525" cy="653875"/>
          </a:xfrm>
        </p:grpSpPr>
        <p:sp>
          <p:nvSpPr>
            <p:cNvPr id="27" name="Google Shape;514;p41">
              <a:extLst>
                <a:ext uri="{FF2B5EF4-FFF2-40B4-BE49-F238E27FC236}">
                  <a16:creationId xmlns:a16="http://schemas.microsoft.com/office/drawing/2014/main" id="{19ED6016-590B-A341-070D-BFFCAF65C488}"/>
                </a:ext>
              </a:extLst>
            </p:cNvPr>
            <p:cNvSpPr/>
            <p:nvPr/>
          </p:nvSpPr>
          <p:spPr>
            <a:xfrm>
              <a:off x="3380325" y="2664275"/>
              <a:ext cx="860525" cy="653875"/>
            </a:xfrm>
            <a:custGeom>
              <a:avLst/>
              <a:gdLst/>
              <a:ahLst/>
              <a:cxnLst/>
              <a:rect l="l" t="t" r="r" b="b"/>
              <a:pathLst>
                <a:path w="34421" h="26155" extrusionOk="0">
                  <a:moveTo>
                    <a:pt x="8213" y="1"/>
                  </a:moveTo>
                  <a:cubicBezTo>
                    <a:pt x="3114" y="1"/>
                    <a:pt x="0" y="1749"/>
                    <a:pt x="0" y="1749"/>
                  </a:cubicBezTo>
                  <a:lnTo>
                    <a:pt x="0" y="26154"/>
                  </a:lnTo>
                  <a:cubicBezTo>
                    <a:pt x="2257" y="25031"/>
                    <a:pt x="4922" y="24656"/>
                    <a:pt x="7472" y="24656"/>
                  </a:cubicBezTo>
                  <a:cubicBezTo>
                    <a:pt x="12571" y="24656"/>
                    <a:pt x="17211" y="26154"/>
                    <a:pt x="17211" y="26154"/>
                  </a:cubicBezTo>
                  <a:cubicBezTo>
                    <a:pt x="17211" y="26154"/>
                    <a:pt x="21843" y="24656"/>
                    <a:pt x="26943" y="24656"/>
                  </a:cubicBezTo>
                  <a:cubicBezTo>
                    <a:pt x="29492" y="24656"/>
                    <a:pt x="32159" y="25031"/>
                    <a:pt x="34421" y="26154"/>
                  </a:cubicBezTo>
                  <a:lnTo>
                    <a:pt x="34421" y="1749"/>
                  </a:lnTo>
                  <a:cubicBezTo>
                    <a:pt x="34421" y="1749"/>
                    <a:pt x="31307" y="1"/>
                    <a:pt x="26208" y="1"/>
                  </a:cubicBezTo>
                  <a:cubicBezTo>
                    <a:pt x="23658" y="1"/>
                    <a:pt x="20612" y="438"/>
                    <a:pt x="17211" y="1749"/>
                  </a:cubicBezTo>
                  <a:cubicBezTo>
                    <a:pt x="13809" y="438"/>
                    <a:pt x="10763" y="1"/>
                    <a:pt x="8213" y="1"/>
                  </a:cubicBezTo>
                  <a:close/>
                </a:path>
              </a:pathLst>
            </a:custGeom>
            <a:solidFill>
              <a:srgbClr val="DD70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515;p41">
              <a:extLst>
                <a:ext uri="{FF2B5EF4-FFF2-40B4-BE49-F238E27FC236}">
                  <a16:creationId xmlns:a16="http://schemas.microsoft.com/office/drawing/2014/main" id="{6D28F749-183A-2CF0-90CF-CF6B6DA72C70}"/>
                </a:ext>
              </a:extLst>
            </p:cNvPr>
            <p:cNvSpPr/>
            <p:nvPr/>
          </p:nvSpPr>
          <p:spPr>
            <a:xfrm>
              <a:off x="3417925" y="2701500"/>
              <a:ext cx="392675" cy="579425"/>
            </a:xfrm>
            <a:custGeom>
              <a:avLst/>
              <a:gdLst/>
              <a:ahLst/>
              <a:cxnLst/>
              <a:rect l="l" t="t" r="r" b="b"/>
              <a:pathLst>
                <a:path w="15707" h="23177" extrusionOk="0">
                  <a:moveTo>
                    <a:pt x="7497" y="1"/>
                  </a:moveTo>
                  <a:cubicBezTo>
                    <a:pt x="2843" y="1"/>
                    <a:pt x="1" y="1561"/>
                    <a:pt x="1" y="1561"/>
                  </a:cubicBezTo>
                  <a:lnTo>
                    <a:pt x="1" y="23176"/>
                  </a:lnTo>
                  <a:cubicBezTo>
                    <a:pt x="2059" y="22183"/>
                    <a:pt x="4491" y="21852"/>
                    <a:pt x="6817" y="21852"/>
                  </a:cubicBezTo>
                  <a:cubicBezTo>
                    <a:pt x="11471" y="21852"/>
                    <a:pt x="15707" y="23176"/>
                    <a:pt x="15707" y="23176"/>
                  </a:cubicBezTo>
                  <a:lnTo>
                    <a:pt x="15707" y="1561"/>
                  </a:lnTo>
                  <a:cubicBezTo>
                    <a:pt x="12603" y="391"/>
                    <a:pt x="9823" y="1"/>
                    <a:pt x="7497" y="1"/>
                  </a:cubicBezTo>
                  <a:close/>
                </a:path>
              </a:pathLst>
            </a:custGeom>
            <a:solidFill>
              <a:srgbClr val="E3DE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516;p41">
              <a:extLst>
                <a:ext uri="{FF2B5EF4-FFF2-40B4-BE49-F238E27FC236}">
                  <a16:creationId xmlns:a16="http://schemas.microsoft.com/office/drawing/2014/main" id="{3DA710C0-6D92-80A8-8466-198D9D5D860D}"/>
                </a:ext>
              </a:extLst>
            </p:cNvPr>
            <p:cNvSpPr/>
            <p:nvPr/>
          </p:nvSpPr>
          <p:spPr>
            <a:xfrm>
              <a:off x="3810575" y="2701500"/>
              <a:ext cx="392675" cy="579425"/>
            </a:xfrm>
            <a:custGeom>
              <a:avLst/>
              <a:gdLst/>
              <a:ahLst/>
              <a:cxnLst/>
              <a:rect l="l" t="t" r="r" b="b"/>
              <a:pathLst>
                <a:path w="15707" h="23177" extrusionOk="0">
                  <a:moveTo>
                    <a:pt x="8210" y="1"/>
                  </a:moveTo>
                  <a:cubicBezTo>
                    <a:pt x="5884" y="1"/>
                    <a:pt x="3104" y="391"/>
                    <a:pt x="1" y="1561"/>
                  </a:cubicBezTo>
                  <a:lnTo>
                    <a:pt x="1" y="23176"/>
                  </a:lnTo>
                  <a:cubicBezTo>
                    <a:pt x="1" y="23176"/>
                    <a:pt x="4229" y="21852"/>
                    <a:pt x="8883" y="21852"/>
                  </a:cubicBezTo>
                  <a:cubicBezTo>
                    <a:pt x="11209" y="21852"/>
                    <a:pt x="13642" y="22183"/>
                    <a:pt x="15706" y="23176"/>
                  </a:cubicBezTo>
                  <a:lnTo>
                    <a:pt x="15706" y="1561"/>
                  </a:lnTo>
                  <a:cubicBezTo>
                    <a:pt x="15706" y="1561"/>
                    <a:pt x="12864" y="1"/>
                    <a:pt x="8210" y="1"/>
                  </a:cubicBezTo>
                  <a:close/>
                </a:path>
              </a:pathLst>
            </a:custGeom>
            <a:solidFill>
              <a:srgbClr val="FCF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517;p41">
              <a:extLst>
                <a:ext uri="{FF2B5EF4-FFF2-40B4-BE49-F238E27FC236}">
                  <a16:creationId xmlns:a16="http://schemas.microsoft.com/office/drawing/2014/main" id="{ED8A64B9-9048-DC96-6897-FE03D2A67607}"/>
                </a:ext>
              </a:extLst>
            </p:cNvPr>
            <p:cNvSpPr/>
            <p:nvPr/>
          </p:nvSpPr>
          <p:spPr>
            <a:xfrm>
              <a:off x="3450850" y="2761125"/>
              <a:ext cx="326450" cy="42125"/>
            </a:xfrm>
            <a:custGeom>
              <a:avLst/>
              <a:gdLst/>
              <a:ahLst/>
              <a:cxnLst/>
              <a:rect l="l" t="t" r="r" b="b"/>
              <a:pathLst>
                <a:path w="13058" h="1685" extrusionOk="0">
                  <a:moveTo>
                    <a:pt x="6463" y="1"/>
                  </a:moveTo>
                  <a:cubicBezTo>
                    <a:pt x="2615" y="1"/>
                    <a:pt x="42" y="1162"/>
                    <a:pt x="0" y="1183"/>
                  </a:cubicBezTo>
                  <a:lnTo>
                    <a:pt x="236" y="1668"/>
                  </a:lnTo>
                  <a:cubicBezTo>
                    <a:pt x="267" y="1648"/>
                    <a:pt x="2732" y="537"/>
                    <a:pt x="6433" y="537"/>
                  </a:cubicBezTo>
                  <a:cubicBezTo>
                    <a:pt x="8312" y="537"/>
                    <a:pt x="10510" y="824"/>
                    <a:pt x="12869" y="1684"/>
                  </a:cubicBezTo>
                  <a:lnTo>
                    <a:pt x="13057" y="1167"/>
                  </a:lnTo>
                  <a:cubicBezTo>
                    <a:pt x="10644" y="293"/>
                    <a:pt x="8393" y="1"/>
                    <a:pt x="6463" y="1"/>
                  </a:cubicBezTo>
                  <a:close/>
                </a:path>
              </a:pathLst>
            </a:custGeom>
            <a:solidFill>
              <a:srgbClr val="6F77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518;p41">
              <a:extLst>
                <a:ext uri="{FF2B5EF4-FFF2-40B4-BE49-F238E27FC236}">
                  <a16:creationId xmlns:a16="http://schemas.microsoft.com/office/drawing/2014/main" id="{B7C95EE1-C729-BF93-8D31-BFFA1483D458}"/>
                </a:ext>
              </a:extLst>
            </p:cNvPr>
            <p:cNvSpPr/>
            <p:nvPr/>
          </p:nvSpPr>
          <p:spPr>
            <a:xfrm>
              <a:off x="3450850" y="2794650"/>
              <a:ext cx="326450" cy="41900"/>
            </a:xfrm>
            <a:custGeom>
              <a:avLst/>
              <a:gdLst/>
              <a:ahLst/>
              <a:cxnLst/>
              <a:rect l="l" t="t" r="r" b="b"/>
              <a:pathLst>
                <a:path w="13058" h="1676" extrusionOk="0">
                  <a:moveTo>
                    <a:pt x="6463" y="1"/>
                  </a:moveTo>
                  <a:cubicBezTo>
                    <a:pt x="2615" y="1"/>
                    <a:pt x="42" y="1169"/>
                    <a:pt x="0" y="1190"/>
                  </a:cubicBezTo>
                  <a:lnTo>
                    <a:pt x="236" y="1675"/>
                  </a:lnTo>
                  <a:cubicBezTo>
                    <a:pt x="267" y="1655"/>
                    <a:pt x="2742" y="540"/>
                    <a:pt x="6456" y="540"/>
                  </a:cubicBezTo>
                  <a:cubicBezTo>
                    <a:pt x="8330" y="540"/>
                    <a:pt x="10519" y="824"/>
                    <a:pt x="12869" y="1675"/>
                  </a:cubicBezTo>
                  <a:lnTo>
                    <a:pt x="13057" y="1174"/>
                  </a:lnTo>
                  <a:cubicBezTo>
                    <a:pt x="10644" y="294"/>
                    <a:pt x="8393" y="1"/>
                    <a:pt x="6463" y="1"/>
                  </a:cubicBezTo>
                  <a:close/>
                </a:path>
              </a:pathLst>
            </a:custGeom>
            <a:solidFill>
              <a:srgbClr val="6F77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519;p41">
              <a:extLst>
                <a:ext uri="{FF2B5EF4-FFF2-40B4-BE49-F238E27FC236}">
                  <a16:creationId xmlns:a16="http://schemas.microsoft.com/office/drawing/2014/main" id="{FE4179B0-B0BF-E562-2EFF-4CFA78C00740}"/>
                </a:ext>
              </a:extLst>
            </p:cNvPr>
            <p:cNvSpPr/>
            <p:nvPr/>
          </p:nvSpPr>
          <p:spPr>
            <a:xfrm>
              <a:off x="3450850" y="2828350"/>
              <a:ext cx="326450" cy="41900"/>
            </a:xfrm>
            <a:custGeom>
              <a:avLst/>
              <a:gdLst/>
              <a:ahLst/>
              <a:cxnLst/>
              <a:rect l="l" t="t" r="r" b="b"/>
              <a:pathLst>
                <a:path w="13058" h="1676" extrusionOk="0">
                  <a:moveTo>
                    <a:pt x="6463" y="1"/>
                  </a:moveTo>
                  <a:cubicBezTo>
                    <a:pt x="2615" y="1"/>
                    <a:pt x="42" y="1169"/>
                    <a:pt x="0" y="1190"/>
                  </a:cubicBezTo>
                  <a:lnTo>
                    <a:pt x="236" y="1675"/>
                  </a:lnTo>
                  <a:cubicBezTo>
                    <a:pt x="267" y="1655"/>
                    <a:pt x="2742" y="533"/>
                    <a:pt x="6456" y="533"/>
                  </a:cubicBezTo>
                  <a:cubicBezTo>
                    <a:pt x="8330" y="533"/>
                    <a:pt x="10519" y="819"/>
                    <a:pt x="12869" y="1675"/>
                  </a:cubicBezTo>
                  <a:lnTo>
                    <a:pt x="13057" y="1174"/>
                  </a:lnTo>
                  <a:cubicBezTo>
                    <a:pt x="10644" y="294"/>
                    <a:pt x="8393" y="1"/>
                    <a:pt x="6463" y="1"/>
                  </a:cubicBezTo>
                  <a:close/>
                </a:path>
              </a:pathLst>
            </a:custGeom>
            <a:solidFill>
              <a:srgbClr val="6F77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520;p41">
              <a:extLst>
                <a:ext uri="{FF2B5EF4-FFF2-40B4-BE49-F238E27FC236}">
                  <a16:creationId xmlns:a16="http://schemas.microsoft.com/office/drawing/2014/main" id="{E79C96C0-271E-1CE4-EA21-340555E7C02A}"/>
                </a:ext>
              </a:extLst>
            </p:cNvPr>
            <p:cNvSpPr/>
            <p:nvPr/>
          </p:nvSpPr>
          <p:spPr>
            <a:xfrm>
              <a:off x="3448500" y="2863525"/>
              <a:ext cx="165775" cy="37675"/>
            </a:xfrm>
            <a:custGeom>
              <a:avLst/>
              <a:gdLst/>
              <a:ahLst/>
              <a:cxnLst/>
              <a:rect l="l" t="t" r="r" b="b"/>
              <a:pathLst>
                <a:path w="6631" h="1507" extrusionOk="0">
                  <a:moveTo>
                    <a:pt x="6362" y="0"/>
                  </a:moveTo>
                  <a:cubicBezTo>
                    <a:pt x="2506" y="0"/>
                    <a:pt x="92" y="975"/>
                    <a:pt x="0" y="1021"/>
                  </a:cubicBezTo>
                  <a:lnTo>
                    <a:pt x="204" y="1507"/>
                  </a:lnTo>
                  <a:cubicBezTo>
                    <a:pt x="220" y="1507"/>
                    <a:pt x="2651" y="534"/>
                    <a:pt x="6452" y="534"/>
                  </a:cubicBezTo>
                  <a:cubicBezTo>
                    <a:pt x="6511" y="534"/>
                    <a:pt x="6571" y="534"/>
                    <a:pt x="6631" y="535"/>
                  </a:cubicBezTo>
                  <a:lnTo>
                    <a:pt x="6631" y="2"/>
                  </a:lnTo>
                  <a:cubicBezTo>
                    <a:pt x="6540" y="1"/>
                    <a:pt x="6451" y="0"/>
                    <a:pt x="6362" y="0"/>
                  </a:cubicBezTo>
                  <a:close/>
                </a:path>
              </a:pathLst>
            </a:custGeom>
            <a:solidFill>
              <a:srgbClr val="6F77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521;p41">
              <a:extLst>
                <a:ext uri="{FF2B5EF4-FFF2-40B4-BE49-F238E27FC236}">
                  <a16:creationId xmlns:a16="http://schemas.microsoft.com/office/drawing/2014/main" id="{C503BAF5-CDCC-86BC-CCCD-0E8E998AE3CF}"/>
                </a:ext>
              </a:extLst>
            </p:cNvPr>
            <p:cNvSpPr/>
            <p:nvPr/>
          </p:nvSpPr>
          <p:spPr>
            <a:xfrm>
              <a:off x="3450850" y="2969600"/>
              <a:ext cx="326450" cy="42100"/>
            </a:xfrm>
            <a:custGeom>
              <a:avLst/>
              <a:gdLst/>
              <a:ahLst/>
              <a:cxnLst/>
              <a:rect l="l" t="t" r="r" b="b"/>
              <a:pathLst>
                <a:path w="13058" h="1684" extrusionOk="0">
                  <a:moveTo>
                    <a:pt x="6463" y="0"/>
                  </a:moveTo>
                  <a:cubicBezTo>
                    <a:pt x="2615" y="0"/>
                    <a:pt x="42" y="1161"/>
                    <a:pt x="0" y="1182"/>
                  </a:cubicBezTo>
                  <a:lnTo>
                    <a:pt x="236" y="1668"/>
                  </a:lnTo>
                  <a:cubicBezTo>
                    <a:pt x="267" y="1647"/>
                    <a:pt x="2732" y="537"/>
                    <a:pt x="6433" y="537"/>
                  </a:cubicBezTo>
                  <a:cubicBezTo>
                    <a:pt x="8312" y="537"/>
                    <a:pt x="10510" y="823"/>
                    <a:pt x="12869" y="1684"/>
                  </a:cubicBezTo>
                  <a:lnTo>
                    <a:pt x="13057" y="1167"/>
                  </a:lnTo>
                  <a:cubicBezTo>
                    <a:pt x="10644" y="292"/>
                    <a:pt x="8393" y="0"/>
                    <a:pt x="6463" y="0"/>
                  </a:cubicBezTo>
                  <a:close/>
                </a:path>
              </a:pathLst>
            </a:custGeom>
            <a:solidFill>
              <a:srgbClr val="6F77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522;p41">
              <a:extLst>
                <a:ext uri="{FF2B5EF4-FFF2-40B4-BE49-F238E27FC236}">
                  <a16:creationId xmlns:a16="http://schemas.microsoft.com/office/drawing/2014/main" id="{24CAA1AD-1A93-E318-3A1C-FE4224501B93}"/>
                </a:ext>
              </a:extLst>
            </p:cNvPr>
            <p:cNvSpPr/>
            <p:nvPr/>
          </p:nvSpPr>
          <p:spPr>
            <a:xfrm>
              <a:off x="3450850" y="3003125"/>
              <a:ext cx="326450" cy="41900"/>
            </a:xfrm>
            <a:custGeom>
              <a:avLst/>
              <a:gdLst/>
              <a:ahLst/>
              <a:cxnLst/>
              <a:rect l="l" t="t" r="r" b="b"/>
              <a:pathLst>
                <a:path w="13058" h="1676" extrusionOk="0">
                  <a:moveTo>
                    <a:pt x="6463" y="0"/>
                  </a:moveTo>
                  <a:cubicBezTo>
                    <a:pt x="2615" y="0"/>
                    <a:pt x="42" y="1168"/>
                    <a:pt x="0" y="1189"/>
                  </a:cubicBezTo>
                  <a:lnTo>
                    <a:pt x="236" y="1675"/>
                  </a:lnTo>
                  <a:cubicBezTo>
                    <a:pt x="267" y="1654"/>
                    <a:pt x="2742" y="540"/>
                    <a:pt x="6456" y="540"/>
                  </a:cubicBezTo>
                  <a:cubicBezTo>
                    <a:pt x="8330" y="540"/>
                    <a:pt x="10519" y="824"/>
                    <a:pt x="12869" y="1675"/>
                  </a:cubicBezTo>
                  <a:lnTo>
                    <a:pt x="13057" y="1174"/>
                  </a:lnTo>
                  <a:cubicBezTo>
                    <a:pt x="10644" y="294"/>
                    <a:pt x="8393" y="0"/>
                    <a:pt x="64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523;p41">
              <a:extLst>
                <a:ext uri="{FF2B5EF4-FFF2-40B4-BE49-F238E27FC236}">
                  <a16:creationId xmlns:a16="http://schemas.microsoft.com/office/drawing/2014/main" id="{7BCD9A72-D333-10C2-B187-363019E53CA7}"/>
                </a:ext>
              </a:extLst>
            </p:cNvPr>
            <p:cNvSpPr/>
            <p:nvPr/>
          </p:nvSpPr>
          <p:spPr>
            <a:xfrm>
              <a:off x="3450850" y="3117525"/>
              <a:ext cx="326450" cy="41925"/>
            </a:xfrm>
            <a:custGeom>
              <a:avLst/>
              <a:gdLst/>
              <a:ahLst/>
              <a:cxnLst/>
              <a:rect l="l" t="t" r="r" b="b"/>
              <a:pathLst>
                <a:path w="13058" h="1677" extrusionOk="0">
                  <a:moveTo>
                    <a:pt x="6457" y="1"/>
                  </a:moveTo>
                  <a:cubicBezTo>
                    <a:pt x="2612" y="1"/>
                    <a:pt x="42" y="1164"/>
                    <a:pt x="0" y="1174"/>
                  </a:cubicBezTo>
                  <a:lnTo>
                    <a:pt x="236" y="1676"/>
                  </a:lnTo>
                  <a:cubicBezTo>
                    <a:pt x="267" y="1655"/>
                    <a:pt x="2742" y="534"/>
                    <a:pt x="6456" y="534"/>
                  </a:cubicBezTo>
                  <a:cubicBezTo>
                    <a:pt x="8330" y="534"/>
                    <a:pt x="10519" y="819"/>
                    <a:pt x="12869" y="1676"/>
                  </a:cubicBezTo>
                  <a:lnTo>
                    <a:pt x="13057" y="1174"/>
                  </a:lnTo>
                  <a:cubicBezTo>
                    <a:pt x="10641" y="294"/>
                    <a:pt x="8389" y="1"/>
                    <a:pt x="64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524;p41">
              <a:extLst>
                <a:ext uri="{FF2B5EF4-FFF2-40B4-BE49-F238E27FC236}">
                  <a16:creationId xmlns:a16="http://schemas.microsoft.com/office/drawing/2014/main" id="{C53E4EDF-9F1B-FF1C-1AE9-D8D2387732C5}"/>
                </a:ext>
              </a:extLst>
            </p:cNvPr>
            <p:cNvSpPr/>
            <p:nvPr/>
          </p:nvSpPr>
          <p:spPr>
            <a:xfrm>
              <a:off x="3450850" y="3151225"/>
              <a:ext cx="326450" cy="41925"/>
            </a:xfrm>
            <a:custGeom>
              <a:avLst/>
              <a:gdLst/>
              <a:ahLst/>
              <a:cxnLst/>
              <a:rect l="l" t="t" r="r" b="b"/>
              <a:pathLst>
                <a:path w="13058" h="1677" extrusionOk="0">
                  <a:moveTo>
                    <a:pt x="6457" y="1"/>
                  </a:moveTo>
                  <a:cubicBezTo>
                    <a:pt x="2612" y="1"/>
                    <a:pt x="42" y="1164"/>
                    <a:pt x="0" y="1174"/>
                  </a:cubicBezTo>
                  <a:lnTo>
                    <a:pt x="236" y="1660"/>
                  </a:lnTo>
                  <a:cubicBezTo>
                    <a:pt x="267" y="1650"/>
                    <a:pt x="2740" y="533"/>
                    <a:pt x="6450" y="533"/>
                  </a:cubicBezTo>
                  <a:cubicBezTo>
                    <a:pt x="8325" y="533"/>
                    <a:pt x="10517" y="818"/>
                    <a:pt x="12869" y="1676"/>
                  </a:cubicBezTo>
                  <a:lnTo>
                    <a:pt x="13057" y="1174"/>
                  </a:lnTo>
                  <a:cubicBezTo>
                    <a:pt x="10641" y="294"/>
                    <a:pt x="8389" y="1"/>
                    <a:pt x="64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525;p41">
              <a:extLst>
                <a:ext uri="{FF2B5EF4-FFF2-40B4-BE49-F238E27FC236}">
                  <a16:creationId xmlns:a16="http://schemas.microsoft.com/office/drawing/2014/main" id="{AC8AC429-DC14-0F3F-3D5F-F7B2294A3176}"/>
                </a:ext>
              </a:extLst>
            </p:cNvPr>
            <p:cNvSpPr/>
            <p:nvPr/>
          </p:nvSpPr>
          <p:spPr>
            <a:xfrm>
              <a:off x="3450850" y="3184725"/>
              <a:ext cx="326450" cy="42125"/>
            </a:xfrm>
            <a:custGeom>
              <a:avLst/>
              <a:gdLst/>
              <a:ahLst/>
              <a:cxnLst/>
              <a:rect l="l" t="t" r="r" b="b"/>
              <a:pathLst>
                <a:path w="13058" h="1685" extrusionOk="0">
                  <a:moveTo>
                    <a:pt x="6463" y="1"/>
                  </a:moveTo>
                  <a:cubicBezTo>
                    <a:pt x="2615" y="1"/>
                    <a:pt x="42" y="1162"/>
                    <a:pt x="0" y="1182"/>
                  </a:cubicBezTo>
                  <a:lnTo>
                    <a:pt x="236" y="1668"/>
                  </a:lnTo>
                  <a:cubicBezTo>
                    <a:pt x="267" y="1648"/>
                    <a:pt x="2732" y="537"/>
                    <a:pt x="6433" y="537"/>
                  </a:cubicBezTo>
                  <a:cubicBezTo>
                    <a:pt x="8312" y="537"/>
                    <a:pt x="10510" y="824"/>
                    <a:pt x="12869" y="1684"/>
                  </a:cubicBezTo>
                  <a:lnTo>
                    <a:pt x="13057" y="1167"/>
                  </a:lnTo>
                  <a:cubicBezTo>
                    <a:pt x="10644" y="293"/>
                    <a:pt x="8393" y="1"/>
                    <a:pt x="6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526;p41">
              <a:extLst>
                <a:ext uri="{FF2B5EF4-FFF2-40B4-BE49-F238E27FC236}">
                  <a16:creationId xmlns:a16="http://schemas.microsoft.com/office/drawing/2014/main" id="{4320FFD7-AA7A-A317-C176-3A584288CE00}"/>
                </a:ext>
              </a:extLst>
            </p:cNvPr>
            <p:cNvSpPr/>
            <p:nvPr/>
          </p:nvSpPr>
          <p:spPr>
            <a:xfrm>
              <a:off x="3843875" y="2761125"/>
              <a:ext cx="326050" cy="42125"/>
            </a:xfrm>
            <a:custGeom>
              <a:avLst/>
              <a:gdLst/>
              <a:ahLst/>
              <a:cxnLst/>
              <a:rect l="l" t="t" r="r" b="b"/>
              <a:pathLst>
                <a:path w="13042" h="1685" extrusionOk="0">
                  <a:moveTo>
                    <a:pt x="6455" y="1"/>
                  </a:moveTo>
                  <a:cubicBezTo>
                    <a:pt x="2608" y="1"/>
                    <a:pt x="32" y="1162"/>
                    <a:pt x="1" y="1183"/>
                  </a:cubicBezTo>
                  <a:lnTo>
                    <a:pt x="220" y="1668"/>
                  </a:lnTo>
                  <a:cubicBezTo>
                    <a:pt x="262" y="1648"/>
                    <a:pt x="2730" y="537"/>
                    <a:pt x="6428" y="537"/>
                  </a:cubicBezTo>
                  <a:cubicBezTo>
                    <a:pt x="8305" y="537"/>
                    <a:pt x="10500" y="824"/>
                    <a:pt x="12854" y="1684"/>
                  </a:cubicBezTo>
                  <a:lnTo>
                    <a:pt x="13042" y="1167"/>
                  </a:lnTo>
                  <a:cubicBezTo>
                    <a:pt x="10634" y="293"/>
                    <a:pt x="8385" y="1"/>
                    <a:pt x="64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527;p41">
              <a:extLst>
                <a:ext uri="{FF2B5EF4-FFF2-40B4-BE49-F238E27FC236}">
                  <a16:creationId xmlns:a16="http://schemas.microsoft.com/office/drawing/2014/main" id="{E30DF8EC-92A3-1F93-3EB0-42302818F32E}"/>
                </a:ext>
              </a:extLst>
            </p:cNvPr>
            <p:cNvSpPr/>
            <p:nvPr/>
          </p:nvSpPr>
          <p:spPr>
            <a:xfrm>
              <a:off x="3843875" y="2794650"/>
              <a:ext cx="326050" cy="41900"/>
            </a:xfrm>
            <a:custGeom>
              <a:avLst/>
              <a:gdLst/>
              <a:ahLst/>
              <a:cxnLst/>
              <a:rect l="l" t="t" r="r" b="b"/>
              <a:pathLst>
                <a:path w="13042" h="1676" extrusionOk="0">
                  <a:moveTo>
                    <a:pt x="6455" y="1"/>
                  </a:moveTo>
                  <a:cubicBezTo>
                    <a:pt x="2608" y="1"/>
                    <a:pt x="32" y="1169"/>
                    <a:pt x="1" y="1190"/>
                  </a:cubicBezTo>
                  <a:lnTo>
                    <a:pt x="220" y="1675"/>
                  </a:lnTo>
                  <a:cubicBezTo>
                    <a:pt x="262" y="1655"/>
                    <a:pt x="2741" y="540"/>
                    <a:pt x="6451" y="540"/>
                  </a:cubicBezTo>
                  <a:cubicBezTo>
                    <a:pt x="8323" y="540"/>
                    <a:pt x="10509" y="824"/>
                    <a:pt x="12854" y="1675"/>
                  </a:cubicBezTo>
                  <a:lnTo>
                    <a:pt x="13042" y="1174"/>
                  </a:lnTo>
                  <a:cubicBezTo>
                    <a:pt x="10634" y="294"/>
                    <a:pt x="8385" y="1"/>
                    <a:pt x="64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528;p41">
              <a:extLst>
                <a:ext uri="{FF2B5EF4-FFF2-40B4-BE49-F238E27FC236}">
                  <a16:creationId xmlns:a16="http://schemas.microsoft.com/office/drawing/2014/main" id="{5B82107F-EAAF-A7A9-D5D5-09A1BB3389BA}"/>
                </a:ext>
              </a:extLst>
            </p:cNvPr>
            <p:cNvSpPr/>
            <p:nvPr/>
          </p:nvSpPr>
          <p:spPr>
            <a:xfrm>
              <a:off x="3843875" y="2828350"/>
              <a:ext cx="326050" cy="41900"/>
            </a:xfrm>
            <a:custGeom>
              <a:avLst/>
              <a:gdLst/>
              <a:ahLst/>
              <a:cxnLst/>
              <a:rect l="l" t="t" r="r" b="b"/>
              <a:pathLst>
                <a:path w="13042" h="1676" extrusionOk="0">
                  <a:moveTo>
                    <a:pt x="6455" y="1"/>
                  </a:moveTo>
                  <a:cubicBezTo>
                    <a:pt x="2608" y="1"/>
                    <a:pt x="32" y="1169"/>
                    <a:pt x="1" y="1190"/>
                  </a:cubicBezTo>
                  <a:lnTo>
                    <a:pt x="220" y="1675"/>
                  </a:lnTo>
                  <a:cubicBezTo>
                    <a:pt x="262" y="1655"/>
                    <a:pt x="2741" y="533"/>
                    <a:pt x="6451" y="533"/>
                  </a:cubicBezTo>
                  <a:cubicBezTo>
                    <a:pt x="8323" y="533"/>
                    <a:pt x="10509" y="819"/>
                    <a:pt x="12854" y="1675"/>
                  </a:cubicBezTo>
                  <a:lnTo>
                    <a:pt x="13042" y="1174"/>
                  </a:lnTo>
                  <a:cubicBezTo>
                    <a:pt x="10634" y="294"/>
                    <a:pt x="8385" y="1"/>
                    <a:pt x="64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529;p41">
              <a:extLst>
                <a:ext uri="{FF2B5EF4-FFF2-40B4-BE49-F238E27FC236}">
                  <a16:creationId xmlns:a16="http://schemas.microsoft.com/office/drawing/2014/main" id="{1722C403-E22C-4DAC-B7AF-0EB3A6F8F7CB}"/>
                </a:ext>
              </a:extLst>
            </p:cNvPr>
            <p:cNvSpPr/>
            <p:nvPr/>
          </p:nvSpPr>
          <p:spPr>
            <a:xfrm>
              <a:off x="3843875" y="2862025"/>
              <a:ext cx="326050" cy="41925"/>
            </a:xfrm>
            <a:custGeom>
              <a:avLst/>
              <a:gdLst/>
              <a:ahLst/>
              <a:cxnLst/>
              <a:rect l="l" t="t" r="r" b="b"/>
              <a:pathLst>
                <a:path w="13042" h="1677" extrusionOk="0">
                  <a:moveTo>
                    <a:pt x="6450" y="1"/>
                  </a:moveTo>
                  <a:cubicBezTo>
                    <a:pt x="2606" y="1"/>
                    <a:pt x="32" y="1164"/>
                    <a:pt x="1" y="1175"/>
                  </a:cubicBezTo>
                  <a:lnTo>
                    <a:pt x="220" y="1661"/>
                  </a:lnTo>
                  <a:cubicBezTo>
                    <a:pt x="262" y="1650"/>
                    <a:pt x="2738" y="533"/>
                    <a:pt x="6445" y="533"/>
                  </a:cubicBezTo>
                  <a:cubicBezTo>
                    <a:pt x="8319" y="533"/>
                    <a:pt x="10507" y="819"/>
                    <a:pt x="12854" y="1676"/>
                  </a:cubicBezTo>
                  <a:lnTo>
                    <a:pt x="13042" y="1175"/>
                  </a:lnTo>
                  <a:cubicBezTo>
                    <a:pt x="10631" y="294"/>
                    <a:pt x="8380" y="1"/>
                    <a:pt x="64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530;p41">
              <a:extLst>
                <a:ext uri="{FF2B5EF4-FFF2-40B4-BE49-F238E27FC236}">
                  <a16:creationId xmlns:a16="http://schemas.microsoft.com/office/drawing/2014/main" id="{97DBCA36-A889-17EB-DFD0-57DF30327F8C}"/>
                </a:ext>
              </a:extLst>
            </p:cNvPr>
            <p:cNvSpPr/>
            <p:nvPr/>
          </p:nvSpPr>
          <p:spPr>
            <a:xfrm>
              <a:off x="3843875" y="2895650"/>
              <a:ext cx="326050" cy="42000"/>
            </a:xfrm>
            <a:custGeom>
              <a:avLst/>
              <a:gdLst/>
              <a:ahLst/>
              <a:cxnLst/>
              <a:rect l="l" t="t" r="r" b="b"/>
              <a:pathLst>
                <a:path w="13042" h="1680" extrusionOk="0">
                  <a:moveTo>
                    <a:pt x="6432" y="0"/>
                  </a:moveTo>
                  <a:cubicBezTo>
                    <a:pt x="2598" y="0"/>
                    <a:pt x="32" y="1157"/>
                    <a:pt x="1" y="1178"/>
                  </a:cubicBezTo>
                  <a:lnTo>
                    <a:pt x="220" y="1664"/>
                  </a:lnTo>
                  <a:cubicBezTo>
                    <a:pt x="262" y="1653"/>
                    <a:pt x="2738" y="536"/>
                    <a:pt x="6445" y="536"/>
                  </a:cubicBezTo>
                  <a:cubicBezTo>
                    <a:pt x="8319" y="536"/>
                    <a:pt x="10507" y="822"/>
                    <a:pt x="12854" y="1679"/>
                  </a:cubicBezTo>
                  <a:lnTo>
                    <a:pt x="13042" y="1178"/>
                  </a:lnTo>
                  <a:cubicBezTo>
                    <a:pt x="10624" y="295"/>
                    <a:pt x="8367" y="0"/>
                    <a:pt x="64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531;p41">
              <a:extLst>
                <a:ext uri="{FF2B5EF4-FFF2-40B4-BE49-F238E27FC236}">
                  <a16:creationId xmlns:a16="http://schemas.microsoft.com/office/drawing/2014/main" id="{FF57450B-4A5A-5AE9-E0DB-65567D70AF1D}"/>
                </a:ext>
              </a:extLst>
            </p:cNvPr>
            <p:cNvSpPr/>
            <p:nvPr/>
          </p:nvSpPr>
          <p:spPr>
            <a:xfrm>
              <a:off x="3843875" y="2929225"/>
              <a:ext cx="326050" cy="42125"/>
            </a:xfrm>
            <a:custGeom>
              <a:avLst/>
              <a:gdLst/>
              <a:ahLst/>
              <a:cxnLst/>
              <a:rect l="l" t="t" r="r" b="b"/>
              <a:pathLst>
                <a:path w="13042" h="1685" extrusionOk="0">
                  <a:moveTo>
                    <a:pt x="6455" y="1"/>
                  </a:moveTo>
                  <a:cubicBezTo>
                    <a:pt x="2608" y="1"/>
                    <a:pt x="32" y="1162"/>
                    <a:pt x="1" y="1183"/>
                  </a:cubicBezTo>
                  <a:lnTo>
                    <a:pt x="220" y="1669"/>
                  </a:lnTo>
                  <a:cubicBezTo>
                    <a:pt x="262" y="1648"/>
                    <a:pt x="2730" y="538"/>
                    <a:pt x="6428" y="538"/>
                  </a:cubicBezTo>
                  <a:cubicBezTo>
                    <a:pt x="8305" y="538"/>
                    <a:pt x="10500" y="824"/>
                    <a:pt x="12854" y="1684"/>
                  </a:cubicBezTo>
                  <a:lnTo>
                    <a:pt x="13042" y="1167"/>
                  </a:lnTo>
                  <a:cubicBezTo>
                    <a:pt x="10634" y="293"/>
                    <a:pt x="8385" y="1"/>
                    <a:pt x="64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32;p41">
              <a:extLst>
                <a:ext uri="{FF2B5EF4-FFF2-40B4-BE49-F238E27FC236}">
                  <a16:creationId xmlns:a16="http://schemas.microsoft.com/office/drawing/2014/main" id="{400C5277-7423-4656-7F4B-40D57050466A}"/>
                </a:ext>
              </a:extLst>
            </p:cNvPr>
            <p:cNvSpPr/>
            <p:nvPr/>
          </p:nvSpPr>
          <p:spPr>
            <a:xfrm>
              <a:off x="4006900" y="2965800"/>
              <a:ext cx="165775" cy="37675"/>
            </a:xfrm>
            <a:custGeom>
              <a:avLst/>
              <a:gdLst/>
              <a:ahLst/>
              <a:cxnLst/>
              <a:rect l="l" t="t" r="r" b="b"/>
              <a:pathLst>
                <a:path w="6631" h="1507" extrusionOk="0">
                  <a:moveTo>
                    <a:pt x="274" y="0"/>
                  </a:moveTo>
                  <a:cubicBezTo>
                    <a:pt x="183" y="0"/>
                    <a:pt x="92" y="1"/>
                    <a:pt x="0" y="2"/>
                  </a:cubicBezTo>
                  <a:lnTo>
                    <a:pt x="0" y="535"/>
                  </a:lnTo>
                  <a:cubicBezTo>
                    <a:pt x="89" y="534"/>
                    <a:pt x="178" y="533"/>
                    <a:pt x="265" y="533"/>
                  </a:cubicBezTo>
                  <a:cubicBezTo>
                    <a:pt x="4001" y="533"/>
                    <a:pt x="6396" y="1491"/>
                    <a:pt x="6427" y="1507"/>
                  </a:cubicBezTo>
                  <a:lnTo>
                    <a:pt x="6631" y="1005"/>
                  </a:lnTo>
                  <a:cubicBezTo>
                    <a:pt x="6523" y="959"/>
                    <a:pt x="4127" y="0"/>
                    <a:pt x="2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33;p41">
              <a:extLst>
                <a:ext uri="{FF2B5EF4-FFF2-40B4-BE49-F238E27FC236}">
                  <a16:creationId xmlns:a16="http://schemas.microsoft.com/office/drawing/2014/main" id="{5C34A3C2-33C4-94F1-9BF7-3CD8F389DF27}"/>
                </a:ext>
              </a:extLst>
            </p:cNvPr>
            <p:cNvSpPr/>
            <p:nvPr/>
          </p:nvSpPr>
          <p:spPr>
            <a:xfrm>
              <a:off x="3843875" y="3040300"/>
              <a:ext cx="326050" cy="157550"/>
            </a:xfrm>
            <a:custGeom>
              <a:avLst/>
              <a:gdLst/>
              <a:ahLst/>
              <a:cxnLst/>
              <a:rect l="l" t="t" r="r" b="b"/>
              <a:pathLst>
                <a:path w="13042" h="6302" extrusionOk="0">
                  <a:moveTo>
                    <a:pt x="6921" y="0"/>
                  </a:moveTo>
                  <a:cubicBezTo>
                    <a:pt x="4989" y="0"/>
                    <a:pt x="2655" y="282"/>
                    <a:pt x="1" y="1129"/>
                  </a:cubicBezTo>
                  <a:lnTo>
                    <a:pt x="1" y="6301"/>
                  </a:lnTo>
                  <a:cubicBezTo>
                    <a:pt x="1" y="6301"/>
                    <a:pt x="1812" y="5375"/>
                    <a:pt x="5676" y="5375"/>
                  </a:cubicBezTo>
                  <a:cubicBezTo>
                    <a:pt x="7608" y="5375"/>
                    <a:pt x="10053" y="5606"/>
                    <a:pt x="13042" y="6301"/>
                  </a:cubicBezTo>
                  <a:lnTo>
                    <a:pt x="13042" y="1129"/>
                  </a:lnTo>
                  <a:cubicBezTo>
                    <a:pt x="13042" y="1129"/>
                    <a:pt x="10785" y="0"/>
                    <a:pt x="69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34;p41">
              <a:extLst>
                <a:ext uri="{FF2B5EF4-FFF2-40B4-BE49-F238E27FC236}">
                  <a16:creationId xmlns:a16="http://schemas.microsoft.com/office/drawing/2014/main" id="{2EF27FB0-BCEB-AF0A-62DA-76F68F50DC63}"/>
                </a:ext>
              </a:extLst>
            </p:cNvPr>
            <p:cNvSpPr/>
            <p:nvPr/>
          </p:nvSpPr>
          <p:spPr>
            <a:xfrm>
              <a:off x="3829775" y="2714650"/>
              <a:ext cx="67425" cy="264925"/>
            </a:xfrm>
            <a:custGeom>
              <a:avLst/>
              <a:gdLst/>
              <a:ahLst/>
              <a:cxnLst/>
              <a:rect l="l" t="t" r="r" b="b"/>
              <a:pathLst>
                <a:path w="2697" h="10597" extrusionOk="0">
                  <a:moveTo>
                    <a:pt x="2697" y="1"/>
                  </a:moveTo>
                  <a:cubicBezTo>
                    <a:pt x="1834" y="189"/>
                    <a:pt x="925" y="440"/>
                    <a:pt x="1" y="753"/>
                  </a:cubicBezTo>
                  <a:lnTo>
                    <a:pt x="1" y="10597"/>
                  </a:lnTo>
                  <a:lnTo>
                    <a:pt x="1349" y="9249"/>
                  </a:lnTo>
                  <a:lnTo>
                    <a:pt x="2697" y="10597"/>
                  </a:lnTo>
                  <a:lnTo>
                    <a:pt x="2697" y="1"/>
                  </a:lnTo>
                  <a:close/>
                </a:path>
              </a:pathLst>
            </a:custGeom>
            <a:solidFill>
              <a:srgbClr val="DD70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" name="Google Shape;535;p41">
            <a:extLst>
              <a:ext uri="{FF2B5EF4-FFF2-40B4-BE49-F238E27FC236}">
                <a16:creationId xmlns:a16="http://schemas.microsoft.com/office/drawing/2014/main" id="{21056E3E-8CAF-FB09-75BC-2D5C7E817C79}"/>
              </a:ext>
            </a:extLst>
          </p:cNvPr>
          <p:cNvGrpSpPr/>
          <p:nvPr/>
        </p:nvGrpSpPr>
        <p:grpSpPr>
          <a:xfrm>
            <a:off x="4048167" y="1733700"/>
            <a:ext cx="1033749" cy="785369"/>
            <a:chOff x="3380325" y="2664275"/>
            <a:chExt cx="860525" cy="653875"/>
          </a:xfrm>
        </p:grpSpPr>
        <p:sp>
          <p:nvSpPr>
            <p:cNvPr id="49" name="Google Shape;536;p41">
              <a:extLst>
                <a:ext uri="{FF2B5EF4-FFF2-40B4-BE49-F238E27FC236}">
                  <a16:creationId xmlns:a16="http://schemas.microsoft.com/office/drawing/2014/main" id="{D48B6923-8A90-C45A-4482-0DE3EC4A15F5}"/>
                </a:ext>
              </a:extLst>
            </p:cNvPr>
            <p:cNvSpPr/>
            <p:nvPr/>
          </p:nvSpPr>
          <p:spPr>
            <a:xfrm>
              <a:off x="3380325" y="2664275"/>
              <a:ext cx="860525" cy="653875"/>
            </a:xfrm>
            <a:custGeom>
              <a:avLst/>
              <a:gdLst/>
              <a:ahLst/>
              <a:cxnLst/>
              <a:rect l="l" t="t" r="r" b="b"/>
              <a:pathLst>
                <a:path w="34421" h="26155" extrusionOk="0">
                  <a:moveTo>
                    <a:pt x="8213" y="1"/>
                  </a:moveTo>
                  <a:cubicBezTo>
                    <a:pt x="3114" y="1"/>
                    <a:pt x="0" y="1749"/>
                    <a:pt x="0" y="1749"/>
                  </a:cubicBezTo>
                  <a:lnTo>
                    <a:pt x="0" y="26154"/>
                  </a:lnTo>
                  <a:cubicBezTo>
                    <a:pt x="2257" y="25031"/>
                    <a:pt x="4922" y="24656"/>
                    <a:pt x="7472" y="24656"/>
                  </a:cubicBezTo>
                  <a:cubicBezTo>
                    <a:pt x="12571" y="24656"/>
                    <a:pt x="17211" y="26154"/>
                    <a:pt x="17211" y="26154"/>
                  </a:cubicBezTo>
                  <a:cubicBezTo>
                    <a:pt x="17211" y="26154"/>
                    <a:pt x="21843" y="24656"/>
                    <a:pt x="26943" y="24656"/>
                  </a:cubicBezTo>
                  <a:cubicBezTo>
                    <a:pt x="29492" y="24656"/>
                    <a:pt x="32159" y="25031"/>
                    <a:pt x="34421" y="26154"/>
                  </a:cubicBezTo>
                  <a:lnTo>
                    <a:pt x="34421" y="1749"/>
                  </a:lnTo>
                  <a:cubicBezTo>
                    <a:pt x="34421" y="1749"/>
                    <a:pt x="31307" y="1"/>
                    <a:pt x="26208" y="1"/>
                  </a:cubicBezTo>
                  <a:cubicBezTo>
                    <a:pt x="23658" y="1"/>
                    <a:pt x="20612" y="438"/>
                    <a:pt x="17211" y="1749"/>
                  </a:cubicBezTo>
                  <a:cubicBezTo>
                    <a:pt x="13809" y="438"/>
                    <a:pt x="10763" y="1"/>
                    <a:pt x="8213" y="1"/>
                  </a:cubicBezTo>
                  <a:close/>
                </a:path>
              </a:pathLst>
            </a:custGeom>
            <a:solidFill>
              <a:srgbClr val="DD70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37;p41">
              <a:extLst>
                <a:ext uri="{FF2B5EF4-FFF2-40B4-BE49-F238E27FC236}">
                  <a16:creationId xmlns:a16="http://schemas.microsoft.com/office/drawing/2014/main" id="{30B1E4F1-C579-2666-539D-8AF2A7342937}"/>
                </a:ext>
              </a:extLst>
            </p:cNvPr>
            <p:cNvSpPr/>
            <p:nvPr/>
          </p:nvSpPr>
          <p:spPr>
            <a:xfrm>
              <a:off x="3417925" y="2701500"/>
              <a:ext cx="392675" cy="579425"/>
            </a:xfrm>
            <a:custGeom>
              <a:avLst/>
              <a:gdLst/>
              <a:ahLst/>
              <a:cxnLst/>
              <a:rect l="l" t="t" r="r" b="b"/>
              <a:pathLst>
                <a:path w="15707" h="23177" extrusionOk="0">
                  <a:moveTo>
                    <a:pt x="7497" y="1"/>
                  </a:moveTo>
                  <a:cubicBezTo>
                    <a:pt x="2843" y="1"/>
                    <a:pt x="1" y="1561"/>
                    <a:pt x="1" y="1561"/>
                  </a:cubicBezTo>
                  <a:lnTo>
                    <a:pt x="1" y="23176"/>
                  </a:lnTo>
                  <a:cubicBezTo>
                    <a:pt x="2059" y="22183"/>
                    <a:pt x="4491" y="21852"/>
                    <a:pt x="6817" y="21852"/>
                  </a:cubicBezTo>
                  <a:cubicBezTo>
                    <a:pt x="11471" y="21852"/>
                    <a:pt x="15707" y="23176"/>
                    <a:pt x="15707" y="23176"/>
                  </a:cubicBezTo>
                  <a:lnTo>
                    <a:pt x="15707" y="1561"/>
                  </a:lnTo>
                  <a:cubicBezTo>
                    <a:pt x="12603" y="391"/>
                    <a:pt x="9823" y="1"/>
                    <a:pt x="7497" y="1"/>
                  </a:cubicBezTo>
                  <a:close/>
                </a:path>
              </a:pathLst>
            </a:custGeom>
            <a:solidFill>
              <a:srgbClr val="E3DE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38;p41">
              <a:extLst>
                <a:ext uri="{FF2B5EF4-FFF2-40B4-BE49-F238E27FC236}">
                  <a16:creationId xmlns:a16="http://schemas.microsoft.com/office/drawing/2014/main" id="{F99E177C-D97F-4C78-CFB6-19FE0F5F8B72}"/>
                </a:ext>
              </a:extLst>
            </p:cNvPr>
            <p:cNvSpPr/>
            <p:nvPr/>
          </p:nvSpPr>
          <p:spPr>
            <a:xfrm>
              <a:off x="3810575" y="2701500"/>
              <a:ext cx="392675" cy="579425"/>
            </a:xfrm>
            <a:custGeom>
              <a:avLst/>
              <a:gdLst/>
              <a:ahLst/>
              <a:cxnLst/>
              <a:rect l="l" t="t" r="r" b="b"/>
              <a:pathLst>
                <a:path w="15707" h="23177" extrusionOk="0">
                  <a:moveTo>
                    <a:pt x="8210" y="1"/>
                  </a:moveTo>
                  <a:cubicBezTo>
                    <a:pt x="5884" y="1"/>
                    <a:pt x="3104" y="391"/>
                    <a:pt x="1" y="1561"/>
                  </a:cubicBezTo>
                  <a:lnTo>
                    <a:pt x="1" y="23176"/>
                  </a:lnTo>
                  <a:cubicBezTo>
                    <a:pt x="1" y="23176"/>
                    <a:pt x="4229" y="21852"/>
                    <a:pt x="8883" y="21852"/>
                  </a:cubicBezTo>
                  <a:cubicBezTo>
                    <a:pt x="11209" y="21852"/>
                    <a:pt x="13642" y="22183"/>
                    <a:pt x="15706" y="23176"/>
                  </a:cubicBezTo>
                  <a:lnTo>
                    <a:pt x="15706" y="1561"/>
                  </a:lnTo>
                  <a:cubicBezTo>
                    <a:pt x="15706" y="1561"/>
                    <a:pt x="12864" y="1"/>
                    <a:pt x="8210" y="1"/>
                  </a:cubicBezTo>
                  <a:close/>
                </a:path>
              </a:pathLst>
            </a:custGeom>
            <a:solidFill>
              <a:srgbClr val="FCF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39;p41">
              <a:extLst>
                <a:ext uri="{FF2B5EF4-FFF2-40B4-BE49-F238E27FC236}">
                  <a16:creationId xmlns:a16="http://schemas.microsoft.com/office/drawing/2014/main" id="{95F3C027-8160-8310-62C6-299AAE429CC3}"/>
                </a:ext>
              </a:extLst>
            </p:cNvPr>
            <p:cNvSpPr/>
            <p:nvPr/>
          </p:nvSpPr>
          <p:spPr>
            <a:xfrm>
              <a:off x="3450850" y="2761125"/>
              <a:ext cx="326450" cy="42125"/>
            </a:xfrm>
            <a:custGeom>
              <a:avLst/>
              <a:gdLst/>
              <a:ahLst/>
              <a:cxnLst/>
              <a:rect l="l" t="t" r="r" b="b"/>
              <a:pathLst>
                <a:path w="13058" h="1685" extrusionOk="0">
                  <a:moveTo>
                    <a:pt x="6463" y="1"/>
                  </a:moveTo>
                  <a:cubicBezTo>
                    <a:pt x="2615" y="1"/>
                    <a:pt x="42" y="1162"/>
                    <a:pt x="0" y="1183"/>
                  </a:cubicBezTo>
                  <a:lnTo>
                    <a:pt x="236" y="1668"/>
                  </a:lnTo>
                  <a:cubicBezTo>
                    <a:pt x="267" y="1648"/>
                    <a:pt x="2732" y="537"/>
                    <a:pt x="6433" y="537"/>
                  </a:cubicBezTo>
                  <a:cubicBezTo>
                    <a:pt x="8312" y="537"/>
                    <a:pt x="10510" y="824"/>
                    <a:pt x="12869" y="1684"/>
                  </a:cubicBezTo>
                  <a:lnTo>
                    <a:pt x="13057" y="1167"/>
                  </a:lnTo>
                  <a:cubicBezTo>
                    <a:pt x="10644" y="293"/>
                    <a:pt x="8393" y="1"/>
                    <a:pt x="6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40;p41">
              <a:extLst>
                <a:ext uri="{FF2B5EF4-FFF2-40B4-BE49-F238E27FC236}">
                  <a16:creationId xmlns:a16="http://schemas.microsoft.com/office/drawing/2014/main" id="{61A7EE88-3E6E-5098-8E31-E0989A54360D}"/>
                </a:ext>
              </a:extLst>
            </p:cNvPr>
            <p:cNvSpPr/>
            <p:nvPr/>
          </p:nvSpPr>
          <p:spPr>
            <a:xfrm>
              <a:off x="3450850" y="2794650"/>
              <a:ext cx="326450" cy="41900"/>
            </a:xfrm>
            <a:custGeom>
              <a:avLst/>
              <a:gdLst/>
              <a:ahLst/>
              <a:cxnLst/>
              <a:rect l="l" t="t" r="r" b="b"/>
              <a:pathLst>
                <a:path w="13058" h="1676" extrusionOk="0">
                  <a:moveTo>
                    <a:pt x="6463" y="1"/>
                  </a:moveTo>
                  <a:cubicBezTo>
                    <a:pt x="2615" y="1"/>
                    <a:pt x="42" y="1169"/>
                    <a:pt x="0" y="1190"/>
                  </a:cubicBezTo>
                  <a:lnTo>
                    <a:pt x="236" y="1675"/>
                  </a:lnTo>
                  <a:cubicBezTo>
                    <a:pt x="267" y="1655"/>
                    <a:pt x="2742" y="540"/>
                    <a:pt x="6456" y="540"/>
                  </a:cubicBezTo>
                  <a:cubicBezTo>
                    <a:pt x="8330" y="540"/>
                    <a:pt x="10519" y="824"/>
                    <a:pt x="12869" y="1675"/>
                  </a:cubicBezTo>
                  <a:lnTo>
                    <a:pt x="13057" y="1174"/>
                  </a:lnTo>
                  <a:cubicBezTo>
                    <a:pt x="10644" y="294"/>
                    <a:pt x="8393" y="1"/>
                    <a:pt x="6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1;p41">
              <a:extLst>
                <a:ext uri="{FF2B5EF4-FFF2-40B4-BE49-F238E27FC236}">
                  <a16:creationId xmlns:a16="http://schemas.microsoft.com/office/drawing/2014/main" id="{102DBF7E-A6A9-7AC9-ECA8-78425C77A4F1}"/>
                </a:ext>
              </a:extLst>
            </p:cNvPr>
            <p:cNvSpPr/>
            <p:nvPr/>
          </p:nvSpPr>
          <p:spPr>
            <a:xfrm>
              <a:off x="3450850" y="2828350"/>
              <a:ext cx="326450" cy="41900"/>
            </a:xfrm>
            <a:custGeom>
              <a:avLst/>
              <a:gdLst/>
              <a:ahLst/>
              <a:cxnLst/>
              <a:rect l="l" t="t" r="r" b="b"/>
              <a:pathLst>
                <a:path w="13058" h="1676" extrusionOk="0">
                  <a:moveTo>
                    <a:pt x="6463" y="1"/>
                  </a:moveTo>
                  <a:cubicBezTo>
                    <a:pt x="2615" y="1"/>
                    <a:pt x="42" y="1169"/>
                    <a:pt x="0" y="1190"/>
                  </a:cubicBezTo>
                  <a:lnTo>
                    <a:pt x="236" y="1675"/>
                  </a:lnTo>
                  <a:cubicBezTo>
                    <a:pt x="267" y="1655"/>
                    <a:pt x="2742" y="533"/>
                    <a:pt x="6456" y="533"/>
                  </a:cubicBezTo>
                  <a:cubicBezTo>
                    <a:pt x="8330" y="533"/>
                    <a:pt x="10519" y="819"/>
                    <a:pt x="12869" y="1675"/>
                  </a:cubicBezTo>
                  <a:lnTo>
                    <a:pt x="13057" y="1174"/>
                  </a:lnTo>
                  <a:cubicBezTo>
                    <a:pt x="10644" y="294"/>
                    <a:pt x="8393" y="1"/>
                    <a:pt x="6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42;p41">
              <a:extLst>
                <a:ext uri="{FF2B5EF4-FFF2-40B4-BE49-F238E27FC236}">
                  <a16:creationId xmlns:a16="http://schemas.microsoft.com/office/drawing/2014/main" id="{12789C77-3A29-B1F1-4B98-CEB0F3394A41}"/>
                </a:ext>
              </a:extLst>
            </p:cNvPr>
            <p:cNvSpPr/>
            <p:nvPr/>
          </p:nvSpPr>
          <p:spPr>
            <a:xfrm>
              <a:off x="3448500" y="2863525"/>
              <a:ext cx="165775" cy="37675"/>
            </a:xfrm>
            <a:custGeom>
              <a:avLst/>
              <a:gdLst/>
              <a:ahLst/>
              <a:cxnLst/>
              <a:rect l="l" t="t" r="r" b="b"/>
              <a:pathLst>
                <a:path w="6631" h="1507" extrusionOk="0">
                  <a:moveTo>
                    <a:pt x="6362" y="0"/>
                  </a:moveTo>
                  <a:cubicBezTo>
                    <a:pt x="2506" y="0"/>
                    <a:pt x="92" y="975"/>
                    <a:pt x="0" y="1021"/>
                  </a:cubicBezTo>
                  <a:lnTo>
                    <a:pt x="204" y="1507"/>
                  </a:lnTo>
                  <a:cubicBezTo>
                    <a:pt x="220" y="1507"/>
                    <a:pt x="2651" y="534"/>
                    <a:pt x="6452" y="534"/>
                  </a:cubicBezTo>
                  <a:cubicBezTo>
                    <a:pt x="6511" y="534"/>
                    <a:pt x="6571" y="534"/>
                    <a:pt x="6631" y="535"/>
                  </a:cubicBezTo>
                  <a:lnTo>
                    <a:pt x="6631" y="2"/>
                  </a:lnTo>
                  <a:cubicBezTo>
                    <a:pt x="6540" y="1"/>
                    <a:pt x="6451" y="0"/>
                    <a:pt x="6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43;p41">
              <a:extLst>
                <a:ext uri="{FF2B5EF4-FFF2-40B4-BE49-F238E27FC236}">
                  <a16:creationId xmlns:a16="http://schemas.microsoft.com/office/drawing/2014/main" id="{D87A8260-C83A-3015-810D-3FF107260FF3}"/>
                </a:ext>
              </a:extLst>
            </p:cNvPr>
            <p:cNvSpPr/>
            <p:nvPr/>
          </p:nvSpPr>
          <p:spPr>
            <a:xfrm>
              <a:off x="3450850" y="2969600"/>
              <a:ext cx="326450" cy="42100"/>
            </a:xfrm>
            <a:custGeom>
              <a:avLst/>
              <a:gdLst/>
              <a:ahLst/>
              <a:cxnLst/>
              <a:rect l="l" t="t" r="r" b="b"/>
              <a:pathLst>
                <a:path w="13058" h="1684" extrusionOk="0">
                  <a:moveTo>
                    <a:pt x="6463" y="0"/>
                  </a:moveTo>
                  <a:cubicBezTo>
                    <a:pt x="2615" y="0"/>
                    <a:pt x="42" y="1161"/>
                    <a:pt x="0" y="1182"/>
                  </a:cubicBezTo>
                  <a:lnTo>
                    <a:pt x="236" y="1668"/>
                  </a:lnTo>
                  <a:cubicBezTo>
                    <a:pt x="267" y="1647"/>
                    <a:pt x="2732" y="537"/>
                    <a:pt x="6433" y="537"/>
                  </a:cubicBezTo>
                  <a:cubicBezTo>
                    <a:pt x="8312" y="537"/>
                    <a:pt x="10510" y="823"/>
                    <a:pt x="12869" y="1684"/>
                  </a:cubicBezTo>
                  <a:lnTo>
                    <a:pt x="13057" y="1167"/>
                  </a:lnTo>
                  <a:cubicBezTo>
                    <a:pt x="10644" y="292"/>
                    <a:pt x="8393" y="0"/>
                    <a:pt x="64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44;p41">
              <a:extLst>
                <a:ext uri="{FF2B5EF4-FFF2-40B4-BE49-F238E27FC236}">
                  <a16:creationId xmlns:a16="http://schemas.microsoft.com/office/drawing/2014/main" id="{9D693F86-4F74-E7F0-EA9A-766EFAD52371}"/>
                </a:ext>
              </a:extLst>
            </p:cNvPr>
            <p:cNvSpPr/>
            <p:nvPr/>
          </p:nvSpPr>
          <p:spPr>
            <a:xfrm>
              <a:off x="3450850" y="3003125"/>
              <a:ext cx="326450" cy="41900"/>
            </a:xfrm>
            <a:custGeom>
              <a:avLst/>
              <a:gdLst/>
              <a:ahLst/>
              <a:cxnLst/>
              <a:rect l="l" t="t" r="r" b="b"/>
              <a:pathLst>
                <a:path w="13058" h="1676" extrusionOk="0">
                  <a:moveTo>
                    <a:pt x="6463" y="0"/>
                  </a:moveTo>
                  <a:cubicBezTo>
                    <a:pt x="2615" y="0"/>
                    <a:pt x="42" y="1168"/>
                    <a:pt x="0" y="1189"/>
                  </a:cubicBezTo>
                  <a:lnTo>
                    <a:pt x="236" y="1675"/>
                  </a:lnTo>
                  <a:cubicBezTo>
                    <a:pt x="267" y="1654"/>
                    <a:pt x="2742" y="540"/>
                    <a:pt x="6456" y="540"/>
                  </a:cubicBezTo>
                  <a:cubicBezTo>
                    <a:pt x="8330" y="540"/>
                    <a:pt x="10519" y="824"/>
                    <a:pt x="12869" y="1675"/>
                  </a:cubicBezTo>
                  <a:lnTo>
                    <a:pt x="13057" y="1174"/>
                  </a:lnTo>
                  <a:cubicBezTo>
                    <a:pt x="10644" y="294"/>
                    <a:pt x="8393" y="0"/>
                    <a:pt x="64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45;p41">
              <a:extLst>
                <a:ext uri="{FF2B5EF4-FFF2-40B4-BE49-F238E27FC236}">
                  <a16:creationId xmlns:a16="http://schemas.microsoft.com/office/drawing/2014/main" id="{B25572FA-159A-B763-8514-E9FA4D7BF85D}"/>
                </a:ext>
              </a:extLst>
            </p:cNvPr>
            <p:cNvSpPr/>
            <p:nvPr/>
          </p:nvSpPr>
          <p:spPr>
            <a:xfrm>
              <a:off x="3450850" y="3117525"/>
              <a:ext cx="326450" cy="41925"/>
            </a:xfrm>
            <a:custGeom>
              <a:avLst/>
              <a:gdLst/>
              <a:ahLst/>
              <a:cxnLst/>
              <a:rect l="l" t="t" r="r" b="b"/>
              <a:pathLst>
                <a:path w="13058" h="1677" extrusionOk="0">
                  <a:moveTo>
                    <a:pt x="6457" y="1"/>
                  </a:moveTo>
                  <a:cubicBezTo>
                    <a:pt x="2612" y="1"/>
                    <a:pt x="42" y="1164"/>
                    <a:pt x="0" y="1174"/>
                  </a:cubicBezTo>
                  <a:lnTo>
                    <a:pt x="236" y="1676"/>
                  </a:lnTo>
                  <a:cubicBezTo>
                    <a:pt x="267" y="1655"/>
                    <a:pt x="2742" y="534"/>
                    <a:pt x="6456" y="534"/>
                  </a:cubicBezTo>
                  <a:cubicBezTo>
                    <a:pt x="8330" y="534"/>
                    <a:pt x="10519" y="819"/>
                    <a:pt x="12869" y="1676"/>
                  </a:cubicBezTo>
                  <a:lnTo>
                    <a:pt x="13057" y="1174"/>
                  </a:lnTo>
                  <a:cubicBezTo>
                    <a:pt x="10641" y="294"/>
                    <a:pt x="8389" y="1"/>
                    <a:pt x="64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46;p41">
              <a:extLst>
                <a:ext uri="{FF2B5EF4-FFF2-40B4-BE49-F238E27FC236}">
                  <a16:creationId xmlns:a16="http://schemas.microsoft.com/office/drawing/2014/main" id="{235602C7-DC72-22BB-2B5E-9217838F1DA6}"/>
                </a:ext>
              </a:extLst>
            </p:cNvPr>
            <p:cNvSpPr/>
            <p:nvPr/>
          </p:nvSpPr>
          <p:spPr>
            <a:xfrm>
              <a:off x="3450850" y="3151225"/>
              <a:ext cx="326450" cy="41925"/>
            </a:xfrm>
            <a:custGeom>
              <a:avLst/>
              <a:gdLst/>
              <a:ahLst/>
              <a:cxnLst/>
              <a:rect l="l" t="t" r="r" b="b"/>
              <a:pathLst>
                <a:path w="13058" h="1677" extrusionOk="0">
                  <a:moveTo>
                    <a:pt x="6457" y="1"/>
                  </a:moveTo>
                  <a:cubicBezTo>
                    <a:pt x="2612" y="1"/>
                    <a:pt x="42" y="1164"/>
                    <a:pt x="0" y="1174"/>
                  </a:cubicBezTo>
                  <a:lnTo>
                    <a:pt x="236" y="1660"/>
                  </a:lnTo>
                  <a:cubicBezTo>
                    <a:pt x="267" y="1650"/>
                    <a:pt x="2740" y="533"/>
                    <a:pt x="6450" y="533"/>
                  </a:cubicBezTo>
                  <a:cubicBezTo>
                    <a:pt x="8325" y="533"/>
                    <a:pt x="10517" y="818"/>
                    <a:pt x="12869" y="1676"/>
                  </a:cubicBezTo>
                  <a:lnTo>
                    <a:pt x="13057" y="1174"/>
                  </a:lnTo>
                  <a:cubicBezTo>
                    <a:pt x="10641" y="294"/>
                    <a:pt x="8389" y="1"/>
                    <a:pt x="64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547;p41">
              <a:extLst>
                <a:ext uri="{FF2B5EF4-FFF2-40B4-BE49-F238E27FC236}">
                  <a16:creationId xmlns:a16="http://schemas.microsoft.com/office/drawing/2014/main" id="{24B708D2-4FAE-7C56-9ADD-F863AA1C5B36}"/>
                </a:ext>
              </a:extLst>
            </p:cNvPr>
            <p:cNvSpPr/>
            <p:nvPr/>
          </p:nvSpPr>
          <p:spPr>
            <a:xfrm>
              <a:off x="3450850" y="3184725"/>
              <a:ext cx="326450" cy="42125"/>
            </a:xfrm>
            <a:custGeom>
              <a:avLst/>
              <a:gdLst/>
              <a:ahLst/>
              <a:cxnLst/>
              <a:rect l="l" t="t" r="r" b="b"/>
              <a:pathLst>
                <a:path w="13058" h="1685" extrusionOk="0">
                  <a:moveTo>
                    <a:pt x="6463" y="1"/>
                  </a:moveTo>
                  <a:cubicBezTo>
                    <a:pt x="2615" y="1"/>
                    <a:pt x="42" y="1162"/>
                    <a:pt x="0" y="1182"/>
                  </a:cubicBezTo>
                  <a:lnTo>
                    <a:pt x="236" y="1668"/>
                  </a:lnTo>
                  <a:cubicBezTo>
                    <a:pt x="267" y="1648"/>
                    <a:pt x="2732" y="537"/>
                    <a:pt x="6433" y="537"/>
                  </a:cubicBezTo>
                  <a:cubicBezTo>
                    <a:pt x="8312" y="537"/>
                    <a:pt x="10510" y="824"/>
                    <a:pt x="12869" y="1684"/>
                  </a:cubicBezTo>
                  <a:lnTo>
                    <a:pt x="13057" y="1167"/>
                  </a:lnTo>
                  <a:cubicBezTo>
                    <a:pt x="10644" y="293"/>
                    <a:pt x="8393" y="1"/>
                    <a:pt x="64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548;p41">
              <a:extLst>
                <a:ext uri="{FF2B5EF4-FFF2-40B4-BE49-F238E27FC236}">
                  <a16:creationId xmlns:a16="http://schemas.microsoft.com/office/drawing/2014/main" id="{7D77A971-F790-483E-B1AF-BCA20A4B36D4}"/>
                </a:ext>
              </a:extLst>
            </p:cNvPr>
            <p:cNvSpPr/>
            <p:nvPr/>
          </p:nvSpPr>
          <p:spPr>
            <a:xfrm>
              <a:off x="3843875" y="2761125"/>
              <a:ext cx="326050" cy="42125"/>
            </a:xfrm>
            <a:custGeom>
              <a:avLst/>
              <a:gdLst/>
              <a:ahLst/>
              <a:cxnLst/>
              <a:rect l="l" t="t" r="r" b="b"/>
              <a:pathLst>
                <a:path w="13042" h="1685" extrusionOk="0">
                  <a:moveTo>
                    <a:pt x="6455" y="1"/>
                  </a:moveTo>
                  <a:cubicBezTo>
                    <a:pt x="2608" y="1"/>
                    <a:pt x="32" y="1162"/>
                    <a:pt x="1" y="1183"/>
                  </a:cubicBezTo>
                  <a:lnTo>
                    <a:pt x="220" y="1668"/>
                  </a:lnTo>
                  <a:cubicBezTo>
                    <a:pt x="262" y="1648"/>
                    <a:pt x="2730" y="537"/>
                    <a:pt x="6428" y="537"/>
                  </a:cubicBezTo>
                  <a:cubicBezTo>
                    <a:pt x="8305" y="537"/>
                    <a:pt x="10500" y="824"/>
                    <a:pt x="12854" y="1684"/>
                  </a:cubicBezTo>
                  <a:lnTo>
                    <a:pt x="13042" y="1167"/>
                  </a:lnTo>
                  <a:cubicBezTo>
                    <a:pt x="10634" y="293"/>
                    <a:pt x="8385" y="1"/>
                    <a:pt x="64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549;p41">
              <a:extLst>
                <a:ext uri="{FF2B5EF4-FFF2-40B4-BE49-F238E27FC236}">
                  <a16:creationId xmlns:a16="http://schemas.microsoft.com/office/drawing/2014/main" id="{B0CB8B77-95E0-A12E-2434-0F7C22AB238E}"/>
                </a:ext>
              </a:extLst>
            </p:cNvPr>
            <p:cNvSpPr/>
            <p:nvPr/>
          </p:nvSpPr>
          <p:spPr>
            <a:xfrm>
              <a:off x="3843875" y="2794650"/>
              <a:ext cx="326050" cy="41900"/>
            </a:xfrm>
            <a:custGeom>
              <a:avLst/>
              <a:gdLst/>
              <a:ahLst/>
              <a:cxnLst/>
              <a:rect l="l" t="t" r="r" b="b"/>
              <a:pathLst>
                <a:path w="13042" h="1676" extrusionOk="0">
                  <a:moveTo>
                    <a:pt x="6455" y="1"/>
                  </a:moveTo>
                  <a:cubicBezTo>
                    <a:pt x="2608" y="1"/>
                    <a:pt x="32" y="1169"/>
                    <a:pt x="1" y="1190"/>
                  </a:cubicBezTo>
                  <a:lnTo>
                    <a:pt x="220" y="1675"/>
                  </a:lnTo>
                  <a:cubicBezTo>
                    <a:pt x="262" y="1655"/>
                    <a:pt x="2741" y="540"/>
                    <a:pt x="6451" y="540"/>
                  </a:cubicBezTo>
                  <a:cubicBezTo>
                    <a:pt x="8323" y="540"/>
                    <a:pt x="10509" y="824"/>
                    <a:pt x="12854" y="1675"/>
                  </a:cubicBezTo>
                  <a:lnTo>
                    <a:pt x="13042" y="1174"/>
                  </a:lnTo>
                  <a:cubicBezTo>
                    <a:pt x="10634" y="294"/>
                    <a:pt x="8385" y="1"/>
                    <a:pt x="64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550;p41">
              <a:extLst>
                <a:ext uri="{FF2B5EF4-FFF2-40B4-BE49-F238E27FC236}">
                  <a16:creationId xmlns:a16="http://schemas.microsoft.com/office/drawing/2014/main" id="{C1AC7A15-69B4-00E5-744C-662D411C4CBD}"/>
                </a:ext>
              </a:extLst>
            </p:cNvPr>
            <p:cNvSpPr/>
            <p:nvPr/>
          </p:nvSpPr>
          <p:spPr>
            <a:xfrm>
              <a:off x="3843875" y="2828350"/>
              <a:ext cx="326050" cy="41900"/>
            </a:xfrm>
            <a:custGeom>
              <a:avLst/>
              <a:gdLst/>
              <a:ahLst/>
              <a:cxnLst/>
              <a:rect l="l" t="t" r="r" b="b"/>
              <a:pathLst>
                <a:path w="13042" h="1676" extrusionOk="0">
                  <a:moveTo>
                    <a:pt x="6455" y="1"/>
                  </a:moveTo>
                  <a:cubicBezTo>
                    <a:pt x="2608" y="1"/>
                    <a:pt x="32" y="1169"/>
                    <a:pt x="1" y="1190"/>
                  </a:cubicBezTo>
                  <a:lnTo>
                    <a:pt x="220" y="1675"/>
                  </a:lnTo>
                  <a:cubicBezTo>
                    <a:pt x="262" y="1655"/>
                    <a:pt x="2741" y="533"/>
                    <a:pt x="6451" y="533"/>
                  </a:cubicBezTo>
                  <a:cubicBezTo>
                    <a:pt x="8323" y="533"/>
                    <a:pt x="10509" y="819"/>
                    <a:pt x="12854" y="1675"/>
                  </a:cubicBezTo>
                  <a:lnTo>
                    <a:pt x="13042" y="1174"/>
                  </a:lnTo>
                  <a:cubicBezTo>
                    <a:pt x="10634" y="294"/>
                    <a:pt x="8385" y="1"/>
                    <a:pt x="64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551;p41">
              <a:extLst>
                <a:ext uri="{FF2B5EF4-FFF2-40B4-BE49-F238E27FC236}">
                  <a16:creationId xmlns:a16="http://schemas.microsoft.com/office/drawing/2014/main" id="{F79A4D9C-D469-5D59-B1BF-E324C56820E9}"/>
                </a:ext>
              </a:extLst>
            </p:cNvPr>
            <p:cNvSpPr/>
            <p:nvPr/>
          </p:nvSpPr>
          <p:spPr>
            <a:xfrm>
              <a:off x="3843875" y="2862025"/>
              <a:ext cx="326050" cy="41925"/>
            </a:xfrm>
            <a:custGeom>
              <a:avLst/>
              <a:gdLst/>
              <a:ahLst/>
              <a:cxnLst/>
              <a:rect l="l" t="t" r="r" b="b"/>
              <a:pathLst>
                <a:path w="13042" h="1677" extrusionOk="0">
                  <a:moveTo>
                    <a:pt x="6450" y="1"/>
                  </a:moveTo>
                  <a:cubicBezTo>
                    <a:pt x="2606" y="1"/>
                    <a:pt x="32" y="1164"/>
                    <a:pt x="1" y="1175"/>
                  </a:cubicBezTo>
                  <a:lnTo>
                    <a:pt x="220" y="1661"/>
                  </a:lnTo>
                  <a:cubicBezTo>
                    <a:pt x="262" y="1650"/>
                    <a:pt x="2738" y="533"/>
                    <a:pt x="6445" y="533"/>
                  </a:cubicBezTo>
                  <a:cubicBezTo>
                    <a:pt x="8319" y="533"/>
                    <a:pt x="10507" y="819"/>
                    <a:pt x="12854" y="1676"/>
                  </a:cubicBezTo>
                  <a:lnTo>
                    <a:pt x="13042" y="1175"/>
                  </a:lnTo>
                  <a:cubicBezTo>
                    <a:pt x="10631" y="294"/>
                    <a:pt x="8380" y="1"/>
                    <a:pt x="64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552;p41">
              <a:extLst>
                <a:ext uri="{FF2B5EF4-FFF2-40B4-BE49-F238E27FC236}">
                  <a16:creationId xmlns:a16="http://schemas.microsoft.com/office/drawing/2014/main" id="{69727007-2F13-D574-1506-739E007EFC2B}"/>
                </a:ext>
              </a:extLst>
            </p:cNvPr>
            <p:cNvSpPr/>
            <p:nvPr/>
          </p:nvSpPr>
          <p:spPr>
            <a:xfrm>
              <a:off x="3843875" y="2895650"/>
              <a:ext cx="326050" cy="42000"/>
            </a:xfrm>
            <a:custGeom>
              <a:avLst/>
              <a:gdLst/>
              <a:ahLst/>
              <a:cxnLst/>
              <a:rect l="l" t="t" r="r" b="b"/>
              <a:pathLst>
                <a:path w="13042" h="1680" extrusionOk="0">
                  <a:moveTo>
                    <a:pt x="6432" y="0"/>
                  </a:moveTo>
                  <a:cubicBezTo>
                    <a:pt x="2598" y="0"/>
                    <a:pt x="32" y="1157"/>
                    <a:pt x="1" y="1178"/>
                  </a:cubicBezTo>
                  <a:lnTo>
                    <a:pt x="220" y="1664"/>
                  </a:lnTo>
                  <a:cubicBezTo>
                    <a:pt x="262" y="1653"/>
                    <a:pt x="2738" y="536"/>
                    <a:pt x="6445" y="536"/>
                  </a:cubicBezTo>
                  <a:cubicBezTo>
                    <a:pt x="8319" y="536"/>
                    <a:pt x="10507" y="822"/>
                    <a:pt x="12854" y="1679"/>
                  </a:cubicBezTo>
                  <a:lnTo>
                    <a:pt x="13042" y="1178"/>
                  </a:lnTo>
                  <a:cubicBezTo>
                    <a:pt x="10624" y="295"/>
                    <a:pt x="8367" y="0"/>
                    <a:pt x="64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553;p41">
              <a:extLst>
                <a:ext uri="{FF2B5EF4-FFF2-40B4-BE49-F238E27FC236}">
                  <a16:creationId xmlns:a16="http://schemas.microsoft.com/office/drawing/2014/main" id="{D03ABAB8-F442-C6CD-8C03-28ED736AE8F5}"/>
                </a:ext>
              </a:extLst>
            </p:cNvPr>
            <p:cNvSpPr/>
            <p:nvPr/>
          </p:nvSpPr>
          <p:spPr>
            <a:xfrm>
              <a:off x="3843875" y="2929225"/>
              <a:ext cx="326050" cy="42125"/>
            </a:xfrm>
            <a:custGeom>
              <a:avLst/>
              <a:gdLst/>
              <a:ahLst/>
              <a:cxnLst/>
              <a:rect l="l" t="t" r="r" b="b"/>
              <a:pathLst>
                <a:path w="13042" h="1685" extrusionOk="0">
                  <a:moveTo>
                    <a:pt x="6455" y="1"/>
                  </a:moveTo>
                  <a:cubicBezTo>
                    <a:pt x="2608" y="1"/>
                    <a:pt x="32" y="1162"/>
                    <a:pt x="1" y="1183"/>
                  </a:cubicBezTo>
                  <a:lnTo>
                    <a:pt x="220" y="1669"/>
                  </a:lnTo>
                  <a:cubicBezTo>
                    <a:pt x="262" y="1648"/>
                    <a:pt x="2730" y="538"/>
                    <a:pt x="6428" y="538"/>
                  </a:cubicBezTo>
                  <a:cubicBezTo>
                    <a:pt x="8305" y="538"/>
                    <a:pt x="10500" y="824"/>
                    <a:pt x="12854" y="1684"/>
                  </a:cubicBezTo>
                  <a:lnTo>
                    <a:pt x="13042" y="1167"/>
                  </a:lnTo>
                  <a:cubicBezTo>
                    <a:pt x="10634" y="293"/>
                    <a:pt x="8385" y="1"/>
                    <a:pt x="64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554;p41">
              <a:extLst>
                <a:ext uri="{FF2B5EF4-FFF2-40B4-BE49-F238E27FC236}">
                  <a16:creationId xmlns:a16="http://schemas.microsoft.com/office/drawing/2014/main" id="{7E1C5085-7FFE-33CC-A892-417D0DEBED6E}"/>
                </a:ext>
              </a:extLst>
            </p:cNvPr>
            <p:cNvSpPr/>
            <p:nvPr/>
          </p:nvSpPr>
          <p:spPr>
            <a:xfrm>
              <a:off x="4006900" y="2965800"/>
              <a:ext cx="165775" cy="37675"/>
            </a:xfrm>
            <a:custGeom>
              <a:avLst/>
              <a:gdLst/>
              <a:ahLst/>
              <a:cxnLst/>
              <a:rect l="l" t="t" r="r" b="b"/>
              <a:pathLst>
                <a:path w="6631" h="1507" extrusionOk="0">
                  <a:moveTo>
                    <a:pt x="274" y="0"/>
                  </a:moveTo>
                  <a:cubicBezTo>
                    <a:pt x="183" y="0"/>
                    <a:pt x="92" y="1"/>
                    <a:pt x="0" y="2"/>
                  </a:cubicBezTo>
                  <a:lnTo>
                    <a:pt x="0" y="535"/>
                  </a:lnTo>
                  <a:cubicBezTo>
                    <a:pt x="89" y="534"/>
                    <a:pt x="178" y="533"/>
                    <a:pt x="265" y="533"/>
                  </a:cubicBezTo>
                  <a:cubicBezTo>
                    <a:pt x="4001" y="533"/>
                    <a:pt x="6396" y="1491"/>
                    <a:pt x="6427" y="1507"/>
                  </a:cubicBezTo>
                  <a:lnTo>
                    <a:pt x="6631" y="1005"/>
                  </a:lnTo>
                  <a:cubicBezTo>
                    <a:pt x="6523" y="959"/>
                    <a:pt x="4127" y="0"/>
                    <a:pt x="2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555;p41">
              <a:extLst>
                <a:ext uri="{FF2B5EF4-FFF2-40B4-BE49-F238E27FC236}">
                  <a16:creationId xmlns:a16="http://schemas.microsoft.com/office/drawing/2014/main" id="{AF851CB3-8E91-298C-AFA5-BB7D7CF526A3}"/>
                </a:ext>
              </a:extLst>
            </p:cNvPr>
            <p:cNvSpPr/>
            <p:nvPr/>
          </p:nvSpPr>
          <p:spPr>
            <a:xfrm>
              <a:off x="3843875" y="3040300"/>
              <a:ext cx="326050" cy="157550"/>
            </a:xfrm>
            <a:custGeom>
              <a:avLst/>
              <a:gdLst/>
              <a:ahLst/>
              <a:cxnLst/>
              <a:rect l="l" t="t" r="r" b="b"/>
              <a:pathLst>
                <a:path w="13042" h="6302" extrusionOk="0">
                  <a:moveTo>
                    <a:pt x="6921" y="0"/>
                  </a:moveTo>
                  <a:cubicBezTo>
                    <a:pt x="4989" y="0"/>
                    <a:pt x="2655" y="282"/>
                    <a:pt x="1" y="1129"/>
                  </a:cubicBezTo>
                  <a:lnTo>
                    <a:pt x="1" y="6301"/>
                  </a:lnTo>
                  <a:cubicBezTo>
                    <a:pt x="1" y="6301"/>
                    <a:pt x="1812" y="5375"/>
                    <a:pt x="5676" y="5375"/>
                  </a:cubicBezTo>
                  <a:cubicBezTo>
                    <a:pt x="7608" y="5375"/>
                    <a:pt x="10053" y="5606"/>
                    <a:pt x="13042" y="6301"/>
                  </a:cubicBezTo>
                  <a:lnTo>
                    <a:pt x="13042" y="1129"/>
                  </a:lnTo>
                  <a:cubicBezTo>
                    <a:pt x="13042" y="1129"/>
                    <a:pt x="10785" y="0"/>
                    <a:pt x="69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556;p41">
              <a:extLst>
                <a:ext uri="{FF2B5EF4-FFF2-40B4-BE49-F238E27FC236}">
                  <a16:creationId xmlns:a16="http://schemas.microsoft.com/office/drawing/2014/main" id="{3BC458F8-51BA-84F5-00E6-E2F2CA4740ED}"/>
                </a:ext>
              </a:extLst>
            </p:cNvPr>
            <p:cNvSpPr/>
            <p:nvPr/>
          </p:nvSpPr>
          <p:spPr>
            <a:xfrm>
              <a:off x="3829775" y="2714650"/>
              <a:ext cx="67425" cy="264925"/>
            </a:xfrm>
            <a:custGeom>
              <a:avLst/>
              <a:gdLst/>
              <a:ahLst/>
              <a:cxnLst/>
              <a:rect l="l" t="t" r="r" b="b"/>
              <a:pathLst>
                <a:path w="2697" h="10597" extrusionOk="0">
                  <a:moveTo>
                    <a:pt x="2697" y="1"/>
                  </a:moveTo>
                  <a:cubicBezTo>
                    <a:pt x="1834" y="189"/>
                    <a:pt x="925" y="440"/>
                    <a:pt x="1" y="753"/>
                  </a:cubicBezTo>
                  <a:lnTo>
                    <a:pt x="1" y="10597"/>
                  </a:lnTo>
                  <a:lnTo>
                    <a:pt x="1349" y="9249"/>
                  </a:lnTo>
                  <a:lnTo>
                    <a:pt x="2697" y="10597"/>
                  </a:lnTo>
                  <a:lnTo>
                    <a:pt x="2697" y="1"/>
                  </a:lnTo>
                  <a:close/>
                </a:path>
              </a:pathLst>
            </a:custGeom>
            <a:solidFill>
              <a:srgbClr val="DD70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8" name="Google Shape;557;p41">
            <a:extLst>
              <a:ext uri="{FF2B5EF4-FFF2-40B4-BE49-F238E27FC236}">
                <a16:creationId xmlns:a16="http://schemas.microsoft.com/office/drawing/2014/main" id="{B0333416-90C3-83FD-540D-9ADB79299150}"/>
              </a:ext>
            </a:extLst>
          </p:cNvPr>
          <p:cNvGrpSpPr/>
          <p:nvPr/>
        </p:nvGrpSpPr>
        <p:grpSpPr>
          <a:xfrm>
            <a:off x="6675775" y="1733700"/>
            <a:ext cx="1033749" cy="785369"/>
            <a:chOff x="3380325" y="2664275"/>
            <a:chExt cx="860525" cy="653875"/>
          </a:xfrm>
        </p:grpSpPr>
        <p:sp>
          <p:nvSpPr>
            <p:cNvPr id="1479" name="Google Shape;558;p41">
              <a:extLst>
                <a:ext uri="{FF2B5EF4-FFF2-40B4-BE49-F238E27FC236}">
                  <a16:creationId xmlns:a16="http://schemas.microsoft.com/office/drawing/2014/main" id="{64E043E0-2C58-4A44-AEA7-0BF81EF1A3F2}"/>
                </a:ext>
              </a:extLst>
            </p:cNvPr>
            <p:cNvSpPr/>
            <p:nvPr/>
          </p:nvSpPr>
          <p:spPr>
            <a:xfrm>
              <a:off x="3380325" y="2664275"/>
              <a:ext cx="860525" cy="653875"/>
            </a:xfrm>
            <a:custGeom>
              <a:avLst/>
              <a:gdLst/>
              <a:ahLst/>
              <a:cxnLst/>
              <a:rect l="l" t="t" r="r" b="b"/>
              <a:pathLst>
                <a:path w="34421" h="26155" extrusionOk="0">
                  <a:moveTo>
                    <a:pt x="8213" y="1"/>
                  </a:moveTo>
                  <a:cubicBezTo>
                    <a:pt x="3114" y="1"/>
                    <a:pt x="0" y="1749"/>
                    <a:pt x="0" y="1749"/>
                  </a:cubicBezTo>
                  <a:lnTo>
                    <a:pt x="0" y="26154"/>
                  </a:lnTo>
                  <a:cubicBezTo>
                    <a:pt x="2257" y="25031"/>
                    <a:pt x="4922" y="24656"/>
                    <a:pt x="7472" y="24656"/>
                  </a:cubicBezTo>
                  <a:cubicBezTo>
                    <a:pt x="12571" y="24656"/>
                    <a:pt x="17211" y="26154"/>
                    <a:pt x="17211" y="26154"/>
                  </a:cubicBezTo>
                  <a:cubicBezTo>
                    <a:pt x="17211" y="26154"/>
                    <a:pt x="21843" y="24656"/>
                    <a:pt x="26943" y="24656"/>
                  </a:cubicBezTo>
                  <a:cubicBezTo>
                    <a:pt x="29492" y="24656"/>
                    <a:pt x="32159" y="25031"/>
                    <a:pt x="34421" y="26154"/>
                  </a:cubicBezTo>
                  <a:lnTo>
                    <a:pt x="34421" y="1749"/>
                  </a:lnTo>
                  <a:cubicBezTo>
                    <a:pt x="34421" y="1749"/>
                    <a:pt x="31307" y="1"/>
                    <a:pt x="26208" y="1"/>
                  </a:cubicBezTo>
                  <a:cubicBezTo>
                    <a:pt x="23658" y="1"/>
                    <a:pt x="20612" y="438"/>
                    <a:pt x="17211" y="1749"/>
                  </a:cubicBezTo>
                  <a:cubicBezTo>
                    <a:pt x="13809" y="438"/>
                    <a:pt x="10763" y="1"/>
                    <a:pt x="8213" y="1"/>
                  </a:cubicBezTo>
                  <a:close/>
                </a:path>
              </a:pathLst>
            </a:custGeom>
            <a:solidFill>
              <a:srgbClr val="DD70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559;p41">
              <a:extLst>
                <a:ext uri="{FF2B5EF4-FFF2-40B4-BE49-F238E27FC236}">
                  <a16:creationId xmlns:a16="http://schemas.microsoft.com/office/drawing/2014/main" id="{7332BA54-1A7A-CDA8-B7EE-76465DD39879}"/>
                </a:ext>
              </a:extLst>
            </p:cNvPr>
            <p:cNvSpPr/>
            <p:nvPr/>
          </p:nvSpPr>
          <p:spPr>
            <a:xfrm>
              <a:off x="3417925" y="2701500"/>
              <a:ext cx="392675" cy="579425"/>
            </a:xfrm>
            <a:custGeom>
              <a:avLst/>
              <a:gdLst/>
              <a:ahLst/>
              <a:cxnLst/>
              <a:rect l="l" t="t" r="r" b="b"/>
              <a:pathLst>
                <a:path w="15707" h="23177" extrusionOk="0">
                  <a:moveTo>
                    <a:pt x="7497" y="1"/>
                  </a:moveTo>
                  <a:cubicBezTo>
                    <a:pt x="2843" y="1"/>
                    <a:pt x="1" y="1561"/>
                    <a:pt x="1" y="1561"/>
                  </a:cubicBezTo>
                  <a:lnTo>
                    <a:pt x="1" y="23176"/>
                  </a:lnTo>
                  <a:cubicBezTo>
                    <a:pt x="2059" y="22183"/>
                    <a:pt x="4491" y="21852"/>
                    <a:pt x="6817" y="21852"/>
                  </a:cubicBezTo>
                  <a:cubicBezTo>
                    <a:pt x="11471" y="21852"/>
                    <a:pt x="15707" y="23176"/>
                    <a:pt x="15707" y="23176"/>
                  </a:cubicBezTo>
                  <a:lnTo>
                    <a:pt x="15707" y="1561"/>
                  </a:lnTo>
                  <a:cubicBezTo>
                    <a:pt x="12603" y="391"/>
                    <a:pt x="9823" y="1"/>
                    <a:pt x="7497" y="1"/>
                  </a:cubicBezTo>
                  <a:close/>
                </a:path>
              </a:pathLst>
            </a:custGeom>
            <a:solidFill>
              <a:srgbClr val="E3DE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560;p41">
              <a:extLst>
                <a:ext uri="{FF2B5EF4-FFF2-40B4-BE49-F238E27FC236}">
                  <a16:creationId xmlns:a16="http://schemas.microsoft.com/office/drawing/2014/main" id="{21374F83-1331-AFE1-C000-EA1DE7E79FB9}"/>
                </a:ext>
              </a:extLst>
            </p:cNvPr>
            <p:cNvSpPr/>
            <p:nvPr/>
          </p:nvSpPr>
          <p:spPr>
            <a:xfrm>
              <a:off x="3810575" y="2701500"/>
              <a:ext cx="392675" cy="579425"/>
            </a:xfrm>
            <a:custGeom>
              <a:avLst/>
              <a:gdLst/>
              <a:ahLst/>
              <a:cxnLst/>
              <a:rect l="l" t="t" r="r" b="b"/>
              <a:pathLst>
                <a:path w="15707" h="23177" extrusionOk="0">
                  <a:moveTo>
                    <a:pt x="8210" y="1"/>
                  </a:moveTo>
                  <a:cubicBezTo>
                    <a:pt x="5884" y="1"/>
                    <a:pt x="3104" y="391"/>
                    <a:pt x="1" y="1561"/>
                  </a:cubicBezTo>
                  <a:lnTo>
                    <a:pt x="1" y="23176"/>
                  </a:lnTo>
                  <a:cubicBezTo>
                    <a:pt x="1" y="23176"/>
                    <a:pt x="4229" y="21852"/>
                    <a:pt x="8883" y="21852"/>
                  </a:cubicBezTo>
                  <a:cubicBezTo>
                    <a:pt x="11209" y="21852"/>
                    <a:pt x="13642" y="22183"/>
                    <a:pt x="15706" y="23176"/>
                  </a:cubicBezTo>
                  <a:lnTo>
                    <a:pt x="15706" y="1561"/>
                  </a:lnTo>
                  <a:cubicBezTo>
                    <a:pt x="15706" y="1561"/>
                    <a:pt x="12864" y="1"/>
                    <a:pt x="8210" y="1"/>
                  </a:cubicBezTo>
                  <a:close/>
                </a:path>
              </a:pathLst>
            </a:custGeom>
            <a:solidFill>
              <a:srgbClr val="FCF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561;p41">
              <a:extLst>
                <a:ext uri="{FF2B5EF4-FFF2-40B4-BE49-F238E27FC236}">
                  <a16:creationId xmlns:a16="http://schemas.microsoft.com/office/drawing/2014/main" id="{C928DA04-D356-D15A-6314-ECF79E92ED5E}"/>
                </a:ext>
              </a:extLst>
            </p:cNvPr>
            <p:cNvSpPr/>
            <p:nvPr/>
          </p:nvSpPr>
          <p:spPr>
            <a:xfrm>
              <a:off x="3450850" y="2761125"/>
              <a:ext cx="326450" cy="42125"/>
            </a:xfrm>
            <a:custGeom>
              <a:avLst/>
              <a:gdLst/>
              <a:ahLst/>
              <a:cxnLst/>
              <a:rect l="l" t="t" r="r" b="b"/>
              <a:pathLst>
                <a:path w="13058" h="1685" extrusionOk="0">
                  <a:moveTo>
                    <a:pt x="6463" y="1"/>
                  </a:moveTo>
                  <a:cubicBezTo>
                    <a:pt x="2615" y="1"/>
                    <a:pt x="42" y="1162"/>
                    <a:pt x="0" y="1183"/>
                  </a:cubicBezTo>
                  <a:lnTo>
                    <a:pt x="236" y="1668"/>
                  </a:lnTo>
                  <a:cubicBezTo>
                    <a:pt x="267" y="1648"/>
                    <a:pt x="2732" y="537"/>
                    <a:pt x="6433" y="537"/>
                  </a:cubicBezTo>
                  <a:cubicBezTo>
                    <a:pt x="8312" y="537"/>
                    <a:pt x="10510" y="824"/>
                    <a:pt x="12869" y="1684"/>
                  </a:cubicBezTo>
                  <a:lnTo>
                    <a:pt x="13057" y="1167"/>
                  </a:lnTo>
                  <a:cubicBezTo>
                    <a:pt x="10644" y="293"/>
                    <a:pt x="8393" y="1"/>
                    <a:pt x="6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562;p41">
              <a:extLst>
                <a:ext uri="{FF2B5EF4-FFF2-40B4-BE49-F238E27FC236}">
                  <a16:creationId xmlns:a16="http://schemas.microsoft.com/office/drawing/2014/main" id="{B736F58E-B74F-993A-5FE6-E0604FC5244B}"/>
                </a:ext>
              </a:extLst>
            </p:cNvPr>
            <p:cNvSpPr/>
            <p:nvPr/>
          </p:nvSpPr>
          <p:spPr>
            <a:xfrm>
              <a:off x="3450850" y="2794650"/>
              <a:ext cx="326450" cy="41900"/>
            </a:xfrm>
            <a:custGeom>
              <a:avLst/>
              <a:gdLst/>
              <a:ahLst/>
              <a:cxnLst/>
              <a:rect l="l" t="t" r="r" b="b"/>
              <a:pathLst>
                <a:path w="13058" h="1676" extrusionOk="0">
                  <a:moveTo>
                    <a:pt x="6463" y="1"/>
                  </a:moveTo>
                  <a:cubicBezTo>
                    <a:pt x="2615" y="1"/>
                    <a:pt x="42" y="1169"/>
                    <a:pt x="0" y="1190"/>
                  </a:cubicBezTo>
                  <a:lnTo>
                    <a:pt x="236" y="1675"/>
                  </a:lnTo>
                  <a:cubicBezTo>
                    <a:pt x="267" y="1655"/>
                    <a:pt x="2742" y="540"/>
                    <a:pt x="6456" y="540"/>
                  </a:cubicBezTo>
                  <a:cubicBezTo>
                    <a:pt x="8330" y="540"/>
                    <a:pt x="10519" y="824"/>
                    <a:pt x="12869" y="1675"/>
                  </a:cubicBezTo>
                  <a:lnTo>
                    <a:pt x="13057" y="1174"/>
                  </a:lnTo>
                  <a:cubicBezTo>
                    <a:pt x="10644" y="294"/>
                    <a:pt x="8393" y="1"/>
                    <a:pt x="6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563;p41">
              <a:extLst>
                <a:ext uri="{FF2B5EF4-FFF2-40B4-BE49-F238E27FC236}">
                  <a16:creationId xmlns:a16="http://schemas.microsoft.com/office/drawing/2014/main" id="{70D0D0A5-0B25-1EE2-81AA-E31DAF6779BC}"/>
                </a:ext>
              </a:extLst>
            </p:cNvPr>
            <p:cNvSpPr/>
            <p:nvPr/>
          </p:nvSpPr>
          <p:spPr>
            <a:xfrm>
              <a:off x="3450850" y="2828350"/>
              <a:ext cx="326450" cy="41900"/>
            </a:xfrm>
            <a:custGeom>
              <a:avLst/>
              <a:gdLst/>
              <a:ahLst/>
              <a:cxnLst/>
              <a:rect l="l" t="t" r="r" b="b"/>
              <a:pathLst>
                <a:path w="13058" h="1676" extrusionOk="0">
                  <a:moveTo>
                    <a:pt x="6463" y="1"/>
                  </a:moveTo>
                  <a:cubicBezTo>
                    <a:pt x="2615" y="1"/>
                    <a:pt x="42" y="1169"/>
                    <a:pt x="0" y="1190"/>
                  </a:cubicBezTo>
                  <a:lnTo>
                    <a:pt x="236" y="1675"/>
                  </a:lnTo>
                  <a:cubicBezTo>
                    <a:pt x="267" y="1655"/>
                    <a:pt x="2742" y="533"/>
                    <a:pt x="6456" y="533"/>
                  </a:cubicBezTo>
                  <a:cubicBezTo>
                    <a:pt x="8330" y="533"/>
                    <a:pt x="10519" y="819"/>
                    <a:pt x="12869" y="1675"/>
                  </a:cubicBezTo>
                  <a:lnTo>
                    <a:pt x="13057" y="1174"/>
                  </a:lnTo>
                  <a:cubicBezTo>
                    <a:pt x="10644" y="294"/>
                    <a:pt x="8393" y="1"/>
                    <a:pt x="6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564;p41">
              <a:extLst>
                <a:ext uri="{FF2B5EF4-FFF2-40B4-BE49-F238E27FC236}">
                  <a16:creationId xmlns:a16="http://schemas.microsoft.com/office/drawing/2014/main" id="{E33A9AAE-75B5-D343-030B-88A2224157E4}"/>
                </a:ext>
              </a:extLst>
            </p:cNvPr>
            <p:cNvSpPr/>
            <p:nvPr/>
          </p:nvSpPr>
          <p:spPr>
            <a:xfrm>
              <a:off x="3448500" y="2863525"/>
              <a:ext cx="165775" cy="37675"/>
            </a:xfrm>
            <a:custGeom>
              <a:avLst/>
              <a:gdLst/>
              <a:ahLst/>
              <a:cxnLst/>
              <a:rect l="l" t="t" r="r" b="b"/>
              <a:pathLst>
                <a:path w="6631" h="1507" extrusionOk="0">
                  <a:moveTo>
                    <a:pt x="6362" y="0"/>
                  </a:moveTo>
                  <a:cubicBezTo>
                    <a:pt x="2506" y="0"/>
                    <a:pt x="92" y="975"/>
                    <a:pt x="0" y="1021"/>
                  </a:cubicBezTo>
                  <a:lnTo>
                    <a:pt x="204" y="1507"/>
                  </a:lnTo>
                  <a:cubicBezTo>
                    <a:pt x="220" y="1507"/>
                    <a:pt x="2651" y="534"/>
                    <a:pt x="6452" y="534"/>
                  </a:cubicBezTo>
                  <a:cubicBezTo>
                    <a:pt x="6511" y="534"/>
                    <a:pt x="6571" y="534"/>
                    <a:pt x="6631" y="535"/>
                  </a:cubicBezTo>
                  <a:lnTo>
                    <a:pt x="6631" y="2"/>
                  </a:lnTo>
                  <a:cubicBezTo>
                    <a:pt x="6540" y="1"/>
                    <a:pt x="6451" y="0"/>
                    <a:pt x="6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565;p41">
              <a:extLst>
                <a:ext uri="{FF2B5EF4-FFF2-40B4-BE49-F238E27FC236}">
                  <a16:creationId xmlns:a16="http://schemas.microsoft.com/office/drawing/2014/main" id="{03F7402B-F617-DD5E-8431-109AE4368E96}"/>
                </a:ext>
              </a:extLst>
            </p:cNvPr>
            <p:cNvSpPr/>
            <p:nvPr/>
          </p:nvSpPr>
          <p:spPr>
            <a:xfrm>
              <a:off x="3450850" y="2969600"/>
              <a:ext cx="326450" cy="42100"/>
            </a:xfrm>
            <a:custGeom>
              <a:avLst/>
              <a:gdLst/>
              <a:ahLst/>
              <a:cxnLst/>
              <a:rect l="l" t="t" r="r" b="b"/>
              <a:pathLst>
                <a:path w="13058" h="1684" extrusionOk="0">
                  <a:moveTo>
                    <a:pt x="6463" y="0"/>
                  </a:moveTo>
                  <a:cubicBezTo>
                    <a:pt x="2615" y="0"/>
                    <a:pt x="42" y="1161"/>
                    <a:pt x="0" y="1182"/>
                  </a:cubicBezTo>
                  <a:lnTo>
                    <a:pt x="236" y="1668"/>
                  </a:lnTo>
                  <a:cubicBezTo>
                    <a:pt x="267" y="1647"/>
                    <a:pt x="2732" y="537"/>
                    <a:pt x="6433" y="537"/>
                  </a:cubicBezTo>
                  <a:cubicBezTo>
                    <a:pt x="8312" y="537"/>
                    <a:pt x="10510" y="823"/>
                    <a:pt x="12869" y="1684"/>
                  </a:cubicBezTo>
                  <a:lnTo>
                    <a:pt x="13057" y="1167"/>
                  </a:lnTo>
                  <a:cubicBezTo>
                    <a:pt x="10644" y="292"/>
                    <a:pt x="8393" y="0"/>
                    <a:pt x="64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566;p41">
              <a:extLst>
                <a:ext uri="{FF2B5EF4-FFF2-40B4-BE49-F238E27FC236}">
                  <a16:creationId xmlns:a16="http://schemas.microsoft.com/office/drawing/2014/main" id="{83DA9994-E99D-9B6D-A0B5-0C060EA9DDC9}"/>
                </a:ext>
              </a:extLst>
            </p:cNvPr>
            <p:cNvSpPr/>
            <p:nvPr/>
          </p:nvSpPr>
          <p:spPr>
            <a:xfrm>
              <a:off x="3450850" y="3003125"/>
              <a:ext cx="326450" cy="41900"/>
            </a:xfrm>
            <a:custGeom>
              <a:avLst/>
              <a:gdLst/>
              <a:ahLst/>
              <a:cxnLst/>
              <a:rect l="l" t="t" r="r" b="b"/>
              <a:pathLst>
                <a:path w="13058" h="1676" extrusionOk="0">
                  <a:moveTo>
                    <a:pt x="6463" y="0"/>
                  </a:moveTo>
                  <a:cubicBezTo>
                    <a:pt x="2615" y="0"/>
                    <a:pt x="42" y="1168"/>
                    <a:pt x="0" y="1189"/>
                  </a:cubicBezTo>
                  <a:lnTo>
                    <a:pt x="236" y="1675"/>
                  </a:lnTo>
                  <a:cubicBezTo>
                    <a:pt x="267" y="1654"/>
                    <a:pt x="2742" y="540"/>
                    <a:pt x="6456" y="540"/>
                  </a:cubicBezTo>
                  <a:cubicBezTo>
                    <a:pt x="8330" y="540"/>
                    <a:pt x="10519" y="824"/>
                    <a:pt x="12869" y="1675"/>
                  </a:cubicBezTo>
                  <a:lnTo>
                    <a:pt x="13057" y="1174"/>
                  </a:lnTo>
                  <a:cubicBezTo>
                    <a:pt x="10644" y="294"/>
                    <a:pt x="8393" y="0"/>
                    <a:pt x="64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567;p41">
              <a:extLst>
                <a:ext uri="{FF2B5EF4-FFF2-40B4-BE49-F238E27FC236}">
                  <a16:creationId xmlns:a16="http://schemas.microsoft.com/office/drawing/2014/main" id="{5C1E032D-CD06-8845-0206-B5F7BE707FF9}"/>
                </a:ext>
              </a:extLst>
            </p:cNvPr>
            <p:cNvSpPr/>
            <p:nvPr/>
          </p:nvSpPr>
          <p:spPr>
            <a:xfrm>
              <a:off x="3450850" y="3117525"/>
              <a:ext cx="326450" cy="41925"/>
            </a:xfrm>
            <a:custGeom>
              <a:avLst/>
              <a:gdLst/>
              <a:ahLst/>
              <a:cxnLst/>
              <a:rect l="l" t="t" r="r" b="b"/>
              <a:pathLst>
                <a:path w="13058" h="1677" extrusionOk="0">
                  <a:moveTo>
                    <a:pt x="6457" y="1"/>
                  </a:moveTo>
                  <a:cubicBezTo>
                    <a:pt x="2612" y="1"/>
                    <a:pt x="42" y="1164"/>
                    <a:pt x="0" y="1174"/>
                  </a:cubicBezTo>
                  <a:lnTo>
                    <a:pt x="236" y="1676"/>
                  </a:lnTo>
                  <a:cubicBezTo>
                    <a:pt x="267" y="1655"/>
                    <a:pt x="2742" y="534"/>
                    <a:pt x="6456" y="534"/>
                  </a:cubicBezTo>
                  <a:cubicBezTo>
                    <a:pt x="8330" y="534"/>
                    <a:pt x="10519" y="819"/>
                    <a:pt x="12869" y="1676"/>
                  </a:cubicBezTo>
                  <a:lnTo>
                    <a:pt x="13057" y="1174"/>
                  </a:lnTo>
                  <a:cubicBezTo>
                    <a:pt x="10641" y="294"/>
                    <a:pt x="8389" y="1"/>
                    <a:pt x="64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568;p41">
              <a:extLst>
                <a:ext uri="{FF2B5EF4-FFF2-40B4-BE49-F238E27FC236}">
                  <a16:creationId xmlns:a16="http://schemas.microsoft.com/office/drawing/2014/main" id="{203140DA-29DF-97E5-8E87-62E8D67EBF4C}"/>
                </a:ext>
              </a:extLst>
            </p:cNvPr>
            <p:cNvSpPr/>
            <p:nvPr/>
          </p:nvSpPr>
          <p:spPr>
            <a:xfrm>
              <a:off x="3450850" y="3151225"/>
              <a:ext cx="326450" cy="41925"/>
            </a:xfrm>
            <a:custGeom>
              <a:avLst/>
              <a:gdLst/>
              <a:ahLst/>
              <a:cxnLst/>
              <a:rect l="l" t="t" r="r" b="b"/>
              <a:pathLst>
                <a:path w="13058" h="1677" extrusionOk="0">
                  <a:moveTo>
                    <a:pt x="6457" y="1"/>
                  </a:moveTo>
                  <a:cubicBezTo>
                    <a:pt x="2612" y="1"/>
                    <a:pt x="42" y="1164"/>
                    <a:pt x="0" y="1174"/>
                  </a:cubicBezTo>
                  <a:lnTo>
                    <a:pt x="236" y="1660"/>
                  </a:lnTo>
                  <a:cubicBezTo>
                    <a:pt x="267" y="1650"/>
                    <a:pt x="2740" y="533"/>
                    <a:pt x="6450" y="533"/>
                  </a:cubicBezTo>
                  <a:cubicBezTo>
                    <a:pt x="8325" y="533"/>
                    <a:pt x="10517" y="818"/>
                    <a:pt x="12869" y="1676"/>
                  </a:cubicBezTo>
                  <a:lnTo>
                    <a:pt x="13057" y="1174"/>
                  </a:lnTo>
                  <a:cubicBezTo>
                    <a:pt x="10641" y="294"/>
                    <a:pt x="8389" y="1"/>
                    <a:pt x="64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569;p41">
              <a:extLst>
                <a:ext uri="{FF2B5EF4-FFF2-40B4-BE49-F238E27FC236}">
                  <a16:creationId xmlns:a16="http://schemas.microsoft.com/office/drawing/2014/main" id="{10E22192-45CA-8943-BF79-4CF3979EED1E}"/>
                </a:ext>
              </a:extLst>
            </p:cNvPr>
            <p:cNvSpPr/>
            <p:nvPr/>
          </p:nvSpPr>
          <p:spPr>
            <a:xfrm>
              <a:off x="3450850" y="3184725"/>
              <a:ext cx="326450" cy="42125"/>
            </a:xfrm>
            <a:custGeom>
              <a:avLst/>
              <a:gdLst/>
              <a:ahLst/>
              <a:cxnLst/>
              <a:rect l="l" t="t" r="r" b="b"/>
              <a:pathLst>
                <a:path w="13058" h="1685" extrusionOk="0">
                  <a:moveTo>
                    <a:pt x="6463" y="1"/>
                  </a:moveTo>
                  <a:cubicBezTo>
                    <a:pt x="2615" y="1"/>
                    <a:pt x="42" y="1162"/>
                    <a:pt x="0" y="1182"/>
                  </a:cubicBezTo>
                  <a:lnTo>
                    <a:pt x="236" y="1668"/>
                  </a:lnTo>
                  <a:cubicBezTo>
                    <a:pt x="267" y="1648"/>
                    <a:pt x="2732" y="537"/>
                    <a:pt x="6433" y="537"/>
                  </a:cubicBezTo>
                  <a:cubicBezTo>
                    <a:pt x="8312" y="537"/>
                    <a:pt x="10510" y="824"/>
                    <a:pt x="12869" y="1684"/>
                  </a:cubicBezTo>
                  <a:lnTo>
                    <a:pt x="13057" y="1167"/>
                  </a:lnTo>
                  <a:cubicBezTo>
                    <a:pt x="10644" y="293"/>
                    <a:pt x="8393" y="1"/>
                    <a:pt x="6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570;p41">
              <a:extLst>
                <a:ext uri="{FF2B5EF4-FFF2-40B4-BE49-F238E27FC236}">
                  <a16:creationId xmlns:a16="http://schemas.microsoft.com/office/drawing/2014/main" id="{836E9F31-0075-2E7C-4CD8-7246777EA9B0}"/>
                </a:ext>
              </a:extLst>
            </p:cNvPr>
            <p:cNvSpPr/>
            <p:nvPr/>
          </p:nvSpPr>
          <p:spPr>
            <a:xfrm>
              <a:off x="3843875" y="2761125"/>
              <a:ext cx="326050" cy="42125"/>
            </a:xfrm>
            <a:custGeom>
              <a:avLst/>
              <a:gdLst/>
              <a:ahLst/>
              <a:cxnLst/>
              <a:rect l="l" t="t" r="r" b="b"/>
              <a:pathLst>
                <a:path w="13042" h="1685" extrusionOk="0">
                  <a:moveTo>
                    <a:pt x="6455" y="1"/>
                  </a:moveTo>
                  <a:cubicBezTo>
                    <a:pt x="2608" y="1"/>
                    <a:pt x="32" y="1162"/>
                    <a:pt x="1" y="1183"/>
                  </a:cubicBezTo>
                  <a:lnTo>
                    <a:pt x="220" y="1668"/>
                  </a:lnTo>
                  <a:cubicBezTo>
                    <a:pt x="262" y="1648"/>
                    <a:pt x="2730" y="537"/>
                    <a:pt x="6428" y="537"/>
                  </a:cubicBezTo>
                  <a:cubicBezTo>
                    <a:pt x="8305" y="537"/>
                    <a:pt x="10500" y="824"/>
                    <a:pt x="12854" y="1684"/>
                  </a:cubicBezTo>
                  <a:lnTo>
                    <a:pt x="13042" y="1167"/>
                  </a:lnTo>
                  <a:cubicBezTo>
                    <a:pt x="10634" y="293"/>
                    <a:pt x="8385" y="1"/>
                    <a:pt x="64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571;p41">
              <a:extLst>
                <a:ext uri="{FF2B5EF4-FFF2-40B4-BE49-F238E27FC236}">
                  <a16:creationId xmlns:a16="http://schemas.microsoft.com/office/drawing/2014/main" id="{A6C36483-1337-6433-CA44-B761BE1B5F4E}"/>
                </a:ext>
              </a:extLst>
            </p:cNvPr>
            <p:cNvSpPr/>
            <p:nvPr/>
          </p:nvSpPr>
          <p:spPr>
            <a:xfrm>
              <a:off x="3843875" y="2794650"/>
              <a:ext cx="326050" cy="41900"/>
            </a:xfrm>
            <a:custGeom>
              <a:avLst/>
              <a:gdLst/>
              <a:ahLst/>
              <a:cxnLst/>
              <a:rect l="l" t="t" r="r" b="b"/>
              <a:pathLst>
                <a:path w="13042" h="1676" extrusionOk="0">
                  <a:moveTo>
                    <a:pt x="6455" y="1"/>
                  </a:moveTo>
                  <a:cubicBezTo>
                    <a:pt x="2608" y="1"/>
                    <a:pt x="32" y="1169"/>
                    <a:pt x="1" y="1190"/>
                  </a:cubicBezTo>
                  <a:lnTo>
                    <a:pt x="220" y="1675"/>
                  </a:lnTo>
                  <a:cubicBezTo>
                    <a:pt x="262" y="1655"/>
                    <a:pt x="2741" y="540"/>
                    <a:pt x="6451" y="540"/>
                  </a:cubicBezTo>
                  <a:cubicBezTo>
                    <a:pt x="8323" y="540"/>
                    <a:pt x="10509" y="824"/>
                    <a:pt x="12854" y="1675"/>
                  </a:cubicBezTo>
                  <a:lnTo>
                    <a:pt x="13042" y="1174"/>
                  </a:lnTo>
                  <a:cubicBezTo>
                    <a:pt x="10634" y="294"/>
                    <a:pt x="8385" y="1"/>
                    <a:pt x="64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572;p41">
              <a:extLst>
                <a:ext uri="{FF2B5EF4-FFF2-40B4-BE49-F238E27FC236}">
                  <a16:creationId xmlns:a16="http://schemas.microsoft.com/office/drawing/2014/main" id="{64C3D31C-09F7-2AD9-0AEF-D26799C05DA6}"/>
                </a:ext>
              </a:extLst>
            </p:cNvPr>
            <p:cNvSpPr/>
            <p:nvPr/>
          </p:nvSpPr>
          <p:spPr>
            <a:xfrm>
              <a:off x="3843875" y="2828350"/>
              <a:ext cx="326050" cy="41900"/>
            </a:xfrm>
            <a:custGeom>
              <a:avLst/>
              <a:gdLst/>
              <a:ahLst/>
              <a:cxnLst/>
              <a:rect l="l" t="t" r="r" b="b"/>
              <a:pathLst>
                <a:path w="13042" h="1676" extrusionOk="0">
                  <a:moveTo>
                    <a:pt x="6455" y="1"/>
                  </a:moveTo>
                  <a:cubicBezTo>
                    <a:pt x="2608" y="1"/>
                    <a:pt x="32" y="1169"/>
                    <a:pt x="1" y="1190"/>
                  </a:cubicBezTo>
                  <a:lnTo>
                    <a:pt x="220" y="1675"/>
                  </a:lnTo>
                  <a:cubicBezTo>
                    <a:pt x="262" y="1655"/>
                    <a:pt x="2741" y="533"/>
                    <a:pt x="6451" y="533"/>
                  </a:cubicBezTo>
                  <a:cubicBezTo>
                    <a:pt x="8323" y="533"/>
                    <a:pt x="10509" y="819"/>
                    <a:pt x="12854" y="1675"/>
                  </a:cubicBezTo>
                  <a:lnTo>
                    <a:pt x="13042" y="1174"/>
                  </a:lnTo>
                  <a:cubicBezTo>
                    <a:pt x="10634" y="294"/>
                    <a:pt x="8385" y="1"/>
                    <a:pt x="64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573;p41">
              <a:extLst>
                <a:ext uri="{FF2B5EF4-FFF2-40B4-BE49-F238E27FC236}">
                  <a16:creationId xmlns:a16="http://schemas.microsoft.com/office/drawing/2014/main" id="{18E2810B-1114-3328-B7B0-2F4DD5790EEB}"/>
                </a:ext>
              </a:extLst>
            </p:cNvPr>
            <p:cNvSpPr/>
            <p:nvPr/>
          </p:nvSpPr>
          <p:spPr>
            <a:xfrm>
              <a:off x="3843875" y="2862025"/>
              <a:ext cx="326050" cy="41925"/>
            </a:xfrm>
            <a:custGeom>
              <a:avLst/>
              <a:gdLst/>
              <a:ahLst/>
              <a:cxnLst/>
              <a:rect l="l" t="t" r="r" b="b"/>
              <a:pathLst>
                <a:path w="13042" h="1677" extrusionOk="0">
                  <a:moveTo>
                    <a:pt x="6450" y="1"/>
                  </a:moveTo>
                  <a:cubicBezTo>
                    <a:pt x="2606" y="1"/>
                    <a:pt x="32" y="1164"/>
                    <a:pt x="1" y="1175"/>
                  </a:cubicBezTo>
                  <a:lnTo>
                    <a:pt x="220" y="1661"/>
                  </a:lnTo>
                  <a:cubicBezTo>
                    <a:pt x="262" y="1650"/>
                    <a:pt x="2738" y="533"/>
                    <a:pt x="6445" y="533"/>
                  </a:cubicBezTo>
                  <a:cubicBezTo>
                    <a:pt x="8319" y="533"/>
                    <a:pt x="10507" y="819"/>
                    <a:pt x="12854" y="1676"/>
                  </a:cubicBezTo>
                  <a:lnTo>
                    <a:pt x="13042" y="1175"/>
                  </a:lnTo>
                  <a:cubicBezTo>
                    <a:pt x="10631" y="294"/>
                    <a:pt x="8380" y="1"/>
                    <a:pt x="64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574;p41">
              <a:extLst>
                <a:ext uri="{FF2B5EF4-FFF2-40B4-BE49-F238E27FC236}">
                  <a16:creationId xmlns:a16="http://schemas.microsoft.com/office/drawing/2014/main" id="{826FEC1D-757C-7F1B-B6E3-C182BE0EF8C4}"/>
                </a:ext>
              </a:extLst>
            </p:cNvPr>
            <p:cNvSpPr/>
            <p:nvPr/>
          </p:nvSpPr>
          <p:spPr>
            <a:xfrm>
              <a:off x="3843875" y="2895650"/>
              <a:ext cx="326050" cy="42000"/>
            </a:xfrm>
            <a:custGeom>
              <a:avLst/>
              <a:gdLst/>
              <a:ahLst/>
              <a:cxnLst/>
              <a:rect l="l" t="t" r="r" b="b"/>
              <a:pathLst>
                <a:path w="13042" h="1680" extrusionOk="0">
                  <a:moveTo>
                    <a:pt x="6432" y="0"/>
                  </a:moveTo>
                  <a:cubicBezTo>
                    <a:pt x="2598" y="0"/>
                    <a:pt x="32" y="1157"/>
                    <a:pt x="1" y="1178"/>
                  </a:cubicBezTo>
                  <a:lnTo>
                    <a:pt x="220" y="1664"/>
                  </a:lnTo>
                  <a:cubicBezTo>
                    <a:pt x="262" y="1653"/>
                    <a:pt x="2738" y="536"/>
                    <a:pt x="6445" y="536"/>
                  </a:cubicBezTo>
                  <a:cubicBezTo>
                    <a:pt x="8319" y="536"/>
                    <a:pt x="10507" y="822"/>
                    <a:pt x="12854" y="1679"/>
                  </a:cubicBezTo>
                  <a:lnTo>
                    <a:pt x="13042" y="1178"/>
                  </a:lnTo>
                  <a:cubicBezTo>
                    <a:pt x="10624" y="295"/>
                    <a:pt x="8367" y="0"/>
                    <a:pt x="64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575;p41">
              <a:extLst>
                <a:ext uri="{FF2B5EF4-FFF2-40B4-BE49-F238E27FC236}">
                  <a16:creationId xmlns:a16="http://schemas.microsoft.com/office/drawing/2014/main" id="{573546CC-EE2F-A48C-B1E1-87D1A8C9AC6F}"/>
                </a:ext>
              </a:extLst>
            </p:cNvPr>
            <p:cNvSpPr/>
            <p:nvPr/>
          </p:nvSpPr>
          <p:spPr>
            <a:xfrm>
              <a:off x="3843875" y="2929225"/>
              <a:ext cx="326050" cy="42125"/>
            </a:xfrm>
            <a:custGeom>
              <a:avLst/>
              <a:gdLst/>
              <a:ahLst/>
              <a:cxnLst/>
              <a:rect l="l" t="t" r="r" b="b"/>
              <a:pathLst>
                <a:path w="13042" h="1685" extrusionOk="0">
                  <a:moveTo>
                    <a:pt x="6455" y="1"/>
                  </a:moveTo>
                  <a:cubicBezTo>
                    <a:pt x="2608" y="1"/>
                    <a:pt x="32" y="1162"/>
                    <a:pt x="1" y="1183"/>
                  </a:cubicBezTo>
                  <a:lnTo>
                    <a:pt x="220" y="1669"/>
                  </a:lnTo>
                  <a:cubicBezTo>
                    <a:pt x="262" y="1648"/>
                    <a:pt x="2730" y="538"/>
                    <a:pt x="6428" y="538"/>
                  </a:cubicBezTo>
                  <a:cubicBezTo>
                    <a:pt x="8305" y="538"/>
                    <a:pt x="10500" y="824"/>
                    <a:pt x="12854" y="1684"/>
                  </a:cubicBezTo>
                  <a:lnTo>
                    <a:pt x="13042" y="1167"/>
                  </a:lnTo>
                  <a:cubicBezTo>
                    <a:pt x="10634" y="293"/>
                    <a:pt x="8385" y="1"/>
                    <a:pt x="64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576;p41">
              <a:extLst>
                <a:ext uri="{FF2B5EF4-FFF2-40B4-BE49-F238E27FC236}">
                  <a16:creationId xmlns:a16="http://schemas.microsoft.com/office/drawing/2014/main" id="{CF062560-48DD-A68D-0082-75A2FBF66C25}"/>
                </a:ext>
              </a:extLst>
            </p:cNvPr>
            <p:cNvSpPr/>
            <p:nvPr/>
          </p:nvSpPr>
          <p:spPr>
            <a:xfrm>
              <a:off x="4006900" y="2965800"/>
              <a:ext cx="165775" cy="37675"/>
            </a:xfrm>
            <a:custGeom>
              <a:avLst/>
              <a:gdLst/>
              <a:ahLst/>
              <a:cxnLst/>
              <a:rect l="l" t="t" r="r" b="b"/>
              <a:pathLst>
                <a:path w="6631" h="1507" extrusionOk="0">
                  <a:moveTo>
                    <a:pt x="274" y="0"/>
                  </a:moveTo>
                  <a:cubicBezTo>
                    <a:pt x="183" y="0"/>
                    <a:pt x="92" y="1"/>
                    <a:pt x="0" y="2"/>
                  </a:cubicBezTo>
                  <a:lnTo>
                    <a:pt x="0" y="535"/>
                  </a:lnTo>
                  <a:cubicBezTo>
                    <a:pt x="89" y="534"/>
                    <a:pt x="178" y="533"/>
                    <a:pt x="265" y="533"/>
                  </a:cubicBezTo>
                  <a:cubicBezTo>
                    <a:pt x="4001" y="533"/>
                    <a:pt x="6396" y="1491"/>
                    <a:pt x="6427" y="1507"/>
                  </a:cubicBezTo>
                  <a:lnTo>
                    <a:pt x="6631" y="1005"/>
                  </a:lnTo>
                  <a:cubicBezTo>
                    <a:pt x="6523" y="959"/>
                    <a:pt x="4127" y="0"/>
                    <a:pt x="2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577;p41">
              <a:extLst>
                <a:ext uri="{FF2B5EF4-FFF2-40B4-BE49-F238E27FC236}">
                  <a16:creationId xmlns:a16="http://schemas.microsoft.com/office/drawing/2014/main" id="{E05EA308-33A9-E4CD-70AE-D080CBABC338}"/>
                </a:ext>
              </a:extLst>
            </p:cNvPr>
            <p:cNvSpPr/>
            <p:nvPr/>
          </p:nvSpPr>
          <p:spPr>
            <a:xfrm>
              <a:off x="3843875" y="3040300"/>
              <a:ext cx="326050" cy="157550"/>
            </a:xfrm>
            <a:custGeom>
              <a:avLst/>
              <a:gdLst/>
              <a:ahLst/>
              <a:cxnLst/>
              <a:rect l="l" t="t" r="r" b="b"/>
              <a:pathLst>
                <a:path w="13042" h="6302" extrusionOk="0">
                  <a:moveTo>
                    <a:pt x="6921" y="0"/>
                  </a:moveTo>
                  <a:cubicBezTo>
                    <a:pt x="4989" y="0"/>
                    <a:pt x="2655" y="282"/>
                    <a:pt x="1" y="1129"/>
                  </a:cubicBezTo>
                  <a:lnTo>
                    <a:pt x="1" y="6301"/>
                  </a:lnTo>
                  <a:cubicBezTo>
                    <a:pt x="1" y="6301"/>
                    <a:pt x="1812" y="5375"/>
                    <a:pt x="5676" y="5375"/>
                  </a:cubicBezTo>
                  <a:cubicBezTo>
                    <a:pt x="7608" y="5375"/>
                    <a:pt x="10053" y="5606"/>
                    <a:pt x="13042" y="6301"/>
                  </a:cubicBezTo>
                  <a:lnTo>
                    <a:pt x="13042" y="1129"/>
                  </a:lnTo>
                  <a:cubicBezTo>
                    <a:pt x="13042" y="1129"/>
                    <a:pt x="10785" y="0"/>
                    <a:pt x="69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578;p41">
              <a:extLst>
                <a:ext uri="{FF2B5EF4-FFF2-40B4-BE49-F238E27FC236}">
                  <a16:creationId xmlns:a16="http://schemas.microsoft.com/office/drawing/2014/main" id="{D02EF9B7-5869-D01B-5D3D-36601A5B9AC8}"/>
                </a:ext>
              </a:extLst>
            </p:cNvPr>
            <p:cNvSpPr/>
            <p:nvPr/>
          </p:nvSpPr>
          <p:spPr>
            <a:xfrm>
              <a:off x="3829775" y="2714650"/>
              <a:ext cx="67425" cy="264925"/>
            </a:xfrm>
            <a:custGeom>
              <a:avLst/>
              <a:gdLst/>
              <a:ahLst/>
              <a:cxnLst/>
              <a:rect l="l" t="t" r="r" b="b"/>
              <a:pathLst>
                <a:path w="2697" h="10597" extrusionOk="0">
                  <a:moveTo>
                    <a:pt x="2697" y="1"/>
                  </a:moveTo>
                  <a:cubicBezTo>
                    <a:pt x="1834" y="189"/>
                    <a:pt x="925" y="440"/>
                    <a:pt x="1" y="753"/>
                  </a:cubicBezTo>
                  <a:lnTo>
                    <a:pt x="1" y="10597"/>
                  </a:lnTo>
                  <a:lnTo>
                    <a:pt x="1349" y="9249"/>
                  </a:lnTo>
                  <a:lnTo>
                    <a:pt x="2697" y="10597"/>
                  </a:lnTo>
                  <a:lnTo>
                    <a:pt x="2697" y="1"/>
                  </a:lnTo>
                  <a:close/>
                </a:path>
              </a:pathLst>
            </a:custGeom>
            <a:solidFill>
              <a:srgbClr val="DD70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5" name="TextBox 1354">
            <a:extLst>
              <a:ext uri="{FF2B5EF4-FFF2-40B4-BE49-F238E27FC236}">
                <a16:creationId xmlns:a16="http://schemas.microsoft.com/office/drawing/2014/main" id="{75155784-A249-F4D8-2A98-60926D2BA8CA}"/>
              </a:ext>
            </a:extLst>
          </p:cNvPr>
          <p:cNvSpPr txBox="1"/>
          <p:nvPr/>
        </p:nvSpPr>
        <p:spPr>
          <a:xfrm>
            <a:off x="3074634" y="281106"/>
            <a:ext cx="299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ar-LB" sz="3600" b="1" dirty="0">
                <a:solidFill>
                  <a:schemeClr val="bg2">
                    <a:lumMod val="50000"/>
                  </a:schemeClr>
                </a:solidFill>
              </a:rPr>
              <a:t>الأدوات المستخدمة</a:t>
            </a:r>
            <a:endParaRPr lang="en-GB" sz="36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1" name="Google Shape;1561;p46"/>
          <p:cNvGrpSpPr/>
          <p:nvPr/>
        </p:nvGrpSpPr>
        <p:grpSpPr>
          <a:xfrm>
            <a:off x="65515" y="895730"/>
            <a:ext cx="3213972" cy="4291840"/>
            <a:chOff x="496015" y="390995"/>
            <a:chExt cx="3213972" cy="4291840"/>
          </a:xfrm>
        </p:grpSpPr>
        <p:grpSp>
          <p:nvGrpSpPr>
            <p:cNvPr id="1562" name="Google Shape;1562;p46"/>
            <p:cNvGrpSpPr/>
            <p:nvPr/>
          </p:nvGrpSpPr>
          <p:grpSpPr>
            <a:xfrm>
              <a:off x="555855" y="1875281"/>
              <a:ext cx="532409" cy="576161"/>
              <a:chOff x="8436927" y="2610104"/>
              <a:chExt cx="288813" cy="312547"/>
            </a:xfrm>
          </p:grpSpPr>
          <p:sp>
            <p:nvSpPr>
              <p:cNvPr id="1563" name="Google Shape;1563;p46"/>
              <p:cNvSpPr/>
              <p:nvPr/>
            </p:nvSpPr>
            <p:spPr>
              <a:xfrm>
                <a:off x="8436927" y="2610104"/>
                <a:ext cx="288813" cy="312547"/>
              </a:xfrm>
              <a:custGeom>
                <a:avLst/>
                <a:gdLst/>
                <a:ahLst/>
                <a:cxnLst/>
                <a:rect l="l" t="t" r="r" b="b"/>
                <a:pathLst>
                  <a:path w="288813" h="312547" extrusionOk="0">
                    <a:moveTo>
                      <a:pt x="0" y="39941"/>
                    </a:moveTo>
                    <a:lnTo>
                      <a:pt x="0" y="272669"/>
                    </a:lnTo>
                    <a:cubicBezTo>
                      <a:pt x="0" y="294704"/>
                      <a:pt x="17780" y="312547"/>
                      <a:pt x="39688" y="312547"/>
                    </a:cubicBezTo>
                    <a:lnTo>
                      <a:pt x="184023" y="312547"/>
                    </a:lnTo>
                    <a:cubicBezTo>
                      <a:pt x="205930" y="312547"/>
                      <a:pt x="223710" y="294704"/>
                      <a:pt x="223710" y="272669"/>
                    </a:cubicBezTo>
                    <a:lnTo>
                      <a:pt x="223710" y="205232"/>
                    </a:lnTo>
                    <a:cubicBezTo>
                      <a:pt x="223710" y="199009"/>
                      <a:pt x="227076" y="193294"/>
                      <a:pt x="232537" y="190310"/>
                    </a:cubicBezTo>
                    <a:lnTo>
                      <a:pt x="286003" y="161036"/>
                    </a:lnTo>
                    <a:cubicBezTo>
                      <a:pt x="289751" y="159004"/>
                      <a:pt x="289751" y="153543"/>
                      <a:pt x="286003" y="151511"/>
                    </a:cubicBezTo>
                    <a:lnTo>
                      <a:pt x="232537" y="122238"/>
                    </a:lnTo>
                    <a:cubicBezTo>
                      <a:pt x="227076" y="119253"/>
                      <a:pt x="223710" y="113538"/>
                      <a:pt x="223710" y="107315"/>
                    </a:cubicBezTo>
                    <a:lnTo>
                      <a:pt x="223710" y="39878"/>
                    </a:lnTo>
                    <a:cubicBezTo>
                      <a:pt x="223710" y="17843"/>
                      <a:pt x="205930" y="0"/>
                      <a:pt x="184023" y="0"/>
                    </a:cubicBezTo>
                    <a:lnTo>
                      <a:pt x="39688" y="0"/>
                    </a:lnTo>
                    <a:cubicBezTo>
                      <a:pt x="17780" y="63"/>
                      <a:pt x="0" y="17970"/>
                      <a:pt x="0" y="3994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4" name="Google Shape;1564;p46"/>
              <p:cNvSpPr/>
              <p:nvPr/>
            </p:nvSpPr>
            <p:spPr>
              <a:xfrm>
                <a:off x="8470518" y="2712720"/>
                <a:ext cx="154940" cy="107378"/>
              </a:xfrm>
              <a:custGeom>
                <a:avLst/>
                <a:gdLst/>
                <a:ahLst/>
                <a:cxnLst/>
                <a:rect l="l" t="t" r="r" b="b"/>
                <a:pathLst>
                  <a:path w="154940" h="107378" extrusionOk="0">
                    <a:moveTo>
                      <a:pt x="64263" y="107378"/>
                    </a:moveTo>
                    <a:lnTo>
                      <a:pt x="0" y="42863"/>
                    </a:lnTo>
                    <a:lnTo>
                      <a:pt x="17336" y="25781"/>
                    </a:lnTo>
                    <a:lnTo>
                      <a:pt x="64326" y="73025"/>
                    </a:lnTo>
                    <a:lnTo>
                      <a:pt x="137732" y="0"/>
                    </a:lnTo>
                    <a:lnTo>
                      <a:pt x="154940" y="1720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5" name="Google Shape;1565;p46"/>
            <p:cNvGrpSpPr/>
            <p:nvPr/>
          </p:nvGrpSpPr>
          <p:grpSpPr>
            <a:xfrm>
              <a:off x="854810" y="2661436"/>
              <a:ext cx="1493503" cy="1680145"/>
              <a:chOff x="9893871" y="3618738"/>
              <a:chExt cx="738878" cy="831215"/>
            </a:xfrm>
          </p:grpSpPr>
          <p:sp>
            <p:nvSpPr>
              <p:cNvPr id="1566" name="Google Shape;1566;p46"/>
              <p:cNvSpPr/>
              <p:nvPr/>
            </p:nvSpPr>
            <p:spPr>
              <a:xfrm>
                <a:off x="9893871" y="3618738"/>
                <a:ext cx="554735" cy="831215"/>
              </a:xfrm>
              <a:custGeom>
                <a:avLst/>
                <a:gdLst/>
                <a:ahLst/>
                <a:cxnLst/>
                <a:rect l="l" t="t" r="r" b="b"/>
                <a:pathLst>
                  <a:path w="554735" h="831215" extrusionOk="0">
                    <a:moveTo>
                      <a:pt x="554736" y="831215"/>
                    </a:moveTo>
                    <a:lnTo>
                      <a:pt x="134810" y="831215"/>
                    </a:lnTo>
                    <a:lnTo>
                      <a:pt x="0" y="0"/>
                    </a:lnTo>
                    <a:lnTo>
                      <a:pt x="41998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7" name="Google Shape;1567;p46"/>
              <p:cNvSpPr/>
              <p:nvPr/>
            </p:nvSpPr>
            <p:spPr>
              <a:xfrm>
                <a:off x="9930638" y="3641216"/>
                <a:ext cx="254825" cy="786320"/>
              </a:xfrm>
              <a:custGeom>
                <a:avLst/>
                <a:gdLst/>
                <a:ahLst/>
                <a:cxnLst/>
                <a:rect l="l" t="t" r="r" b="b"/>
                <a:pathLst>
                  <a:path w="254825" h="786320" extrusionOk="0">
                    <a:moveTo>
                      <a:pt x="254826" y="786321"/>
                    </a:moveTo>
                    <a:lnTo>
                      <a:pt x="127508" y="786321"/>
                    </a:lnTo>
                    <a:lnTo>
                      <a:pt x="0" y="0"/>
                    </a:lnTo>
                    <a:lnTo>
                      <a:pt x="12731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8" name="Google Shape;1568;p46"/>
              <p:cNvSpPr/>
              <p:nvPr/>
            </p:nvSpPr>
            <p:spPr>
              <a:xfrm>
                <a:off x="10054335" y="3618738"/>
                <a:ext cx="578414" cy="831215"/>
              </a:xfrm>
              <a:custGeom>
                <a:avLst/>
                <a:gdLst/>
                <a:ahLst/>
                <a:cxnLst/>
                <a:rect l="l" t="t" r="r" b="b"/>
                <a:pathLst>
                  <a:path w="578414" h="831215" extrusionOk="0">
                    <a:moveTo>
                      <a:pt x="559880" y="831215"/>
                    </a:moveTo>
                    <a:lnTo>
                      <a:pt x="134747" y="831215"/>
                    </a:lnTo>
                    <a:lnTo>
                      <a:pt x="0" y="0"/>
                    </a:lnTo>
                    <a:lnTo>
                      <a:pt x="431356" y="0"/>
                    </a:lnTo>
                    <a:cubicBezTo>
                      <a:pt x="440309" y="0"/>
                      <a:pt x="447993" y="6477"/>
                      <a:pt x="449390" y="15367"/>
                    </a:cubicBezTo>
                    <a:lnTo>
                      <a:pt x="578168" y="809752"/>
                    </a:lnTo>
                    <a:cubicBezTo>
                      <a:pt x="580009" y="820991"/>
                      <a:pt x="571309" y="831215"/>
                      <a:pt x="559880" y="83121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9" name="Google Shape;1569;p46"/>
              <p:cNvSpPr/>
              <p:nvPr/>
            </p:nvSpPr>
            <p:spPr>
              <a:xfrm>
                <a:off x="10123360" y="3940111"/>
                <a:ext cx="460565" cy="188531"/>
              </a:xfrm>
              <a:custGeom>
                <a:avLst/>
                <a:gdLst/>
                <a:ahLst/>
                <a:cxnLst/>
                <a:rect l="l" t="t" r="r" b="b"/>
                <a:pathLst>
                  <a:path w="460565" h="188531" extrusionOk="0">
                    <a:moveTo>
                      <a:pt x="460566" y="188532"/>
                    </a:moveTo>
                    <a:lnTo>
                      <a:pt x="30544" y="188532"/>
                    </a:lnTo>
                    <a:lnTo>
                      <a:pt x="0" y="0"/>
                    </a:lnTo>
                    <a:lnTo>
                      <a:pt x="42995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70" name="Google Shape;1570;p46"/>
              <p:cNvGrpSpPr/>
              <p:nvPr/>
            </p:nvGrpSpPr>
            <p:grpSpPr>
              <a:xfrm>
                <a:off x="10078148" y="3661600"/>
                <a:ext cx="550926" cy="745553"/>
                <a:chOff x="10078148" y="3661600"/>
                <a:chExt cx="550926" cy="745553"/>
              </a:xfrm>
            </p:grpSpPr>
            <p:grpSp>
              <p:nvGrpSpPr>
                <p:cNvPr id="1571" name="Google Shape;1571;p46"/>
                <p:cNvGrpSpPr/>
                <p:nvPr/>
              </p:nvGrpSpPr>
              <p:grpSpPr>
                <a:xfrm>
                  <a:off x="10078148" y="3661600"/>
                  <a:ext cx="435228" cy="31940"/>
                  <a:chOff x="10078148" y="3661600"/>
                  <a:chExt cx="435228" cy="31940"/>
                </a:xfrm>
              </p:grpSpPr>
              <p:sp>
                <p:nvSpPr>
                  <p:cNvPr id="1572" name="Google Shape;1572;p46"/>
                  <p:cNvSpPr/>
                  <p:nvPr/>
                </p:nvSpPr>
                <p:spPr>
                  <a:xfrm>
                    <a:off x="10078148" y="3661600"/>
                    <a:ext cx="431482" cy="88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1482" h="8890" extrusionOk="0">
                        <a:moveTo>
                          <a:pt x="431483" y="8890"/>
                        </a:moveTo>
                        <a:lnTo>
                          <a:pt x="1460" y="8890"/>
                        </a:lnTo>
                        <a:lnTo>
                          <a:pt x="0" y="0"/>
                        </a:lnTo>
                        <a:lnTo>
                          <a:pt x="430022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73" name="Google Shape;1573;p46"/>
                  <p:cNvSpPr/>
                  <p:nvPr/>
                </p:nvSpPr>
                <p:spPr>
                  <a:xfrm>
                    <a:off x="10081894" y="3684587"/>
                    <a:ext cx="431482" cy="89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1482" h="8953" extrusionOk="0">
                        <a:moveTo>
                          <a:pt x="431483" y="8953"/>
                        </a:moveTo>
                        <a:lnTo>
                          <a:pt x="1461" y="8953"/>
                        </a:lnTo>
                        <a:lnTo>
                          <a:pt x="0" y="0"/>
                        </a:lnTo>
                        <a:lnTo>
                          <a:pt x="430023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574" name="Google Shape;1574;p46"/>
                <p:cNvGrpSpPr/>
                <p:nvPr/>
              </p:nvGrpSpPr>
              <p:grpSpPr>
                <a:xfrm>
                  <a:off x="10193908" y="4375213"/>
                  <a:ext cx="435166" cy="31940"/>
                  <a:chOff x="10193908" y="4375213"/>
                  <a:chExt cx="435166" cy="31940"/>
                </a:xfrm>
              </p:grpSpPr>
              <p:sp>
                <p:nvSpPr>
                  <p:cNvPr id="1575" name="Google Shape;1575;p46"/>
                  <p:cNvSpPr/>
                  <p:nvPr/>
                </p:nvSpPr>
                <p:spPr>
                  <a:xfrm>
                    <a:off x="10193908" y="4375213"/>
                    <a:ext cx="431419" cy="89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1419" h="8953" extrusionOk="0">
                        <a:moveTo>
                          <a:pt x="431419" y="8953"/>
                        </a:moveTo>
                        <a:lnTo>
                          <a:pt x="1398" y="8953"/>
                        </a:lnTo>
                        <a:lnTo>
                          <a:pt x="0" y="0"/>
                        </a:lnTo>
                        <a:lnTo>
                          <a:pt x="429959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76" name="Google Shape;1576;p46"/>
                  <p:cNvSpPr/>
                  <p:nvPr/>
                </p:nvSpPr>
                <p:spPr>
                  <a:xfrm>
                    <a:off x="10197592" y="4398200"/>
                    <a:ext cx="431482" cy="89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1482" h="8953" extrusionOk="0">
                        <a:moveTo>
                          <a:pt x="431482" y="8953"/>
                        </a:moveTo>
                        <a:lnTo>
                          <a:pt x="1460" y="8953"/>
                        </a:lnTo>
                        <a:lnTo>
                          <a:pt x="0" y="0"/>
                        </a:lnTo>
                        <a:lnTo>
                          <a:pt x="430022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577" name="Google Shape;1577;p46"/>
              <p:cNvSpPr/>
              <p:nvPr/>
            </p:nvSpPr>
            <p:spPr>
              <a:xfrm>
                <a:off x="10054335" y="3618738"/>
                <a:ext cx="151638" cy="831215"/>
              </a:xfrm>
              <a:custGeom>
                <a:avLst/>
                <a:gdLst/>
                <a:ahLst/>
                <a:cxnLst/>
                <a:rect l="l" t="t" r="r" b="b"/>
                <a:pathLst>
                  <a:path w="151638" h="831215" extrusionOk="0">
                    <a:moveTo>
                      <a:pt x="151638" y="831215"/>
                    </a:moveTo>
                    <a:lnTo>
                      <a:pt x="134747" y="831215"/>
                    </a:lnTo>
                    <a:lnTo>
                      <a:pt x="0" y="0"/>
                    </a:lnTo>
                    <a:lnTo>
                      <a:pt x="168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8" name="Google Shape;1578;p46"/>
              <p:cNvSpPr/>
              <p:nvPr/>
            </p:nvSpPr>
            <p:spPr>
              <a:xfrm>
                <a:off x="9893871" y="3618738"/>
                <a:ext cx="151701" cy="831215"/>
              </a:xfrm>
              <a:custGeom>
                <a:avLst/>
                <a:gdLst/>
                <a:ahLst/>
                <a:cxnLst/>
                <a:rect l="l" t="t" r="r" b="b"/>
                <a:pathLst>
                  <a:path w="151701" h="831215" extrusionOk="0">
                    <a:moveTo>
                      <a:pt x="151702" y="831215"/>
                    </a:moveTo>
                    <a:lnTo>
                      <a:pt x="134810" y="831215"/>
                    </a:lnTo>
                    <a:lnTo>
                      <a:pt x="0" y="0"/>
                    </a:lnTo>
                    <a:lnTo>
                      <a:pt x="168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79" name="Google Shape;1579;p46"/>
              <p:cNvGrpSpPr/>
              <p:nvPr/>
            </p:nvGrpSpPr>
            <p:grpSpPr>
              <a:xfrm>
                <a:off x="9944607" y="3641216"/>
                <a:ext cx="226886" cy="786320"/>
                <a:chOff x="9944607" y="3641216"/>
                <a:chExt cx="226886" cy="786320"/>
              </a:xfrm>
            </p:grpSpPr>
            <p:sp>
              <p:nvSpPr>
                <p:cNvPr id="1580" name="Google Shape;1580;p46"/>
                <p:cNvSpPr/>
                <p:nvPr/>
              </p:nvSpPr>
              <p:spPr>
                <a:xfrm>
                  <a:off x="9976040" y="3641216"/>
                  <a:ext cx="132588" cy="786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588" h="786320" extrusionOk="0">
                      <a:moveTo>
                        <a:pt x="5080" y="0"/>
                      </a:moveTo>
                      <a:lnTo>
                        <a:pt x="0" y="0"/>
                      </a:lnTo>
                      <a:lnTo>
                        <a:pt x="127508" y="786321"/>
                      </a:lnTo>
                      <a:lnTo>
                        <a:pt x="132588" y="78632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81" name="Google Shape;1581;p46"/>
                <p:cNvSpPr/>
                <p:nvPr/>
              </p:nvSpPr>
              <p:spPr>
                <a:xfrm>
                  <a:off x="9944607" y="3641216"/>
                  <a:ext cx="132524" cy="786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524" h="786320" extrusionOk="0">
                      <a:moveTo>
                        <a:pt x="127509" y="786321"/>
                      </a:moveTo>
                      <a:lnTo>
                        <a:pt x="132524" y="786321"/>
                      </a:lnTo>
                      <a:lnTo>
                        <a:pt x="508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82" name="Google Shape;1582;p46"/>
                <p:cNvSpPr/>
                <p:nvPr/>
              </p:nvSpPr>
              <p:spPr>
                <a:xfrm>
                  <a:off x="9960356" y="3641216"/>
                  <a:ext cx="132524" cy="786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524" h="786320" extrusionOk="0">
                      <a:moveTo>
                        <a:pt x="5016" y="0"/>
                      </a:moveTo>
                      <a:lnTo>
                        <a:pt x="0" y="0"/>
                      </a:lnTo>
                      <a:lnTo>
                        <a:pt x="127444" y="786321"/>
                      </a:lnTo>
                      <a:lnTo>
                        <a:pt x="132524" y="78632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83" name="Google Shape;1583;p46"/>
                <p:cNvSpPr/>
                <p:nvPr/>
              </p:nvSpPr>
              <p:spPr>
                <a:xfrm>
                  <a:off x="10023220" y="3641216"/>
                  <a:ext cx="132588" cy="786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588" h="786320" extrusionOk="0">
                      <a:moveTo>
                        <a:pt x="5080" y="0"/>
                      </a:moveTo>
                      <a:lnTo>
                        <a:pt x="0" y="0"/>
                      </a:lnTo>
                      <a:lnTo>
                        <a:pt x="127509" y="786321"/>
                      </a:lnTo>
                      <a:lnTo>
                        <a:pt x="132588" y="78632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84" name="Google Shape;1584;p46"/>
                <p:cNvSpPr/>
                <p:nvPr/>
              </p:nvSpPr>
              <p:spPr>
                <a:xfrm>
                  <a:off x="10038968" y="3641216"/>
                  <a:ext cx="132525" cy="786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525" h="786320" extrusionOk="0">
                      <a:moveTo>
                        <a:pt x="5080" y="0"/>
                      </a:moveTo>
                      <a:lnTo>
                        <a:pt x="0" y="0"/>
                      </a:lnTo>
                      <a:lnTo>
                        <a:pt x="127509" y="786321"/>
                      </a:lnTo>
                      <a:lnTo>
                        <a:pt x="132525" y="78632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85" name="Google Shape;1585;p46"/>
                <p:cNvSpPr/>
                <p:nvPr/>
              </p:nvSpPr>
              <p:spPr>
                <a:xfrm>
                  <a:off x="10007536" y="3641216"/>
                  <a:ext cx="132524" cy="786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524" h="786320" extrusionOk="0">
                      <a:moveTo>
                        <a:pt x="5017" y="0"/>
                      </a:moveTo>
                      <a:lnTo>
                        <a:pt x="0" y="0"/>
                      </a:lnTo>
                      <a:lnTo>
                        <a:pt x="127445" y="786321"/>
                      </a:lnTo>
                      <a:lnTo>
                        <a:pt x="132524" y="78632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86" name="Google Shape;1586;p46"/>
                <p:cNvSpPr/>
                <p:nvPr/>
              </p:nvSpPr>
              <p:spPr>
                <a:xfrm>
                  <a:off x="9991788" y="3641216"/>
                  <a:ext cx="132524" cy="786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524" h="786320" extrusionOk="0">
                      <a:moveTo>
                        <a:pt x="5080" y="0"/>
                      </a:moveTo>
                      <a:lnTo>
                        <a:pt x="0" y="0"/>
                      </a:lnTo>
                      <a:lnTo>
                        <a:pt x="127508" y="786321"/>
                      </a:lnTo>
                      <a:lnTo>
                        <a:pt x="132524" y="78632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587" name="Google Shape;1587;p46"/>
              <p:cNvSpPr/>
              <p:nvPr/>
            </p:nvSpPr>
            <p:spPr>
              <a:xfrm>
                <a:off x="10478665" y="3638699"/>
                <a:ext cx="132607" cy="791378"/>
              </a:xfrm>
              <a:custGeom>
                <a:avLst/>
                <a:gdLst/>
                <a:ahLst/>
                <a:cxnLst/>
                <a:rect l="l" t="t" r="r" b="b"/>
                <a:pathLst>
                  <a:path w="132607" h="791378" extrusionOk="0">
                    <a:moveTo>
                      <a:pt x="130026" y="791378"/>
                    </a:moveTo>
                    <a:cubicBezTo>
                      <a:pt x="128819" y="791378"/>
                      <a:pt x="127740" y="790489"/>
                      <a:pt x="127549" y="789283"/>
                    </a:cubicBezTo>
                    <a:lnTo>
                      <a:pt x="41" y="2962"/>
                    </a:lnTo>
                    <a:cubicBezTo>
                      <a:pt x="-213" y="1565"/>
                      <a:pt x="740" y="295"/>
                      <a:pt x="2137" y="41"/>
                    </a:cubicBezTo>
                    <a:cubicBezTo>
                      <a:pt x="3534" y="-213"/>
                      <a:pt x="4803" y="740"/>
                      <a:pt x="5058" y="2136"/>
                    </a:cubicBezTo>
                    <a:lnTo>
                      <a:pt x="132566" y="788457"/>
                    </a:lnTo>
                    <a:cubicBezTo>
                      <a:pt x="132820" y="789854"/>
                      <a:pt x="131867" y="791124"/>
                      <a:pt x="130470" y="791378"/>
                    </a:cubicBezTo>
                    <a:cubicBezTo>
                      <a:pt x="130279" y="791378"/>
                      <a:pt x="130153" y="791378"/>
                      <a:pt x="130026" y="7913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88" name="Google Shape;1588;p46"/>
            <p:cNvGrpSpPr/>
            <p:nvPr/>
          </p:nvGrpSpPr>
          <p:grpSpPr>
            <a:xfrm rot="529762">
              <a:off x="745668" y="1003281"/>
              <a:ext cx="2802862" cy="2320175"/>
              <a:chOff x="12929369" y="-2225791"/>
              <a:chExt cx="3444414" cy="2851244"/>
            </a:xfrm>
          </p:grpSpPr>
          <p:sp>
            <p:nvSpPr>
              <p:cNvPr id="1589" name="Google Shape;1589;p46"/>
              <p:cNvSpPr/>
              <p:nvPr/>
            </p:nvSpPr>
            <p:spPr>
              <a:xfrm rot="-464232">
                <a:off x="13813427" y="-1181573"/>
                <a:ext cx="1433394" cy="793707"/>
              </a:xfrm>
              <a:custGeom>
                <a:avLst/>
                <a:gdLst/>
                <a:ahLst/>
                <a:cxnLst/>
                <a:rect l="l" t="t" r="r" b="b"/>
                <a:pathLst>
                  <a:path w="512556" h="305890" extrusionOk="0">
                    <a:moveTo>
                      <a:pt x="283083" y="305890"/>
                    </a:moveTo>
                    <a:lnTo>
                      <a:pt x="0" y="305890"/>
                    </a:lnTo>
                    <a:cubicBezTo>
                      <a:pt x="60960" y="301382"/>
                      <a:pt x="140145" y="232675"/>
                      <a:pt x="218313" y="107135"/>
                    </a:cubicBezTo>
                    <a:cubicBezTo>
                      <a:pt x="256603" y="45667"/>
                      <a:pt x="321627" y="-815"/>
                      <a:pt x="386016" y="11"/>
                    </a:cubicBezTo>
                    <a:cubicBezTo>
                      <a:pt x="411416" y="265"/>
                      <a:pt x="436753" y="7885"/>
                      <a:pt x="460248" y="24903"/>
                    </a:cubicBezTo>
                    <a:cubicBezTo>
                      <a:pt x="506603" y="58367"/>
                      <a:pt x="518668" y="107262"/>
                      <a:pt x="509905" y="155649"/>
                    </a:cubicBezTo>
                    <a:cubicBezTo>
                      <a:pt x="418084" y="253376"/>
                      <a:pt x="337502" y="305890"/>
                      <a:pt x="283083" y="30589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0" name="Google Shape;1590;p46"/>
              <p:cNvSpPr/>
              <p:nvPr/>
            </p:nvSpPr>
            <p:spPr>
              <a:xfrm rot="-464232">
                <a:off x="13521235" y="-2086885"/>
                <a:ext cx="2177530" cy="1684076"/>
              </a:xfrm>
              <a:custGeom>
                <a:avLst/>
                <a:gdLst/>
                <a:ahLst/>
                <a:cxnLst/>
                <a:rect l="l" t="t" r="r" b="b"/>
                <a:pathLst>
                  <a:path w="778646" h="649033" extrusionOk="0">
                    <a:moveTo>
                      <a:pt x="468598" y="343091"/>
                    </a:moveTo>
                    <a:lnTo>
                      <a:pt x="468598" y="343091"/>
                    </a:lnTo>
                    <a:cubicBezTo>
                      <a:pt x="404209" y="342328"/>
                      <a:pt x="339248" y="388810"/>
                      <a:pt x="300894" y="450278"/>
                    </a:cubicBezTo>
                    <a:cubicBezTo>
                      <a:pt x="222726" y="575818"/>
                      <a:pt x="143541" y="644461"/>
                      <a:pt x="82581" y="649033"/>
                    </a:cubicBezTo>
                    <a:lnTo>
                      <a:pt x="70707" y="649033"/>
                    </a:lnTo>
                    <a:cubicBezTo>
                      <a:pt x="49879" y="647636"/>
                      <a:pt x="31591" y="637985"/>
                      <a:pt x="16605" y="619887"/>
                    </a:cubicBezTo>
                    <a:cubicBezTo>
                      <a:pt x="-50769" y="538289"/>
                      <a:pt x="100996" y="430022"/>
                      <a:pt x="218789" y="367220"/>
                    </a:cubicBezTo>
                    <a:cubicBezTo>
                      <a:pt x="276193" y="336613"/>
                      <a:pt x="315690" y="298260"/>
                      <a:pt x="340010" y="257810"/>
                    </a:cubicBezTo>
                    <a:lnTo>
                      <a:pt x="340010" y="257746"/>
                    </a:lnTo>
                    <a:cubicBezTo>
                      <a:pt x="389985" y="174752"/>
                      <a:pt x="376205" y="83375"/>
                      <a:pt x="322294" y="33338"/>
                    </a:cubicBezTo>
                    <a:cubicBezTo>
                      <a:pt x="296957" y="9842"/>
                      <a:pt x="270097" y="0"/>
                      <a:pt x="243109" y="0"/>
                    </a:cubicBezTo>
                    <a:lnTo>
                      <a:pt x="675163" y="254"/>
                    </a:lnTo>
                    <a:lnTo>
                      <a:pt x="677196" y="254"/>
                    </a:lnTo>
                    <a:cubicBezTo>
                      <a:pt x="704627" y="254"/>
                      <a:pt x="729964" y="10096"/>
                      <a:pt x="750602" y="33464"/>
                    </a:cubicBezTo>
                    <a:cubicBezTo>
                      <a:pt x="810927" y="101854"/>
                      <a:pt x="777462" y="247586"/>
                      <a:pt x="615727" y="342710"/>
                    </a:cubicBezTo>
                    <a:lnTo>
                      <a:pt x="615664" y="342710"/>
                    </a:lnTo>
                    <a:lnTo>
                      <a:pt x="468598" y="34309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1" name="Google Shape;1591;p46"/>
              <p:cNvSpPr/>
              <p:nvPr/>
            </p:nvSpPr>
            <p:spPr>
              <a:xfrm rot="-464232">
                <a:off x="13135363" y="-1983685"/>
                <a:ext cx="1370194" cy="797633"/>
              </a:xfrm>
              <a:custGeom>
                <a:avLst/>
                <a:gdLst/>
                <a:ahLst/>
                <a:cxnLst/>
                <a:rect l="l" t="t" r="r" b="b"/>
                <a:pathLst>
                  <a:path w="489957" h="307403" extrusionOk="0">
                    <a:moveTo>
                      <a:pt x="458978" y="257746"/>
                    </a:moveTo>
                    <a:lnTo>
                      <a:pt x="458978" y="257746"/>
                    </a:lnTo>
                    <a:cubicBezTo>
                      <a:pt x="421894" y="287020"/>
                      <a:pt x="384873" y="307340"/>
                      <a:pt x="356108" y="306070"/>
                    </a:cubicBezTo>
                    <a:lnTo>
                      <a:pt x="356108" y="306133"/>
                    </a:lnTo>
                    <a:lnTo>
                      <a:pt x="0" y="307403"/>
                    </a:lnTo>
                    <a:cubicBezTo>
                      <a:pt x="51117" y="307149"/>
                      <a:pt x="112776" y="239077"/>
                      <a:pt x="154368" y="175768"/>
                    </a:cubicBezTo>
                    <a:cubicBezTo>
                      <a:pt x="161671" y="164719"/>
                      <a:pt x="168339" y="153797"/>
                      <a:pt x="174244" y="143383"/>
                    </a:cubicBezTo>
                    <a:cubicBezTo>
                      <a:pt x="213042" y="74866"/>
                      <a:pt x="287274" y="127"/>
                      <a:pt x="361759" y="0"/>
                    </a:cubicBezTo>
                    <a:lnTo>
                      <a:pt x="362014" y="0"/>
                    </a:lnTo>
                    <a:cubicBezTo>
                      <a:pt x="389001" y="0"/>
                      <a:pt x="415861" y="9842"/>
                      <a:pt x="441198" y="33338"/>
                    </a:cubicBezTo>
                    <a:cubicBezTo>
                      <a:pt x="495173" y="83375"/>
                      <a:pt x="508952" y="174752"/>
                      <a:pt x="458978" y="25774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2" name="Google Shape;1592;p46"/>
              <p:cNvSpPr/>
              <p:nvPr/>
            </p:nvSpPr>
            <p:spPr>
              <a:xfrm rot="-464232">
                <a:off x="12973933" y="-1814236"/>
                <a:ext cx="604591" cy="702561"/>
              </a:xfrm>
              <a:custGeom>
                <a:avLst/>
                <a:gdLst/>
                <a:ahLst/>
                <a:cxnLst/>
                <a:rect l="l" t="t" r="r" b="b"/>
                <a:pathLst>
                  <a:path w="216191" h="270763" extrusionOk="0">
                    <a:moveTo>
                      <a:pt x="169011" y="0"/>
                    </a:moveTo>
                    <a:cubicBezTo>
                      <a:pt x="169011" y="0"/>
                      <a:pt x="126212" y="98933"/>
                      <a:pt x="216191" y="139129"/>
                    </a:cubicBezTo>
                    <a:cubicBezTo>
                      <a:pt x="174599" y="202501"/>
                      <a:pt x="112940" y="270573"/>
                      <a:pt x="61823" y="270764"/>
                    </a:cubicBezTo>
                    <a:lnTo>
                      <a:pt x="60553" y="270764"/>
                    </a:lnTo>
                    <a:cubicBezTo>
                      <a:pt x="47027" y="270510"/>
                      <a:pt x="34264" y="265494"/>
                      <a:pt x="22961" y="254254"/>
                    </a:cubicBezTo>
                    <a:cubicBezTo>
                      <a:pt x="-48413" y="183007"/>
                      <a:pt x="59600" y="29210"/>
                      <a:pt x="16901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3" name="Google Shape;1593;p46"/>
              <p:cNvSpPr/>
              <p:nvPr/>
            </p:nvSpPr>
            <p:spPr>
              <a:xfrm rot="-464232">
                <a:off x="14354171" y="-1285812"/>
                <a:ext cx="1907676" cy="1791010"/>
              </a:xfrm>
              <a:custGeom>
                <a:avLst/>
                <a:gdLst/>
                <a:ahLst/>
                <a:cxnLst/>
                <a:rect l="l" t="t" r="r" b="b"/>
                <a:pathLst>
                  <a:path w="682151" h="690245" extrusionOk="0">
                    <a:moveTo>
                      <a:pt x="568898" y="64"/>
                    </a:moveTo>
                    <a:lnTo>
                      <a:pt x="581217" y="0"/>
                    </a:lnTo>
                    <a:cubicBezTo>
                      <a:pt x="605791" y="953"/>
                      <a:pt x="628588" y="8636"/>
                      <a:pt x="647892" y="24765"/>
                    </a:cubicBezTo>
                    <a:cubicBezTo>
                      <a:pt x="719583" y="84582"/>
                      <a:pt x="667958" y="193675"/>
                      <a:pt x="592139" y="260921"/>
                    </a:cubicBezTo>
                    <a:cubicBezTo>
                      <a:pt x="516384" y="328232"/>
                      <a:pt x="254065" y="472567"/>
                      <a:pt x="207837" y="685927"/>
                    </a:cubicBezTo>
                    <a:lnTo>
                      <a:pt x="2" y="690245"/>
                    </a:lnTo>
                    <a:cubicBezTo>
                      <a:pt x="-697" y="475933"/>
                      <a:pt x="225109" y="330835"/>
                      <a:pt x="284799" y="263271"/>
                    </a:cubicBezTo>
                    <a:cubicBezTo>
                      <a:pt x="311215" y="233363"/>
                      <a:pt x="331217" y="195263"/>
                      <a:pt x="338139" y="156845"/>
                    </a:cubicBezTo>
                    <a:cubicBezTo>
                      <a:pt x="346839" y="108458"/>
                      <a:pt x="334773" y="59627"/>
                      <a:pt x="288482" y="26099"/>
                    </a:cubicBezTo>
                    <a:cubicBezTo>
                      <a:pt x="264987" y="9144"/>
                      <a:pt x="239651" y="1461"/>
                      <a:pt x="214251" y="1207"/>
                    </a:cubicBezTo>
                    <a:lnTo>
                      <a:pt x="214251" y="1143"/>
                    </a:lnTo>
                    <a:lnTo>
                      <a:pt x="361316" y="699"/>
                    </a:lnTo>
                    <a:lnTo>
                      <a:pt x="361380" y="699"/>
                    </a:lnTo>
                    <a:lnTo>
                      <a:pt x="568200" y="127"/>
                    </a:lnTo>
                    <a:lnTo>
                      <a:pt x="568898" y="12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4" name="Google Shape;1594;p46"/>
              <p:cNvSpPr/>
              <p:nvPr/>
            </p:nvSpPr>
            <p:spPr>
              <a:xfrm rot="-464232">
                <a:off x="14923025" y="-1267243"/>
                <a:ext cx="290879" cy="15156"/>
              </a:xfrm>
              <a:custGeom>
                <a:avLst/>
                <a:gdLst/>
                <a:ahLst/>
                <a:cxnLst/>
                <a:rect l="l" t="t" r="r" b="b"/>
                <a:pathLst>
                  <a:path w="104013" h="5841" extrusionOk="0">
                    <a:moveTo>
                      <a:pt x="101092" y="5842"/>
                    </a:moveTo>
                    <a:lnTo>
                      <a:pt x="2921" y="5842"/>
                    </a:lnTo>
                    <a:cubicBezTo>
                      <a:pt x="1270" y="5842"/>
                      <a:pt x="0" y="4508"/>
                      <a:pt x="0" y="2921"/>
                    </a:cubicBezTo>
                    <a:cubicBezTo>
                      <a:pt x="0" y="1333"/>
                      <a:pt x="1333" y="0"/>
                      <a:pt x="2921" y="0"/>
                    </a:cubicBezTo>
                    <a:lnTo>
                      <a:pt x="101092" y="0"/>
                    </a:lnTo>
                    <a:cubicBezTo>
                      <a:pt x="102743" y="0"/>
                      <a:pt x="104013" y="1333"/>
                      <a:pt x="104013" y="2921"/>
                    </a:cubicBezTo>
                    <a:cubicBezTo>
                      <a:pt x="104013" y="4508"/>
                      <a:pt x="102679" y="5842"/>
                      <a:pt x="101092" y="58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95" name="Google Shape;1595;p46"/>
              <p:cNvGrpSpPr/>
              <p:nvPr/>
            </p:nvGrpSpPr>
            <p:grpSpPr>
              <a:xfrm rot="-464232">
                <a:off x="14508103" y="-1236597"/>
                <a:ext cx="1672105" cy="1339057"/>
                <a:chOff x="5867400" y="2467927"/>
                <a:chExt cx="597915" cy="516065"/>
              </a:xfrm>
            </p:grpSpPr>
            <p:sp>
              <p:nvSpPr>
                <p:cNvPr id="1596" name="Google Shape;1596;p46"/>
                <p:cNvSpPr/>
                <p:nvPr/>
              </p:nvSpPr>
              <p:spPr>
                <a:xfrm>
                  <a:off x="6151117" y="2506662"/>
                  <a:ext cx="305689" cy="5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689" h="5842" extrusionOk="0">
                      <a:moveTo>
                        <a:pt x="302768" y="5842"/>
                      </a:moveTo>
                      <a:lnTo>
                        <a:pt x="2921" y="5842"/>
                      </a:lnTo>
                      <a:cubicBezTo>
                        <a:pt x="1270" y="5842"/>
                        <a:pt x="0" y="4508"/>
                        <a:pt x="0" y="2921"/>
                      </a:cubicBezTo>
                      <a:cubicBezTo>
                        <a:pt x="0" y="1333"/>
                        <a:pt x="1334" y="0"/>
                        <a:pt x="2921" y="0"/>
                      </a:cubicBezTo>
                      <a:lnTo>
                        <a:pt x="302768" y="0"/>
                      </a:lnTo>
                      <a:cubicBezTo>
                        <a:pt x="304419" y="0"/>
                        <a:pt x="305689" y="1333"/>
                        <a:pt x="305689" y="2921"/>
                      </a:cubicBezTo>
                      <a:cubicBezTo>
                        <a:pt x="305689" y="4508"/>
                        <a:pt x="304355" y="5842"/>
                        <a:pt x="302768" y="584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7" name="Google Shape;1597;p46"/>
                <p:cNvSpPr/>
                <p:nvPr/>
              </p:nvSpPr>
              <p:spPr>
                <a:xfrm>
                  <a:off x="6163373" y="2545969"/>
                  <a:ext cx="301942" cy="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942" h="5841" extrusionOk="0">
                      <a:moveTo>
                        <a:pt x="299022" y="5842"/>
                      </a:moveTo>
                      <a:lnTo>
                        <a:pt x="2921" y="5842"/>
                      </a:lnTo>
                      <a:cubicBezTo>
                        <a:pt x="1270" y="5842"/>
                        <a:pt x="0" y="4508"/>
                        <a:pt x="0" y="2921"/>
                      </a:cubicBezTo>
                      <a:cubicBezTo>
                        <a:pt x="0" y="1333"/>
                        <a:pt x="1334" y="0"/>
                        <a:pt x="2921" y="0"/>
                      </a:cubicBezTo>
                      <a:lnTo>
                        <a:pt x="299022" y="0"/>
                      </a:lnTo>
                      <a:cubicBezTo>
                        <a:pt x="300673" y="0"/>
                        <a:pt x="301942" y="1333"/>
                        <a:pt x="301942" y="2921"/>
                      </a:cubicBezTo>
                      <a:cubicBezTo>
                        <a:pt x="301942" y="4508"/>
                        <a:pt x="300673" y="5842"/>
                        <a:pt x="299022" y="584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8" name="Google Shape;1598;p46"/>
                <p:cNvSpPr/>
                <p:nvPr/>
              </p:nvSpPr>
              <p:spPr>
                <a:xfrm>
                  <a:off x="6164834" y="2585339"/>
                  <a:ext cx="183324" cy="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324" h="5841" extrusionOk="0">
                      <a:moveTo>
                        <a:pt x="180467" y="5842"/>
                      </a:moveTo>
                      <a:lnTo>
                        <a:pt x="2921" y="5842"/>
                      </a:lnTo>
                      <a:cubicBezTo>
                        <a:pt x="1270" y="5842"/>
                        <a:pt x="0" y="4508"/>
                        <a:pt x="0" y="2921"/>
                      </a:cubicBezTo>
                      <a:cubicBezTo>
                        <a:pt x="0" y="1333"/>
                        <a:pt x="1333" y="0"/>
                        <a:pt x="2921" y="0"/>
                      </a:cubicBezTo>
                      <a:lnTo>
                        <a:pt x="180403" y="0"/>
                      </a:lnTo>
                      <a:cubicBezTo>
                        <a:pt x="182054" y="0"/>
                        <a:pt x="183324" y="1333"/>
                        <a:pt x="183324" y="2921"/>
                      </a:cubicBezTo>
                      <a:cubicBezTo>
                        <a:pt x="183324" y="4508"/>
                        <a:pt x="182054" y="5842"/>
                        <a:pt x="180467" y="584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9" name="Google Shape;1599;p46"/>
                <p:cNvSpPr/>
                <p:nvPr/>
              </p:nvSpPr>
              <p:spPr>
                <a:xfrm>
                  <a:off x="6146736" y="2654998"/>
                  <a:ext cx="267779" cy="5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779" h="5842" extrusionOk="0">
                      <a:moveTo>
                        <a:pt x="264859" y="5842"/>
                      </a:moveTo>
                      <a:lnTo>
                        <a:pt x="2921" y="5842"/>
                      </a:lnTo>
                      <a:cubicBezTo>
                        <a:pt x="1270" y="5842"/>
                        <a:pt x="0" y="4509"/>
                        <a:pt x="0" y="2921"/>
                      </a:cubicBezTo>
                      <a:cubicBezTo>
                        <a:pt x="0" y="1334"/>
                        <a:pt x="1334" y="0"/>
                        <a:pt x="2921" y="0"/>
                      </a:cubicBezTo>
                      <a:lnTo>
                        <a:pt x="264859" y="0"/>
                      </a:lnTo>
                      <a:cubicBezTo>
                        <a:pt x="266510" y="0"/>
                        <a:pt x="267779" y="1334"/>
                        <a:pt x="267779" y="2921"/>
                      </a:cubicBezTo>
                      <a:cubicBezTo>
                        <a:pt x="267779" y="4509"/>
                        <a:pt x="266446" y="5842"/>
                        <a:pt x="264859" y="584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00" name="Google Shape;1600;p46"/>
                <p:cNvSpPr/>
                <p:nvPr/>
              </p:nvSpPr>
              <p:spPr>
                <a:xfrm>
                  <a:off x="6129273" y="2688018"/>
                  <a:ext cx="201803" cy="5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803" h="5842" extrusionOk="0">
                      <a:moveTo>
                        <a:pt x="198882" y="5842"/>
                      </a:moveTo>
                      <a:lnTo>
                        <a:pt x="2921" y="5842"/>
                      </a:lnTo>
                      <a:cubicBezTo>
                        <a:pt x="1270" y="5842"/>
                        <a:pt x="0" y="4508"/>
                        <a:pt x="0" y="2921"/>
                      </a:cubicBezTo>
                      <a:cubicBezTo>
                        <a:pt x="0" y="1333"/>
                        <a:pt x="1334" y="0"/>
                        <a:pt x="2921" y="0"/>
                      </a:cubicBezTo>
                      <a:lnTo>
                        <a:pt x="198882" y="0"/>
                      </a:lnTo>
                      <a:cubicBezTo>
                        <a:pt x="200533" y="0"/>
                        <a:pt x="201803" y="1333"/>
                        <a:pt x="201803" y="2921"/>
                      </a:cubicBezTo>
                      <a:cubicBezTo>
                        <a:pt x="201803" y="4508"/>
                        <a:pt x="200470" y="5842"/>
                        <a:pt x="198882" y="584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01" name="Google Shape;1601;p46"/>
                <p:cNvSpPr/>
                <p:nvPr/>
              </p:nvSpPr>
              <p:spPr>
                <a:xfrm>
                  <a:off x="6107429" y="2717800"/>
                  <a:ext cx="236537" cy="59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537" h="5905" extrusionOk="0">
                      <a:moveTo>
                        <a:pt x="233617" y="5905"/>
                      </a:moveTo>
                      <a:lnTo>
                        <a:pt x="2921" y="5905"/>
                      </a:lnTo>
                      <a:cubicBezTo>
                        <a:pt x="1270" y="5905"/>
                        <a:pt x="0" y="4572"/>
                        <a:pt x="0" y="2985"/>
                      </a:cubicBezTo>
                      <a:cubicBezTo>
                        <a:pt x="0" y="1397"/>
                        <a:pt x="1270" y="0"/>
                        <a:pt x="2921" y="0"/>
                      </a:cubicBezTo>
                      <a:lnTo>
                        <a:pt x="233617" y="0"/>
                      </a:lnTo>
                      <a:cubicBezTo>
                        <a:pt x="235267" y="0"/>
                        <a:pt x="236538" y="1333"/>
                        <a:pt x="236538" y="2921"/>
                      </a:cubicBezTo>
                      <a:cubicBezTo>
                        <a:pt x="236538" y="4508"/>
                        <a:pt x="235267" y="5905"/>
                        <a:pt x="233617" y="590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02" name="Google Shape;1602;p46"/>
                <p:cNvSpPr/>
                <p:nvPr/>
              </p:nvSpPr>
              <p:spPr>
                <a:xfrm>
                  <a:off x="6083998" y="2742247"/>
                  <a:ext cx="226567" cy="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567" h="5841" extrusionOk="0">
                      <a:moveTo>
                        <a:pt x="223647" y="5842"/>
                      </a:moveTo>
                      <a:lnTo>
                        <a:pt x="2921" y="5842"/>
                      </a:lnTo>
                      <a:cubicBezTo>
                        <a:pt x="1270" y="5842"/>
                        <a:pt x="0" y="4508"/>
                        <a:pt x="0" y="2921"/>
                      </a:cubicBezTo>
                      <a:cubicBezTo>
                        <a:pt x="0" y="1333"/>
                        <a:pt x="1334" y="0"/>
                        <a:pt x="2921" y="0"/>
                      </a:cubicBezTo>
                      <a:lnTo>
                        <a:pt x="223647" y="0"/>
                      </a:lnTo>
                      <a:cubicBezTo>
                        <a:pt x="225298" y="0"/>
                        <a:pt x="226568" y="1333"/>
                        <a:pt x="226568" y="2921"/>
                      </a:cubicBezTo>
                      <a:cubicBezTo>
                        <a:pt x="226568" y="4508"/>
                        <a:pt x="225298" y="5842"/>
                        <a:pt x="223647" y="584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03" name="Google Shape;1603;p46"/>
                <p:cNvSpPr/>
                <p:nvPr/>
              </p:nvSpPr>
              <p:spPr>
                <a:xfrm>
                  <a:off x="6057455" y="2766567"/>
                  <a:ext cx="219646" cy="5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646" h="5842" extrusionOk="0">
                      <a:moveTo>
                        <a:pt x="216726" y="5842"/>
                      </a:moveTo>
                      <a:lnTo>
                        <a:pt x="2921" y="5842"/>
                      </a:lnTo>
                      <a:cubicBezTo>
                        <a:pt x="1270" y="5842"/>
                        <a:pt x="0" y="4509"/>
                        <a:pt x="0" y="2921"/>
                      </a:cubicBezTo>
                      <a:cubicBezTo>
                        <a:pt x="0" y="1334"/>
                        <a:pt x="1334" y="0"/>
                        <a:pt x="2921" y="0"/>
                      </a:cubicBezTo>
                      <a:lnTo>
                        <a:pt x="216726" y="0"/>
                      </a:lnTo>
                      <a:cubicBezTo>
                        <a:pt x="218377" y="0"/>
                        <a:pt x="219647" y="1334"/>
                        <a:pt x="219647" y="2921"/>
                      </a:cubicBezTo>
                      <a:cubicBezTo>
                        <a:pt x="219647" y="4509"/>
                        <a:pt x="218313" y="5842"/>
                        <a:pt x="216726" y="584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04" name="Google Shape;1604;p46"/>
                <p:cNvSpPr/>
                <p:nvPr/>
              </p:nvSpPr>
              <p:spPr>
                <a:xfrm>
                  <a:off x="5997321" y="2820923"/>
                  <a:ext cx="210565" cy="5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565" h="5842" extrusionOk="0">
                      <a:moveTo>
                        <a:pt x="207645" y="5842"/>
                      </a:moveTo>
                      <a:lnTo>
                        <a:pt x="2921" y="5842"/>
                      </a:lnTo>
                      <a:cubicBezTo>
                        <a:pt x="1270" y="5842"/>
                        <a:pt x="0" y="4509"/>
                        <a:pt x="0" y="2921"/>
                      </a:cubicBezTo>
                      <a:cubicBezTo>
                        <a:pt x="0" y="1334"/>
                        <a:pt x="1333" y="0"/>
                        <a:pt x="2921" y="0"/>
                      </a:cubicBezTo>
                      <a:lnTo>
                        <a:pt x="207645" y="0"/>
                      </a:lnTo>
                      <a:cubicBezTo>
                        <a:pt x="209296" y="0"/>
                        <a:pt x="210566" y="1334"/>
                        <a:pt x="210566" y="2921"/>
                      </a:cubicBezTo>
                      <a:cubicBezTo>
                        <a:pt x="210566" y="4509"/>
                        <a:pt x="209296" y="5842"/>
                        <a:pt x="207645" y="584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05" name="Google Shape;1605;p46"/>
                <p:cNvSpPr/>
                <p:nvPr/>
              </p:nvSpPr>
              <p:spPr>
                <a:xfrm>
                  <a:off x="5970270" y="2847085"/>
                  <a:ext cx="124840" cy="5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840" h="5842" extrusionOk="0">
                      <a:moveTo>
                        <a:pt x="121920" y="5842"/>
                      </a:moveTo>
                      <a:lnTo>
                        <a:pt x="2921" y="5842"/>
                      </a:lnTo>
                      <a:cubicBezTo>
                        <a:pt x="1270" y="5842"/>
                        <a:pt x="0" y="4509"/>
                        <a:pt x="0" y="2921"/>
                      </a:cubicBezTo>
                      <a:cubicBezTo>
                        <a:pt x="0" y="1334"/>
                        <a:pt x="1333" y="0"/>
                        <a:pt x="2921" y="0"/>
                      </a:cubicBezTo>
                      <a:lnTo>
                        <a:pt x="121920" y="0"/>
                      </a:lnTo>
                      <a:cubicBezTo>
                        <a:pt x="123571" y="0"/>
                        <a:pt x="124841" y="1334"/>
                        <a:pt x="124841" y="2921"/>
                      </a:cubicBezTo>
                      <a:cubicBezTo>
                        <a:pt x="124841" y="4509"/>
                        <a:pt x="123571" y="5842"/>
                        <a:pt x="121920" y="584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06" name="Google Shape;1606;p46"/>
                <p:cNvSpPr/>
                <p:nvPr/>
              </p:nvSpPr>
              <p:spPr>
                <a:xfrm>
                  <a:off x="5949886" y="2868167"/>
                  <a:ext cx="204597" cy="5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597" h="5842" extrusionOk="0">
                      <a:moveTo>
                        <a:pt x="201676" y="5842"/>
                      </a:moveTo>
                      <a:lnTo>
                        <a:pt x="2921" y="5842"/>
                      </a:lnTo>
                      <a:cubicBezTo>
                        <a:pt x="1270" y="5842"/>
                        <a:pt x="0" y="4509"/>
                        <a:pt x="0" y="2921"/>
                      </a:cubicBezTo>
                      <a:cubicBezTo>
                        <a:pt x="0" y="1334"/>
                        <a:pt x="1334" y="0"/>
                        <a:pt x="2921" y="0"/>
                      </a:cubicBezTo>
                      <a:lnTo>
                        <a:pt x="201676" y="0"/>
                      </a:lnTo>
                      <a:cubicBezTo>
                        <a:pt x="203327" y="0"/>
                        <a:pt x="204597" y="1334"/>
                        <a:pt x="204597" y="2921"/>
                      </a:cubicBezTo>
                      <a:cubicBezTo>
                        <a:pt x="204597" y="4509"/>
                        <a:pt x="203327" y="5842"/>
                        <a:pt x="201676" y="584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07" name="Google Shape;1607;p46"/>
                <p:cNvSpPr/>
                <p:nvPr/>
              </p:nvSpPr>
              <p:spPr>
                <a:xfrm>
                  <a:off x="5925248" y="2895790"/>
                  <a:ext cx="201231" cy="5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31" h="5842" extrusionOk="0">
                      <a:moveTo>
                        <a:pt x="198311" y="5842"/>
                      </a:moveTo>
                      <a:lnTo>
                        <a:pt x="2921" y="5842"/>
                      </a:lnTo>
                      <a:cubicBezTo>
                        <a:pt x="1270" y="5842"/>
                        <a:pt x="0" y="4508"/>
                        <a:pt x="0" y="2921"/>
                      </a:cubicBezTo>
                      <a:cubicBezTo>
                        <a:pt x="0" y="1333"/>
                        <a:pt x="1334" y="0"/>
                        <a:pt x="2921" y="0"/>
                      </a:cubicBezTo>
                      <a:lnTo>
                        <a:pt x="198311" y="0"/>
                      </a:lnTo>
                      <a:cubicBezTo>
                        <a:pt x="199961" y="0"/>
                        <a:pt x="201232" y="1333"/>
                        <a:pt x="201232" y="2921"/>
                      </a:cubicBezTo>
                      <a:cubicBezTo>
                        <a:pt x="201232" y="4508"/>
                        <a:pt x="199961" y="5842"/>
                        <a:pt x="198311" y="584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08" name="Google Shape;1608;p46"/>
                <p:cNvSpPr/>
                <p:nvPr/>
              </p:nvSpPr>
              <p:spPr>
                <a:xfrm>
                  <a:off x="5903277" y="2923285"/>
                  <a:ext cx="197865" cy="5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865" h="5842" extrusionOk="0">
                      <a:moveTo>
                        <a:pt x="194945" y="5842"/>
                      </a:moveTo>
                      <a:lnTo>
                        <a:pt x="2921" y="5842"/>
                      </a:lnTo>
                      <a:cubicBezTo>
                        <a:pt x="1270" y="5842"/>
                        <a:pt x="0" y="4509"/>
                        <a:pt x="0" y="2921"/>
                      </a:cubicBezTo>
                      <a:cubicBezTo>
                        <a:pt x="0" y="1334"/>
                        <a:pt x="1333" y="0"/>
                        <a:pt x="2921" y="0"/>
                      </a:cubicBezTo>
                      <a:lnTo>
                        <a:pt x="194945" y="0"/>
                      </a:lnTo>
                      <a:cubicBezTo>
                        <a:pt x="196596" y="0"/>
                        <a:pt x="197866" y="1334"/>
                        <a:pt x="197866" y="2921"/>
                      </a:cubicBezTo>
                      <a:cubicBezTo>
                        <a:pt x="197866" y="4509"/>
                        <a:pt x="196596" y="5842"/>
                        <a:pt x="194945" y="584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09" name="Google Shape;1609;p46"/>
                <p:cNvSpPr/>
                <p:nvPr/>
              </p:nvSpPr>
              <p:spPr>
                <a:xfrm>
                  <a:off x="5883973" y="2950717"/>
                  <a:ext cx="194373" cy="5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373" h="5842" extrusionOk="0">
                      <a:moveTo>
                        <a:pt x="191453" y="5842"/>
                      </a:moveTo>
                      <a:lnTo>
                        <a:pt x="2921" y="5842"/>
                      </a:lnTo>
                      <a:cubicBezTo>
                        <a:pt x="1270" y="5842"/>
                        <a:pt x="0" y="4509"/>
                        <a:pt x="0" y="2921"/>
                      </a:cubicBezTo>
                      <a:cubicBezTo>
                        <a:pt x="0" y="1334"/>
                        <a:pt x="1334" y="0"/>
                        <a:pt x="2921" y="0"/>
                      </a:cubicBezTo>
                      <a:lnTo>
                        <a:pt x="191453" y="0"/>
                      </a:lnTo>
                      <a:cubicBezTo>
                        <a:pt x="193104" y="0"/>
                        <a:pt x="194373" y="1334"/>
                        <a:pt x="194373" y="2921"/>
                      </a:cubicBezTo>
                      <a:cubicBezTo>
                        <a:pt x="194373" y="4509"/>
                        <a:pt x="193104" y="5842"/>
                        <a:pt x="191453" y="584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10" name="Google Shape;1610;p46"/>
                <p:cNvSpPr/>
                <p:nvPr/>
              </p:nvSpPr>
              <p:spPr>
                <a:xfrm>
                  <a:off x="5867400" y="2978150"/>
                  <a:ext cx="150367" cy="5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367" h="5842" extrusionOk="0">
                      <a:moveTo>
                        <a:pt x="147447" y="5842"/>
                      </a:moveTo>
                      <a:lnTo>
                        <a:pt x="2921" y="5842"/>
                      </a:lnTo>
                      <a:cubicBezTo>
                        <a:pt x="1270" y="5842"/>
                        <a:pt x="0" y="4508"/>
                        <a:pt x="0" y="2921"/>
                      </a:cubicBezTo>
                      <a:cubicBezTo>
                        <a:pt x="0" y="1333"/>
                        <a:pt x="1334" y="0"/>
                        <a:pt x="2921" y="0"/>
                      </a:cubicBezTo>
                      <a:lnTo>
                        <a:pt x="147447" y="0"/>
                      </a:lnTo>
                      <a:cubicBezTo>
                        <a:pt x="149098" y="0"/>
                        <a:pt x="150368" y="1333"/>
                        <a:pt x="150368" y="2921"/>
                      </a:cubicBezTo>
                      <a:cubicBezTo>
                        <a:pt x="150368" y="4508"/>
                        <a:pt x="149098" y="5842"/>
                        <a:pt x="147447" y="584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11" name="Google Shape;1611;p46"/>
                <p:cNvSpPr/>
                <p:nvPr/>
              </p:nvSpPr>
              <p:spPr>
                <a:xfrm>
                  <a:off x="6123685" y="2467927"/>
                  <a:ext cx="241617" cy="5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617" h="5842" extrusionOk="0">
                      <a:moveTo>
                        <a:pt x="238697" y="5842"/>
                      </a:moveTo>
                      <a:lnTo>
                        <a:pt x="2921" y="5842"/>
                      </a:lnTo>
                      <a:cubicBezTo>
                        <a:pt x="1270" y="5842"/>
                        <a:pt x="0" y="4508"/>
                        <a:pt x="0" y="2921"/>
                      </a:cubicBezTo>
                      <a:cubicBezTo>
                        <a:pt x="0" y="1333"/>
                        <a:pt x="1334" y="0"/>
                        <a:pt x="2921" y="0"/>
                      </a:cubicBezTo>
                      <a:lnTo>
                        <a:pt x="238697" y="0"/>
                      </a:lnTo>
                      <a:cubicBezTo>
                        <a:pt x="240348" y="0"/>
                        <a:pt x="241617" y="1333"/>
                        <a:pt x="241617" y="2921"/>
                      </a:cubicBezTo>
                      <a:cubicBezTo>
                        <a:pt x="241617" y="4508"/>
                        <a:pt x="240348" y="5842"/>
                        <a:pt x="238697" y="584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12" name="Google Shape;1612;p46"/>
              <p:cNvGrpSpPr/>
              <p:nvPr/>
            </p:nvGrpSpPr>
            <p:grpSpPr>
              <a:xfrm rot="-464232">
                <a:off x="14486781" y="-1997175"/>
                <a:ext cx="1084844" cy="418836"/>
                <a:chOff x="5919596" y="2162746"/>
                <a:chExt cx="387921" cy="161417"/>
              </a:xfrm>
            </p:grpSpPr>
            <p:sp>
              <p:nvSpPr>
                <p:cNvPr id="1613" name="Google Shape;1613;p46"/>
                <p:cNvSpPr/>
                <p:nvPr/>
              </p:nvSpPr>
              <p:spPr>
                <a:xfrm>
                  <a:off x="5919596" y="2162746"/>
                  <a:ext cx="232981" cy="5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981" h="5842" extrusionOk="0">
                      <a:moveTo>
                        <a:pt x="230061" y="5842"/>
                      </a:moveTo>
                      <a:lnTo>
                        <a:pt x="2921" y="5842"/>
                      </a:lnTo>
                      <a:cubicBezTo>
                        <a:pt x="1270" y="5842"/>
                        <a:pt x="0" y="4508"/>
                        <a:pt x="0" y="2921"/>
                      </a:cubicBezTo>
                      <a:cubicBezTo>
                        <a:pt x="0" y="1333"/>
                        <a:pt x="1334" y="0"/>
                        <a:pt x="2921" y="0"/>
                      </a:cubicBezTo>
                      <a:lnTo>
                        <a:pt x="230061" y="0"/>
                      </a:lnTo>
                      <a:cubicBezTo>
                        <a:pt x="231712" y="0"/>
                        <a:pt x="232982" y="1333"/>
                        <a:pt x="232982" y="2921"/>
                      </a:cubicBezTo>
                      <a:cubicBezTo>
                        <a:pt x="232982" y="4508"/>
                        <a:pt x="231712" y="5842"/>
                        <a:pt x="230061" y="584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14" name="Google Shape;1614;p46"/>
                <p:cNvSpPr/>
                <p:nvPr/>
              </p:nvSpPr>
              <p:spPr>
                <a:xfrm>
                  <a:off x="5930455" y="2187448"/>
                  <a:ext cx="373760" cy="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3760" h="5841" extrusionOk="0">
                      <a:moveTo>
                        <a:pt x="370840" y="5842"/>
                      </a:moveTo>
                      <a:lnTo>
                        <a:pt x="2921" y="5842"/>
                      </a:lnTo>
                      <a:cubicBezTo>
                        <a:pt x="1270" y="5842"/>
                        <a:pt x="0" y="4508"/>
                        <a:pt x="0" y="2921"/>
                      </a:cubicBezTo>
                      <a:cubicBezTo>
                        <a:pt x="0" y="1333"/>
                        <a:pt x="1334" y="0"/>
                        <a:pt x="2921" y="0"/>
                      </a:cubicBezTo>
                      <a:lnTo>
                        <a:pt x="370840" y="0"/>
                      </a:lnTo>
                      <a:cubicBezTo>
                        <a:pt x="372491" y="0"/>
                        <a:pt x="373761" y="1333"/>
                        <a:pt x="373761" y="2921"/>
                      </a:cubicBezTo>
                      <a:cubicBezTo>
                        <a:pt x="373761" y="4508"/>
                        <a:pt x="372428" y="5842"/>
                        <a:pt x="370840" y="584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15" name="Google Shape;1615;p46"/>
                <p:cNvSpPr/>
                <p:nvPr/>
              </p:nvSpPr>
              <p:spPr>
                <a:xfrm>
                  <a:off x="5938773" y="2220150"/>
                  <a:ext cx="368744" cy="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8744" h="5841" extrusionOk="0">
                      <a:moveTo>
                        <a:pt x="365823" y="5842"/>
                      </a:moveTo>
                      <a:lnTo>
                        <a:pt x="2921" y="5842"/>
                      </a:lnTo>
                      <a:cubicBezTo>
                        <a:pt x="1270" y="5842"/>
                        <a:pt x="0" y="4508"/>
                        <a:pt x="0" y="2921"/>
                      </a:cubicBezTo>
                      <a:cubicBezTo>
                        <a:pt x="0" y="1333"/>
                        <a:pt x="1334" y="0"/>
                        <a:pt x="2921" y="0"/>
                      </a:cubicBezTo>
                      <a:lnTo>
                        <a:pt x="365823" y="0"/>
                      </a:lnTo>
                      <a:cubicBezTo>
                        <a:pt x="367474" y="0"/>
                        <a:pt x="368745" y="1333"/>
                        <a:pt x="368745" y="2921"/>
                      </a:cubicBezTo>
                      <a:cubicBezTo>
                        <a:pt x="368745" y="4508"/>
                        <a:pt x="367411" y="5842"/>
                        <a:pt x="365823" y="584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16" name="Google Shape;1616;p46"/>
                <p:cNvSpPr/>
                <p:nvPr/>
              </p:nvSpPr>
              <p:spPr>
                <a:xfrm>
                  <a:off x="5941250" y="2252852"/>
                  <a:ext cx="361251" cy="5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1251" h="5842" extrusionOk="0">
                      <a:moveTo>
                        <a:pt x="358330" y="5842"/>
                      </a:moveTo>
                      <a:lnTo>
                        <a:pt x="2921" y="5842"/>
                      </a:lnTo>
                      <a:cubicBezTo>
                        <a:pt x="1270" y="5842"/>
                        <a:pt x="0" y="4508"/>
                        <a:pt x="0" y="2921"/>
                      </a:cubicBezTo>
                      <a:cubicBezTo>
                        <a:pt x="0" y="1333"/>
                        <a:pt x="1334" y="0"/>
                        <a:pt x="2921" y="0"/>
                      </a:cubicBezTo>
                      <a:lnTo>
                        <a:pt x="358330" y="0"/>
                      </a:lnTo>
                      <a:cubicBezTo>
                        <a:pt x="359982" y="0"/>
                        <a:pt x="361252" y="1333"/>
                        <a:pt x="361252" y="2921"/>
                      </a:cubicBezTo>
                      <a:cubicBezTo>
                        <a:pt x="361252" y="4508"/>
                        <a:pt x="359982" y="5842"/>
                        <a:pt x="358330" y="584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17" name="Google Shape;1617;p46"/>
                <p:cNvSpPr/>
                <p:nvPr/>
              </p:nvSpPr>
              <p:spPr>
                <a:xfrm>
                  <a:off x="5938646" y="2285555"/>
                  <a:ext cx="352234" cy="5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234" h="5842" extrusionOk="0">
                      <a:moveTo>
                        <a:pt x="349314" y="5842"/>
                      </a:moveTo>
                      <a:lnTo>
                        <a:pt x="2921" y="5842"/>
                      </a:lnTo>
                      <a:cubicBezTo>
                        <a:pt x="1270" y="5842"/>
                        <a:pt x="0" y="4509"/>
                        <a:pt x="0" y="2921"/>
                      </a:cubicBezTo>
                      <a:cubicBezTo>
                        <a:pt x="0" y="1334"/>
                        <a:pt x="1334" y="0"/>
                        <a:pt x="2921" y="0"/>
                      </a:cubicBezTo>
                      <a:lnTo>
                        <a:pt x="349314" y="0"/>
                      </a:lnTo>
                      <a:cubicBezTo>
                        <a:pt x="350965" y="0"/>
                        <a:pt x="352235" y="1334"/>
                        <a:pt x="352235" y="2921"/>
                      </a:cubicBezTo>
                      <a:cubicBezTo>
                        <a:pt x="352235" y="4509"/>
                        <a:pt x="350901" y="5842"/>
                        <a:pt x="349314" y="584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18" name="Google Shape;1618;p46"/>
                <p:cNvSpPr/>
                <p:nvPr/>
              </p:nvSpPr>
              <p:spPr>
                <a:xfrm>
                  <a:off x="5930455" y="2318321"/>
                  <a:ext cx="105028" cy="5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028" h="5842" extrusionOk="0">
                      <a:moveTo>
                        <a:pt x="102108" y="5842"/>
                      </a:moveTo>
                      <a:lnTo>
                        <a:pt x="2921" y="5842"/>
                      </a:lnTo>
                      <a:cubicBezTo>
                        <a:pt x="1270" y="5842"/>
                        <a:pt x="0" y="4508"/>
                        <a:pt x="0" y="2921"/>
                      </a:cubicBezTo>
                      <a:cubicBezTo>
                        <a:pt x="0" y="1333"/>
                        <a:pt x="1334" y="0"/>
                        <a:pt x="2921" y="0"/>
                      </a:cubicBezTo>
                      <a:lnTo>
                        <a:pt x="102108" y="0"/>
                      </a:lnTo>
                      <a:cubicBezTo>
                        <a:pt x="103759" y="0"/>
                        <a:pt x="105029" y="1333"/>
                        <a:pt x="105029" y="2921"/>
                      </a:cubicBezTo>
                      <a:cubicBezTo>
                        <a:pt x="105029" y="4508"/>
                        <a:pt x="103696" y="5842"/>
                        <a:pt x="102108" y="584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19" name="Google Shape;1619;p46"/>
            <p:cNvGrpSpPr/>
            <p:nvPr/>
          </p:nvGrpSpPr>
          <p:grpSpPr>
            <a:xfrm>
              <a:off x="1665340" y="3003268"/>
              <a:ext cx="963501" cy="1338309"/>
              <a:chOff x="10261727" y="3787902"/>
              <a:chExt cx="476671" cy="662099"/>
            </a:xfrm>
          </p:grpSpPr>
          <p:grpSp>
            <p:nvGrpSpPr>
              <p:cNvPr id="1620" name="Google Shape;1620;p46"/>
              <p:cNvGrpSpPr/>
              <p:nvPr/>
            </p:nvGrpSpPr>
            <p:grpSpPr>
              <a:xfrm>
                <a:off x="10261727" y="3787902"/>
                <a:ext cx="132875" cy="662099"/>
                <a:chOff x="10261727" y="3787902"/>
                <a:chExt cx="132875" cy="662099"/>
              </a:xfrm>
            </p:grpSpPr>
            <p:sp>
              <p:nvSpPr>
                <p:cNvPr id="1621" name="Google Shape;1621;p46"/>
                <p:cNvSpPr/>
                <p:nvPr/>
              </p:nvSpPr>
              <p:spPr>
                <a:xfrm>
                  <a:off x="10261727" y="3787902"/>
                  <a:ext cx="18224" cy="662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24" h="662051" extrusionOk="0">
                      <a:moveTo>
                        <a:pt x="0" y="0"/>
                      </a:moveTo>
                      <a:lnTo>
                        <a:pt x="18225" y="0"/>
                      </a:lnTo>
                      <a:lnTo>
                        <a:pt x="18225" y="662051"/>
                      </a:lnTo>
                      <a:lnTo>
                        <a:pt x="0" y="66205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22" name="Google Shape;1622;p46"/>
                <p:cNvSpPr/>
                <p:nvPr/>
              </p:nvSpPr>
              <p:spPr>
                <a:xfrm rot="10800000">
                  <a:off x="10279922" y="3787950"/>
                  <a:ext cx="114680" cy="662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680" h="662051" extrusionOk="0">
                      <a:moveTo>
                        <a:pt x="0" y="0"/>
                      </a:moveTo>
                      <a:lnTo>
                        <a:pt x="114681" y="0"/>
                      </a:lnTo>
                      <a:lnTo>
                        <a:pt x="114681" y="662051"/>
                      </a:lnTo>
                      <a:lnTo>
                        <a:pt x="0" y="66205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623" name="Google Shape;1623;p46"/>
              <p:cNvSpPr/>
              <p:nvPr/>
            </p:nvSpPr>
            <p:spPr>
              <a:xfrm>
                <a:off x="10293921" y="3787902"/>
                <a:ext cx="126619" cy="662051"/>
              </a:xfrm>
              <a:custGeom>
                <a:avLst/>
                <a:gdLst/>
                <a:ahLst/>
                <a:cxnLst/>
                <a:rect l="l" t="t" r="r" b="b"/>
                <a:pathLst>
                  <a:path w="126619" h="662051" extrusionOk="0">
                    <a:moveTo>
                      <a:pt x="0" y="0"/>
                    </a:moveTo>
                    <a:lnTo>
                      <a:pt x="126618" y="0"/>
                    </a:lnTo>
                    <a:lnTo>
                      <a:pt x="126618" y="662051"/>
                    </a:lnTo>
                    <a:lnTo>
                      <a:pt x="0" y="66205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624" name="Google Shape;1624;p46"/>
              <p:cNvGrpSpPr/>
              <p:nvPr/>
            </p:nvGrpSpPr>
            <p:grpSpPr>
              <a:xfrm>
                <a:off x="10301478" y="3787902"/>
                <a:ext cx="51815" cy="662051"/>
                <a:chOff x="10301478" y="3787902"/>
                <a:chExt cx="51815" cy="662051"/>
              </a:xfrm>
            </p:grpSpPr>
            <p:sp>
              <p:nvSpPr>
                <p:cNvPr id="1625" name="Google Shape;1625;p46"/>
                <p:cNvSpPr/>
                <p:nvPr/>
              </p:nvSpPr>
              <p:spPr>
                <a:xfrm>
                  <a:off x="10301478" y="3787902"/>
                  <a:ext cx="3238" cy="662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8" h="662051" extrusionOk="0">
                      <a:moveTo>
                        <a:pt x="0" y="0"/>
                      </a:moveTo>
                      <a:lnTo>
                        <a:pt x="3239" y="0"/>
                      </a:lnTo>
                      <a:lnTo>
                        <a:pt x="3239" y="662051"/>
                      </a:lnTo>
                      <a:lnTo>
                        <a:pt x="0" y="66205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26" name="Google Shape;1626;p46"/>
                <p:cNvSpPr/>
                <p:nvPr/>
              </p:nvSpPr>
              <p:spPr>
                <a:xfrm>
                  <a:off x="10311193" y="3787902"/>
                  <a:ext cx="3238" cy="662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8" h="662051" extrusionOk="0">
                      <a:moveTo>
                        <a:pt x="0" y="0"/>
                      </a:moveTo>
                      <a:lnTo>
                        <a:pt x="3239" y="0"/>
                      </a:lnTo>
                      <a:lnTo>
                        <a:pt x="3239" y="662051"/>
                      </a:lnTo>
                      <a:lnTo>
                        <a:pt x="0" y="66205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27" name="Google Shape;1627;p46"/>
                <p:cNvSpPr/>
                <p:nvPr/>
              </p:nvSpPr>
              <p:spPr>
                <a:xfrm>
                  <a:off x="10320909" y="3787902"/>
                  <a:ext cx="3238" cy="662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8" h="662051" extrusionOk="0">
                      <a:moveTo>
                        <a:pt x="0" y="0"/>
                      </a:moveTo>
                      <a:lnTo>
                        <a:pt x="3238" y="0"/>
                      </a:lnTo>
                      <a:lnTo>
                        <a:pt x="3238" y="662051"/>
                      </a:lnTo>
                      <a:lnTo>
                        <a:pt x="0" y="66205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28" name="Google Shape;1628;p46"/>
                <p:cNvSpPr/>
                <p:nvPr/>
              </p:nvSpPr>
              <p:spPr>
                <a:xfrm>
                  <a:off x="10330624" y="3787902"/>
                  <a:ext cx="3238" cy="662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8" h="662051" extrusionOk="0">
                      <a:moveTo>
                        <a:pt x="0" y="0"/>
                      </a:moveTo>
                      <a:lnTo>
                        <a:pt x="3239" y="0"/>
                      </a:lnTo>
                      <a:lnTo>
                        <a:pt x="3239" y="662051"/>
                      </a:lnTo>
                      <a:lnTo>
                        <a:pt x="0" y="66205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29" name="Google Shape;1629;p46"/>
                <p:cNvSpPr/>
                <p:nvPr/>
              </p:nvSpPr>
              <p:spPr>
                <a:xfrm>
                  <a:off x="10340340" y="3787902"/>
                  <a:ext cx="3238" cy="662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8" h="662051" extrusionOk="0">
                      <a:moveTo>
                        <a:pt x="0" y="0"/>
                      </a:moveTo>
                      <a:lnTo>
                        <a:pt x="3239" y="0"/>
                      </a:lnTo>
                      <a:lnTo>
                        <a:pt x="3239" y="662051"/>
                      </a:lnTo>
                      <a:lnTo>
                        <a:pt x="0" y="66205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30" name="Google Shape;1630;p46"/>
                <p:cNvSpPr/>
                <p:nvPr/>
              </p:nvSpPr>
              <p:spPr>
                <a:xfrm>
                  <a:off x="10350055" y="3787902"/>
                  <a:ext cx="3238" cy="662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8" h="662051" extrusionOk="0">
                      <a:moveTo>
                        <a:pt x="0" y="0"/>
                      </a:moveTo>
                      <a:lnTo>
                        <a:pt x="3239" y="0"/>
                      </a:lnTo>
                      <a:lnTo>
                        <a:pt x="3239" y="662051"/>
                      </a:lnTo>
                      <a:lnTo>
                        <a:pt x="0" y="66205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31" name="Google Shape;1631;p46"/>
              <p:cNvGrpSpPr/>
              <p:nvPr/>
            </p:nvGrpSpPr>
            <p:grpSpPr>
              <a:xfrm>
                <a:off x="10359771" y="3787902"/>
                <a:ext cx="378627" cy="662099"/>
                <a:chOff x="10359771" y="3787902"/>
                <a:chExt cx="378627" cy="662099"/>
              </a:xfrm>
            </p:grpSpPr>
            <p:sp>
              <p:nvSpPr>
                <p:cNvPr id="1632" name="Google Shape;1632;p46"/>
                <p:cNvSpPr/>
                <p:nvPr/>
              </p:nvSpPr>
              <p:spPr>
                <a:xfrm>
                  <a:off x="10359771" y="3787902"/>
                  <a:ext cx="18224" cy="662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24" h="662051" extrusionOk="0">
                      <a:moveTo>
                        <a:pt x="0" y="0"/>
                      </a:moveTo>
                      <a:lnTo>
                        <a:pt x="18224" y="0"/>
                      </a:lnTo>
                      <a:lnTo>
                        <a:pt x="18224" y="662051"/>
                      </a:lnTo>
                      <a:lnTo>
                        <a:pt x="0" y="66205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33" name="Google Shape;1633;p46"/>
                <p:cNvSpPr/>
                <p:nvPr/>
              </p:nvSpPr>
              <p:spPr>
                <a:xfrm rot="10800000">
                  <a:off x="10378036" y="3787950"/>
                  <a:ext cx="360362" cy="662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362" h="662051" extrusionOk="0">
                      <a:moveTo>
                        <a:pt x="0" y="0"/>
                      </a:moveTo>
                      <a:lnTo>
                        <a:pt x="360362" y="0"/>
                      </a:lnTo>
                      <a:lnTo>
                        <a:pt x="360362" y="662051"/>
                      </a:lnTo>
                      <a:lnTo>
                        <a:pt x="0" y="66205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634" name="Google Shape;1634;p46"/>
              <p:cNvSpPr/>
              <p:nvPr/>
            </p:nvSpPr>
            <p:spPr>
              <a:xfrm>
                <a:off x="10516298" y="3787902"/>
                <a:ext cx="83820" cy="662051"/>
              </a:xfrm>
              <a:custGeom>
                <a:avLst/>
                <a:gdLst/>
                <a:ahLst/>
                <a:cxnLst/>
                <a:rect l="l" t="t" r="r" b="b"/>
                <a:pathLst>
                  <a:path w="83820" h="662051" extrusionOk="0">
                    <a:moveTo>
                      <a:pt x="0" y="0"/>
                    </a:moveTo>
                    <a:lnTo>
                      <a:pt x="83820" y="0"/>
                    </a:lnTo>
                    <a:lnTo>
                      <a:pt x="83820" y="662051"/>
                    </a:lnTo>
                    <a:lnTo>
                      <a:pt x="0" y="66205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5" name="Google Shape;1635;p46"/>
              <p:cNvSpPr/>
              <p:nvPr/>
            </p:nvSpPr>
            <p:spPr>
              <a:xfrm>
                <a:off x="10429430" y="4034345"/>
                <a:ext cx="257682" cy="163702"/>
              </a:xfrm>
              <a:custGeom>
                <a:avLst/>
                <a:gdLst/>
                <a:ahLst/>
                <a:cxnLst/>
                <a:rect l="l" t="t" r="r" b="b"/>
                <a:pathLst>
                  <a:path w="257682" h="163702" extrusionOk="0">
                    <a:moveTo>
                      <a:pt x="257683" y="81851"/>
                    </a:moveTo>
                    <a:cubicBezTo>
                      <a:pt x="257683" y="59372"/>
                      <a:pt x="230949" y="39814"/>
                      <a:pt x="191452" y="29591"/>
                    </a:cubicBezTo>
                    <a:cubicBezTo>
                      <a:pt x="184594" y="27813"/>
                      <a:pt x="178244" y="24447"/>
                      <a:pt x="173227" y="19367"/>
                    </a:cubicBezTo>
                    <a:cubicBezTo>
                      <a:pt x="161226" y="7302"/>
                      <a:pt x="145732" y="0"/>
                      <a:pt x="128841" y="0"/>
                    </a:cubicBezTo>
                    <a:cubicBezTo>
                      <a:pt x="111951" y="0"/>
                      <a:pt x="96393" y="7302"/>
                      <a:pt x="84455" y="19367"/>
                    </a:cubicBezTo>
                    <a:cubicBezTo>
                      <a:pt x="79438" y="24384"/>
                      <a:pt x="73088" y="27813"/>
                      <a:pt x="66230" y="29591"/>
                    </a:cubicBezTo>
                    <a:cubicBezTo>
                      <a:pt x="26733" y="39814"/>
                      <a:pt x="0" y="59372"/>
                      <a:pt x="0" y="81851"/>
                    </a:cubicBezTo>
                    <a:cubicBezTo>
                      <a:pt x="0" y="104330"/>
                      <a:pt x="26733" y="123889"/>
                      <a:pt x="66230" y="134112"/>
                    </a:cubicBezTo>
                    <a:cubicBezTo>
                      <a:pt x="73088" y="135890"/>
                      <a:pt x="79438" y="139255"/>
                      <a:pt x="84455" y="144335"/>
                    </a:cubicBezTo>
                    <a:cubicBezTo>
                      <a:pt x="96456" y="156401"/>
                      <a:pt x="111951" y="163703"/>
                      <a:pt x="128841" y="163703"/>
                    </a:cubicBezTo>
                    <a:cubicBezTo>
                      <a:pt x="145732" y="163703"/>
                      <a:pt x="161289" y="156401"/>
                      <a:pt x="173227" y="144335"/>
                    </a:cubicBezTo>
                    <a:cubicBezTo>
                      <a:pt x="178244" y="139319"/>
                      <a:pt x="184594" y="135890"/>
                      <a:pt x="191452" y="134112"/>
                    </a:cubicBezTo>
                    <a:cubicBezTo>
                      <a:pt x="230949" y="123889"/>
                      <a:pt x="257683" y="104330"/>
                      <a:pt x="257683" y="8185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6" name="Google Shape;1636;p46"/>
              <p:cNvSpPr/>
              <p:nvPr/>
            </p:nvSpPr>
            <p:spPr>
              <a:xfrm>
                <a:off x="10715688" y="3803777"/>
                <a:ext cx="5080" cy="630364"/>
              </a:xfrm>
              <a:custGeom>
                <a:avLst/>
                <a:gdLst/>
                <a:ahLst/>
                <a:cxnLst/>
                <a:rect l="l" t="t" r="r" b="b"/>
                <a:pathLst>
                  <a:path w="5080" h="630364" extrusionOk="0">
                    <a:moveTo>
                      <a:pt x="2540" y="630364"/>
                    </a:moveTo>
                    <a:cubicBezTo>
                      <a:pt x="1143" y="630364"/>
                      <a:pt x="0" y="629221"/>
                      <a:pt x="0" y="627825"/>
                    </a:cubicBezTo>
                    <a:lnTo>
                      <a:pt x="0" y="2540"/>
                    </a:lnTo>
                    <a:cubicBezTo>
                      <a:pt x="0" y="1143"/>
                      <a:pt x="1143" y="0"/>
                      <a:pt x="2540" y="0"/>
                    </a:cubicBezTo>
                    <a:cubicBezTo>
                      <a:pt x="3937" y="0"/>
                      <a:pt x="5080" y="1143"/>
                      <a:pt x="5080" y="2540"/>
                    </a:cubicBezTo>
                    <a:lnTo>
                      <a:pt x="5080" y="627825"/>
                    </a:lnTo>
                    <a:cubicBezTo>
                      <a:pt x="5080" y="629221"/>
                      <a:pt x="3937" y="630364"/>
                      <a:pt x="2540" y="63036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37" name="Google Shape;1637;p46"/>
            <p:cNvSpPr/>
            <p:nvPr/>
          </p:nvSpPr>
          <p:spPr>
            <a:xfrm>
              <a:off x="496015" y="747545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46"/>
            <p:cNvSpPr/>
            <p:nvPr/>
          </p:nvSpPr>
          <p:spPr>
            <a:xfrm>
              <a:off x="1043915" y="390995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46"/>
            <p:cNvSpPr/>
            <p:nvPr/>
          </p:nvSpPr>
          <p:spPr>
            <a:xfrm>
              <a:off x="3324490" y="3262370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46"/>
            <p:cNvSpPr/>
            <p:nvPr/>
          </p:nvSpPr>
          <p:spPr>
            <a:xfrm>
              <a:off x="496015" y="4425895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" name="Google Shape;302;p35">
            <a:extLst>
              <a:ext uri="{FF2B5EF4-FFF2-40B4-BE49-F238E27FC236}">
                <a16:creationId xmlns:a16="http://schemas.microsoft.com/office/drawing/2014/main" id="{5FAB56BA-0BA2-2CC6-190A-0D0B997D6D16}"/>
              </a:ext>
            </a:extLst>
          </p:cNvPr>
          <p:cNvSpPr txBox="1">
            <a:spLocks/>
          </p:cNvSpPr>
          <p:nvPr/>
        </p:nvSpPr>
        <p:spPr>
          <a:xfrm>
            <a:off x="582991" y="110254"/>
            <a:ext cx="2509687" cy="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772E"/>
              </a:buClr>
              <a:buSzPts val="1800"/>
              <a:buFont typeface="Lato"/>
              <a:buNone/>
              <a:defRPr sz="18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ar-LB" sz="2400" b="1" dirty="0">
                <a:solidFill>
                  <a:schemeClr val="bg2">
                    <a:lumMod val="50000"/>
                  </a:schemeClr>
                </a:solidFill>
              </a:rPr>
              <a:t>مخطط حالات الاستخدام</a:t>
            </a:r>
          </a:p>
        </p:txBody>
      </p:sp>
      <p:pic>
        <p:nvPicPr>
          <p:cNvPr id="3" name="Picture 2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1DC162F0-7C42-2D2D-30A5-CE8059FBD4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494" t="48383" r="-347" b="14893"/>
          <a:stretch>
            <a:fillRect/>
          </a:stretch>
        </p:blipFill>
        <p:spPr>
          <a:xfrm>
            <a:off x="3195194" y="224517"/>
            <a:ext cx="5640532" cy="47061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8">
          <a:extLst>
            <a:ext uri="{FF2B5EF4-FFF2-40B4-BE49-F238E27FC236}">
              <a16:creationId xmlns:a16="http://schemas.microsoft.com/office/drawing/2014/main" id="{B1741B3E-6BF1-628B-B232-B9134A0AF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2" name="Google Shape;1112;p38">
            <a:extLst>
              <a:ext uri="{FF2B5EF4-FFF2-40B4-BE49-F238E27FC236}">
                <a16:creationId xmlns:a16="http://schemas.microsoft.com/office/drawing/2014/main" id="{8D4036B5-47DA-FB10-9B83-3508A230ECB2}"/>
              </a:ext>
            </a:extLst>
          </p:cNvPr>
          <p:cNvGrpSpPr/>
          <p:nvPr/>
        </p:nvGrpSpPr>
        <p:grpSpPr>
          <a:xfrm flipH="1">
            <a:off x="644730" y="3467075"/>
            <a:ext cx="1083645" cy="1354938"/>
            <a:chOff x="4928489" y="1985645"/>
            <a:chExt cx="327405" cy="409384"/>
          </a:xfrm>
        </p:grpSpPr>
        <p:grpSp>
          <p:nvGrpSpPr>
            <p:cNvPr id="1113" name="Google Shape;1113;p38">
              <a:extLst>
                <a:ext uri="{FF2B5EF4-FFF2-40B4-BE49-F238E27FC236}">
                  <a16:creationId xmlns:a16="http://schemas.microsoft.com/office/drawing/2014/main" id="{9B113075-5211-EF54-E3F2-C38FFE9BDAD3}"/>
                </a:ext>
              </a:extLst>
            </p:cNvPr>
            <p:cNvGrpSpPr/>
            <p:nvPr/>
          </p:nvGrpSpPr>
          <p:grpSpPr>
            <a:xfrm>
              <a:off x="4928489" y="1985645"/>
              <a:ext cx="327405" cy="409384"/>
              <a:chOff x="4928489" y="1985645"/>
              <a:chExt cx="327405" cy="409384"/>
            </a:xfrm>
          </p:grpSpPr>
          <p:sp>
            <p:nvSpPr>
              <p:cNvPr id="1114" name="Google Shape;1114;p38">
                <a:extLst>
                  <a:ext uri="{FF2B5EF4-FFF2-40B4-BE49-F238E27FC236}">
                    <a16:creationId xmlns:a16="http://schemas.microsoft.com/office/drawing/2014/main" id="{957C3863-3E8F-3923-B494-D130B2E063AB}"/>
                  </a:ext>
                </a:extLst>
              </p:cNvPr>
              <p:cNvSpPr/>
              <p:nvPr/>
            </p:nvSpPr>
            <p:spPr>
              <a:xfrm>
                <a:off x="4928489" y="1985645"/>
                <a:ext cx="327405" cy="327405"/>
              </a:xfrm>
              <a:custGeom>
                <a:avLst/>
                <a:gdLst/>
                <a:ahLst/>
                <a:cxnLst/>
                <a:rect l="l" t="t" r="r" b="b"/>
                <a:pathLst>
                  <a:path w="327405" h="327405" extrusionOk="0">
                    <a:moveTo>
                      <a:pt x="327406" y="163703"/>
                    </a:moveTo>
                    <a:cubicBezTo>
                      <a:pt x="327406" y="254114"/>
                      <a:pt x="254114" y="327406"/>
                      <a:pt x="163703" y="327406"/>
                    </a:cubicBezTo>
                    <a:cubicBezTo>
                      <a:pt x="73292" y="327406"/>
                      <a:pt x="0" y="254114"/>
                      <a:pt x="0" y="163703"/>
                    </a:cubicBezTo>
                    <a:cubicBezTo>
                      <a:pt x="0" y="73292"/>
                      <a:pt x="73292" y="0"/>
                      <a:pt x="163703" y="0"/>
                    </a:cubicBezTo>
                    <a:cubicBezTo>
                      <a:pt x="254114" y="0"/>
                      <a:pt x="327406" y="73293"/>
                      <a:pt x="327406" y="16370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5" name="Google Shape;1115;p38">
                <a:extLst>
                  <a:ext uri="{FF2B5EF4-FFF2-40B4-BE49-F238E27FC236}">
                    <a16:creationId xmlns:a16="http://schemas.microsoft.com/office/drawing/2014/main" id="{A2A469A9-05BA-7398-7238-003127056111}"/>
                  </a:ext>
                </a:extLst>
              </p:cNvPr>
              <p:cNvSpPr/>
              <p:nvPr/>
            </p:nvSpPr>
            <p:spPr>
              <a:xfrm>
                <a:off x="5115814" y="2255075"/>
                <a:ext cx="94424" cy="139954"/>
              </a:xfrm>
              <a:custGeom>
                <a:avLst/>
                <a:gdLst/>
                <a:ahLst/>
                <a:cxnLst/>
                <a:rect l="l" t="t" r="r" b="b"/>
                <a:pathLst>
                  <a:path w="94424" h="139954" extrusionOk="0">
                    <a:moveTo>
                      <a:pt x="65405" y="0"/>
                    </a:moveTo>
                    <a:lnTo>
                      <a:pt x="94424" y="139954"/>
                    </a:lnTo>
                    <a:lnTo>
                      <a:pt x="0" y="374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16" name="Google Shape;1116;p38">
              <a:extLst>
                <a:ext uri="{FF2B5EF4-FFF2-40B4-BE49-F238E27FC236}">
                  <a16:creationId xmlns:a16="http://schemas.microsoft.com/office/drawing/2014/main" id="{B559643B-C866-0E47-C934-E77288C1EA04}"/>
                </a:ext>
              </a:extLst>
            </p:cNvPr>
            <p:cNvGrpSpPr/>
            <p:nvPr/>
          </p:nvGrpSpPr>
          <p:grpSpPr>
            <a:xfrm>
              <a:off x="4987797" y="2038985"/>
              <a:ext cx="208788" cy="215392"/>
              <a:chOff x="4987797" y="2038985"/>
              <a:chExt cx="208788" cy="215392"/>
            </a:xfrm>
          </p:grpSpPr>
          <p:grpSp>
            <p:nvGrpSpPr>
              <p:cNvPr id="1117" name="Google Shape;1117;p38">
                <a:extLst>
                  <a:ext uri="{FF2B5EF4-FFF2-40B4-BE49-F238E27FC236}">
                    <a16:creationId xmlns:a16="http://schemas.microsoft.com/office/drawing/2014/main" id="{D75D8FA2-4577-2E07-6511-69D8A90FCB6B}"/>
                  </a:ext>
                </a:extLst>
              </p:cNvPr>
              <p:cNvGrpSpPr/>
              <p:nvPr/>
            </p:nvGrpSpPr>
            <p:grpSpPr>
              <a:xfrm>
                <a:off x="5040823" y="2090106"/>
                <a:ext cx="102740" cy="164271"/>
                <a:chOff x="5040823" y="2090106"/>
                <a:chExt cx="102740" cy="164271"/>
              </a:xfrm>
            </p:grpSpPr>
            <p:sp>
              <p:nvSpPr>
                <p:cNvPr id="1118" name="Google Shape;1118;p38">
                  <a:extLst>
                    <a:ext uri="{FF2B5EF4-FFF2-40B4-BE49-F238E27FC236}">
                      <a16:creationId xmlns:a16="http://schemas.microsoft.com/office/drawing/2014/main" id="{460DEBFF-A226-1DFE-14D3-9447A1848BB7}"/>
                    </a:ext>
                  </a:extLst>
                </p:cNvPr>
                <p:cNvSpPr/>
                <p:nvPr/>
              </p:nvSpPr>
              <p:spPr>
                <a:xfrm>
                  <a:off x="5040823" y="2090106"/>
                  <a:ext cx="102740" cy="1266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740" h="126615" extrusionOk="0">
                      <a:moveTo>
                        <a:pt x="102740" y="51368"/>
                      </a:moveTo>
                      <a:cubicBezTo>
                        <a:pt x="102740" y="21078"/>
                        <a:pt x="76515" y="-3051"/>
                        <a:pt x="45527" y="314"/>
                      </a:cubicBezTo>
                      <a:cubicBezTo>
                        <a:pt x="22730" y="2854"/>
                        <a:pt x="3934" y="20888"/>
                        <a:pt x="569" y="43621"/>
                      </a:cubicBezTo>
                      <a:cubicBezTo>
                        <a:pt x="-1590" y="58353"/>
                        <a:pt x="2537" y="72069"/>
                        <a:pt x="10602" y="82546"/>
                      </a:cubicBezTo>
                      <a:cubicBezTo>
                        <a:pt x="16634" y="90421"/>
                        <a:pt x="21142" y="99374"/>
                        <a:pt x="23048" y="109153"/>
                      </a:cubicBezTo>
                      <a:lnTo>
                        <a:pt x="25461" y="121599"/>
                      </a:lnTo>
                      <a:cubicBezTo>
                        <a:pt x="26032" y="124520"/>
                        <a:pt x="28572" y="126615"/>
                        <a:pt x="31557" y="126615"/>
                      </a:cubicBezTo>
                      <a:lnTo>
                        <a:pt x="71117" y="126615"/>
                      </a:lnTo>
                      <a:cubicBezTo>
                        <a:pt x="74102" y="126615"/>
                        <a:pt x="76642" y="124520"/>
                        <a:pt x="77213" y="121599"/>
                      </a:cubicBezTo>
                      <a:lnTo>
                        <a:pt x="79626" y="109153"/>
                      </a:lnTo>
                      <a:cubicBezTo>
                        <a:pt x="81531" y="99374"/>
                        <a:pt x="86103" y="90357"/>
                        <a:pt x="92136" y="82483"/>
                      </a:cubicBezTo>
                      <a:cubicBezTo>
                        <a:pt x="98803" y="73847"/>
                        <a:pt x="102740" y="63052"/>
                        <a:pt x="102740" y="5136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19" name="Google Shape;1119;p38">
                  <a:extLst>
                    <a:ext uri="{FF2B5EF4-FFF2-40B4-BE49-F238E27FC236}">
                      <a16:creationId xmlns:a16="http://schemas.microsoft.com/office/drawing/2014/main" id="{74561078-9092-9502-3F36-40D60497D5F8}"/>
                    </a:ext>
                  </a:extLst>
                </p:cNvPr>
                <p:cNvGrpSpPr/>
                <p:nvPr/>
              </p:nvGrpSpPr>
              <p:grpSpPr>
                <a:xfrm>
                  <a:off x="5067490" y="2216721"/>
                  <a:ext cx="48260" cy="37656"/>
                  <a:chOff x="5067490" y="2216721"/>
                  <a:chExt cx="48260" cy="37656"/>
                </a:xfrm>
              </p:grpSpPr>
              <p:sp>
                <p:nvSpPr>
                  <p:cNvPr id="1120" name="Google Shape;1120;p38">
                    <a:extLst>
                      <a:ext uri="{FF2B5EF4-FFF2-40B4-BE49-F238E27FC236}">
                        <a16:creationId xmlns:a16="http://schemas.microsoft.com/office/drawing/2014/main" id="{68B3F36D-1EE0-359E-4FE5-3FBB8F757048}"/>
                      </a:ext>
                    </a:extLst>
                  </p:cNvPr>
                  <p:cNvSpPr/>
                  <p:nvPr/>
                </p:nvSpPr>
                <p:spPr>
                  <a:xfrm>
                    <a:off x="5075999" y="2236216"/>
                    <a:ext cx="31369" cy="181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369" h="18161" extrusionOk="0">
                        <a:moveTo>
                          <a:pt x="31369" y="9080"/>
                        </a:moveTo>
                        <a:cubicBezTo>
                          <a:pt x="31369" y="14095"/>
                          <a:pt x="24347" y="18161"/>
                          <a:pt x="15685" y="18161"/>
                        </a:cubicBezTo>
                        <a:cubicBezTo>
                          <a:pt x="7022" y="18161"/>
                          <a:pt x="0" y="14095"/>
                          <a:pt x="0" y="9080"/>
                        </a:cubicBezTo>
                        <a:cubicBezTo>
                          <a:pt x="0" y="4065"/>
                          <a:pt x="7022" y="0"/>
                          <a:pt x="15685" y="0"/>
                        </a:cubicBezTo>
                        <a:cubicBezTo>
                          <a:pt x="24347" y="0"/>
                          <a:pt x="31369" y="4065"/>
                          <a:pt x="31369" y="908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1" name="Google Shape;1121;p38">
                    <a:extLst>
                      <a:ext uri="{FF2B5EF4-FFF2-40B4-BE49-F238E27FC236}">
                        <a16:creationId xmlns:a16="http://schemas.microsoft.com/office/drawing/2014/main" id="{17A30E09-0F06-FD3B-F8CE-4442BFD8CAB1}"/>
                      </a:ext>
                    </a:extLst>
                  </p:cNvPr>
                  <p:cNvSpPr/>
                  <p:nvPr/>
                </p:nvSpPr>
                <p:spPr>
                  <a:xfrm>
                    <a:off x="5067490" y="2216721"/>
                    <a:ext cx="48260" cy="312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260" h="31242" extrusionOk="0">
                        <a:moveTo>
                          <a:pt x="42164" y="31242"/>
                        </a:moveTo>
                        <a:lnTo>
                          <a:pt x="6159" y="31242"/>
                        </a:lnTo>
                        <a:cubicBezTo>
                          <a:pt x="2794" y="31242"/>
                          <a:pt x="0" y="28511"/>
                          <a:pt x="0" y="25083"/>
                        </a:cubicBezTo>
                        <a:lnTo>
                          <a:pt x="0" y="3746"/>
                        </a:lnTo>
                        <a:cubicBezTo>
                          <a:pt x="0" y="1651"/>
                          <a:pt x="1651" y="0"/>
                          <a:pt x="3746" y="0"/>
                        </a:cubicBezTo>
                        <a:lnTo>
                          <a:pt x="44513" y="0"/>
                        </a:lnTo>
                        <a:cubicBezTo>
                          <a:pt x="46609" y="0"/>
                          <a:pt x="48260" y="1651"/>
                          <a:pt x="48260" y="3746"/>
                        </a:cubicBezTo>
                        <a:lnTo>
                          <a:pt x="48260" y="25083"/>
                        </a:lnTo>
                        <a:cubicBezTo>
                          <a:pt x="48323" y="28511"/>
                          <a:pt x="45593" y="31242"/>
                          <a:pt x="42164" y="3124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122" name="Google Shape;1122;p38">
                  <a:extLst>
                    <a:ext uri="{FF2B5EF4-FFF2-40B4-BE49-F238E27FC236}">
                      <a16:creationId xmlns:a16="http://schemas.microsoft.com/office/drawing/2014/main" id="{CF4DB18D-0B15-5265-4E3B-C44C09556634}"/>
                    </a:ext>
                  </a:extLst>
                </p:cNvPr>
                <p:cNvSpPr/>
                <p:nvPr/>
              </p:nvSpPr>
              <p:spPr>
                <a:xfrm>
                  <a:off x="5061077" y="2136838"/>
                  <a:ext cx="62483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83" h="23812" extrusionOk="0">
                      <a:moveTo>
                        <a:pt x="60960" y="23813"/>
                      </a:moveTo>
                      <a:cubicBezTo>
                        <a:pt x="58039" y="23813"/>
                        <a:pt x="55499" y="22479"/>
                        <a:pt x="53530" y="20002"/>
                      </a:cubicBezTo>
                      <a:cubicBezTo>
                        <a:pt x="51562" y="22479"/>
                        <a:pt x="49022" y="23813"/>
                        <a:pt x="46101" y="23813"/>
                      </a:cubicBezTo>
                      <a:cubicBezTo>
                        <a:pt x="43116" y="23813"/>
                        <a:pt x="40640" y="22479"/>
                        <a:pt x="38671" y="20002"/>
                      </a:cubicBezTo>
                      <a:cubicBezTo>
                        <a:pt x="36703" y="22479"/>
                        <a:pt x="34163" y="23813"/>
                        <a:pt x="31242" y="23813"/>
                      </a:cubicBezTo>
                      <a:cubicBezTo>
                        <a:pt x="28321" y="23813"/>
                        <a:pt x="25781" y="22479"/>
                        <a:pt x="23813" y="20002"/>
                      </a:cubicBezTo>
                      <a:cubicBezTo>
                        <a:pt x="21844" y="22479"/>
                        <a:pt x="19304" y="23813"/>
                        <a:pt x="16383" y="23813"/>
                      </a:cubicBezTo>
                      <a:cubicBezTo>
                        <a:pt x="13462" y="23813"/>
                        <a:pt x="10922" y="22479"/>
                        <a:pt x="8953" y="20002"/>
                      </a:cubicBezTo>
                      <a:cubicBezTo>
                        <a:pt x="6985" y="22479"/>
                        <a:pt x="4445" y="23813"/>
                        <a:pt x="1524" y="23813"/>
                      </a:cubicBezTo>
                      <a:cubicBezTo>
                        <a:pt x="698" y="23813"/>
                        <a:pt x="0" y="23114"/>
                        <a:pt x="0" y="22288"/>
                      </a:cubicBezTo>
                      <a:cubicBezTo>
                        <a:pt x="0" y="21463"/>
                        <a:pt x="698" y="20764"/>
                        <a:pt x="1524" y="20764"/>
                      </a:cubicBezTo>
                      <a:cubicBezTo>
                        <a:pt x="4064" y="20764"/>
                        <a:pt x="5905" y="19304"/>
                        <a:pt x="7239" y="17208"/>
                      </a:cubicBezTo>
                      <a:cubicBezTo>
                        <a:pt x="6159" y="14986"/>
                        <a:pt x="5270" y="12319"/>
                        <a:pt x="4699" y="9080"/>
                      </a:cubicBezTo>
                      <a:cubicBezTo>
                        <a:pt x="4191" y="6223"/>
                        <a:pt x="4826" y="3111"/>
                        <a:pt x="6223" y="1397"/>
                      </a:cubicBezTo>
                      <a:cubicBezTo>
                        <a:pt x="7176" y="254"/>
                        <a:pt x="8255" y="0"/>
                        <a:pt x="8953" y="0"/>
                      </a:cubicBezTo>
                      <a:cubicBezTo>
                        <a:pt x="9652" y="0"/>
                        <a:pt x="10732" y="254"/>
                        <a:pt x="11684" y="1397"/>
                      </a:cubicBezTo>
                      <a:cubicBezTo>
                        <a:pt x="13145" y="3111"/>
                        <a:pt x="13716" y="6160"/>
                        <a:pt x="13208" y="9080"/>
                      </a:cubicBezTo>
                      <a:cubicBezTo>
                        <a:pt x="12636" y="12319"/>
                        <a:pt x="11811" y="14986"/>
                        <a:pt x="10668" y="17208"/>
                      </a:cubicBezTo>
                      <a:cubicBezTo>
                        <a:pt x="12001" y="19240"/>
                        <a:pt x="13843" y="20764"/>
                        <a:pt x="16383" y="20764"/>
                      </a:cubicBezTo>
                      <a:cubicBezTo>
                        <a:pt x="18923" y="20764"/>
                        <a:pt x="20764" y="19304"/>
                        <a:pt x="22098" y="17208"/>
                      </a:cubicBezTo>
                      <a:cubicBezTo>
                        <a:pt x="20955" y="14986"/>
                        <a:pt x="20129" y="12319"/>
                        <a:pt x="19558" y="9080"/>
                      </a:cubicBezTo>
                      <a:cubicBezTo>
                        <a:pt x="19050" y="6223"/>
                        <a:pt x="19685" y="3111"/>
                        <a:pt x="21082" y="1397"/>
                      </a:cubicBezTo>
                      <a:cubicBezTo>
                        <a:pt x="22034" y="254"/>
                        <a:pt x="23114" y="0"/>
                        <a:pt x="23813" y="0"/>
                      </a:cubicBezTo>
                      <a:cubicBezTo>
                        <a:pt x="24511" y="0"/>
                        <a:pt x="25590" y="254"/>
                        <a:pt x="26543" y="1397"/>
                      </a:cubicBezTo>
                      <a:cubicBezTo>
                        <a:pt x="28003" y="3111"/>
                        <a:pt x="28575" y="6160"/>
                        <a:pt x="28067" y="9080"/>
                      </a:cubicBezTo>
                      <a:cubicBezTo>
                        <a:pt x="27495" y="12319"/>
                        <a:pt x="26670" y="14986"/>
                        <a:pt x="25527" y="17208"/>
                      </a:cubicBezTo>
                      <a:cubicBezTo>
                        <a:pt x="26860" y="19240"/>
                        <a:pt x="28702" y="20764"/>
                        <a:pt x="31242" y="20764"/>
                      </a:cubicBezTo>
                      <a:cubicBezTo>
                        <a:pt x="33782" y="20764"/>
                        <a:pt x="35623" y="19304"/>
                        <a:pt x="36957" y="17208"/>
                      </a:cubicBezTo>
                      <a:cubicBezTo>
                        <a:pt x="35877" y="14986"/>
                        <a:pt x="34989" y="12319"/>
                        <a:pt x="34417" y="9080"/>
                      </a:cubicBezTo>
                      <a:cubicBezTo>
                        <a:pt x="33909" y="6223"/>
                        <a:pt x="34544" y="3111"/>
                        <a:pt x="35941" y="1397"/>
                      </a:cubicBezTo>
                      <a:cubicBezTo>
                        <a:pt x="36893" y="254"/>
                        <a:pt x="37973" y="0"/>
                        <a:pt x="38671" y="0"/>
                      </a:cubicBezTo>
                      <a:cubicBezTo>
                        <a:pt x="39370" y="0"/>
                        <a:pt x="40449" y="254"/>
                        <a:pt x="41402" y="1397"/>
                      </a:cubicBezTo>
                      <a:cubicBezTo>
                        <a:pt x="42863" y="3111"/>
                        <a:pt x="43434" y="6160"/>
                        <a:pt x="42926" y="9080"/>
                      </a:cubicBezTo>
                      <a:cubicBezTo>
                        <a:pt x="42354" y="12319"/>
                        <a:pt x="41529" y="14986"/>
                        <a:pt x="40386" y="17208"/>
                      </a:cubicBezTo>
                      <a:cubicBezTo>
                        <a:pt x="41720" y="19240"/>
                        <a:pt x="43561" y="20764"/>
                        <a:pt x="46101" y="20764"/>
                      </a:cubicBezTo>
                      <a:cubicBezTo>
                        <a:pt x="48641" y="20764"/>
                        <a:pt x="50482" y="19304"/>
                        <a:pt x="51816" y="17208"/>
                      </a:cubicBezTo>
                      <a:cubicBezTo>
                        <a:pt x="50673" y="14986"/>
                        <a:pt x="49847" y="12319"/>
                        <a:pt x="49276" y="9080"/>
                      </a:cubicBezTo>
                      <a:cubicBezTo>
                        <a:pt x="48768" y="6223"/>
                        <a:pt x="49403" y="3111"/>
                        <a:pt x="50800" y="1397"/>
                      </a:cubicBezTo>
                      <a:cubicBezTo>
                        <a:pt x="51752" y="254"/>
                        <a:pt x="52832" y="0"/>
                        <a:pt x="53530" y="0"/>
                      </a:cubicBezTo>
                      <a:cubicBezTo>
                        <a:pt x="54229" y="0"/>
                        <a:pt x="55308" y="254"/>
                        <a:pt x="56261" y="1397"/>
                      </a:cubicBezTo>
                      <a:cubicBezTo>
                        <a:pt x="57721" y="3111"/>
                        <a:pt x="58293" y="6160"/>
                        <a:pt x="57785" y="9080"/>
                      </a:cubicBezTo>
                      <a:cubicBezTo>
                        <a:pt x="57214" y="12319"/>
                        <a:pt x="56388" y="14986"/>
                        <a:pt x="55245" y="17208"/>
                      </a:cubicBezTo>
                      <a:cubicBezTo>
                        <a:pt x="56578" y="19240"/>
                        <a:pt x="58420" y="20764"/>
                        <a:pt x="60960" y="20764"/>
                      </a:cubicBezTo>
                      <a:cubicBezTo>
                        <a:pt x="61785" y="20764"/>
                        <a:pt x="62484" y="21463"/>
                        <a:pt x="62484" y="22288"/>
                      </a:cubicBezTo>
                      <a:cubicBezTo>
                        <a:pt x="62484" y="23114"/>
                        <a:pt x="61785" y="23813"/>
                        <a:pt x="60960" y="23813"/>
                      </a:cubicBezTo>
                      <a:close/>
                      <a:moveTo>
                        <a:pt x="8763" y="3111"/>
                      </a:moveTo>
                      <a:cubicBezTo>
                        <a:pt x="8699" y="3111"/>
                        <a:pt x="8509" y="3238"/>
                        <a:pt x="8382" y="3429"/>
                      </a:cubicBezTo>
                      <a:cubicBezTo>
                        <a:pt x="7683" y="4318"/>
                        <a:pt x="7112" y="6413"/>
                        <a:pt x="7493" y="8636"/>
                      </a:cubicBezTo>
                      <a:cubicBezTo>
                        <a:pt x="7747" y="10096"/>
                        <a:pt x="8128" y="11938"/>
                        <a:pt x="8763" y="13652"/>
                      </a:cubicBezTo>
                      <a:cubicBezTo>
                        <a:pt x="9398" y="11874"/>
                        <a:pt x="9779" y="10096"/>
                        <a:pt x="10033" y="8636"/>
                      </a:cubicBezTo>
                      <a:cubicBezTo>
                        <a:pt x="10414" y="6413"/>
                        <a:pt x="9842" y="4318"/>
                        <a:pt x="9144" y="3429"/>
                      </a:cubicBezTo>
                      <a:cubicBezTo>
                        <a:pt x="8953" y="3238"/>
                        <a:pt x="8826" y="3111"/>
                        <a:pt x="8763" y="3111"/>
                      </a:cubicBezTo>
                      <a:close/>
                      <a:moveTo>
                        <a:pt x="23685" y="3111"/>
                      </a:moveTo>
                      <a:cubicBezTo>
                        <a:pt x="23622" y="3111"/>
                        <a:pt x="23432" y="3238"/>
                        <a:pt x="23304" y="3429"/>
                      </a:cubicBezTo>
                      <a:cubicBezTo>
                        <a:pt x="22606" y="4318"/>
                        <a:pt x="22034" y="6413"/>
                        <a:pt x="22415" y="8636"/>
                      </a:cubicBezTo>
                      <a:cubicBezTo>
                        <a:pt x="22670" y="10096"/>
                        <a:pt x="23051" y="11938"/>
                        <a:pt x="23685" y="13652"/>
                      </a:cubicBezTo>
                      <a:cubicBezTo>
                        <a:pt x="24320" y="11874"/>
                        <a:pt x="24701" y="10096"/>
                        <a:pt x="24955" y="8636"/>
                      </a:cubicBezTo>
                      <a:cubicBezTo>
                        <a:pt x="25336" y="6413"/>
                        <a:pt x="24765" y="4318"/>
                        <a:pt x="24066" y="3429"/>
                      </a:cubicBezTo>
                      <a:cubicBezTo>
                        <a:pt x="23876" y="3238"/>
                        <a:pt x="23749" y="3111"/>
                        <a:pt x="23685" y="3111"/>
                      </a:cubicBezTo>
                      <a:close/>
                      <a:moveTo>
                        <a:pt x="53467" y="3111"/>
                      </a:moveTo>
                      <a:cubicBezTo>
                        <a:pt x="53403" y="3111"/>
                        <a:pt x="53213" y="3238"/>
                        <a:pt x="53086" y="3429"/>
                      </a:cubicBezTo>
                      <a:cubicBezTo>
                        <a:pt x="52388" y="4318"/>
                        <a:pt x="51816" y="6413"/>
                        <a:pt x="52197" y="8636"/>
                      </a:cubicBezTo>
                      <a:cubicBezTo>
                        <a:pt x="52451" y="10096"/>
                        <a:pt x="52832" y="11938"/>
                        <a:pt x="53467" y="13652"/>
                      </a:cubicBezTo>
                      <a:cubicBezTo>
                        <a:pt x="54102" y="11874"/>
                        <a:pt x="54483" y="10096"/>
                        <a:pt x="54737" y="8636"/>
                      </a:cubicBezTo>
                      <a:cubicBezTo>
                        <a:pt x="55118" y="6413"/>
                        <a:pt x="54546" y="4318"/>
                        <a:pt x="53848" y="3429"/>
                      </a:cubicBezTo>
                      <a:cubicBezTo>
                        <a:pt x="53721" y="3238"/>
                        <a:pt x="53530" y="3111"/>
                        <a:pt x="53467" y="3111"/>
                      </a:cubicBezTo>
                      <a:close/>
                      <a:moveTo>
                        <a:pt x="38545" y="3111"/>
                      </a:moveTo>
                      <a:cubicBezTo>
                        <a:pt x="38481" y="3111"/>
                        <a:pt x="38290" y="3238"/>
                        <a:pt x="38164" y="3429"/>
                      </a:cubicBezTo>
                      <a:cubicBezTo>
                        <a:pt x="37465" y="4318"/>
                        <a:pt x="36893" y="6413"/>
                        <a:pt x="37274" y="8636"/>
                      </a:cubicBezTo>
                      <a:cubicBezTo>
                        <a:pt x="37528" y="10096"/>
                        <a:pt x="37909" y="11938"/>
                        <a:pt x="38545" y="13652"/>
                      </a:cubicBezTo>
                      <a:cubicBezTo>
                        <a:pt x="39179" y="11874"/>
                        <a:pt x="39560" y="10096"/>
                        <a:pt x="39814" y="8636"/>
                      </a:cubicBezTo>
                      <a:cubicBezTo>
                        <a:pt x="40195" y="6413"/>
                        <a:pt x="39624" y="4318"/>
                        <a:pt x="38926" y="3429"/>
                      </a:cubicBezTo>
                      <a:cubicBezTo>
                        <a:pt x="38798" y="3238"/>
                        <a:pt x="38671" y="3111"/>
                        <a:pt x="38545" y="311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23" name="Google Shape;1123;p38">
                <a:extLst>
                  <a:ext uri="{FF2B5EF4-FFF2-40B4-BE49-F238E27FC236}">
                    <a16:creationId xmlns:a16="http://schemas.microsoft.com/office/drawing/2014/main" id="{E692E2AA-A8CE-9A9F-04DA-72066DE07343}"/>
                  </a:ext>
                </a:extLst>
              </p:cNvPr>
              <p:cNvGrpSpPr/>
              <p:nvPr/>
            </p:nvGrpSpPr>
            <p:grpSpPr>
              <a:xfrm>
                <a:off x="4987797" y="2038985"/>
                <a:ext cx="208788" cy="109791"/>
                <a:chOff x="4987797" y="2038985"/>
                <a:chExt cx="208788" cy="109791"/>
              </a:xfrm>
            </p:grpSpPr>
            <p:sp>
              <p:nvSpPr>
                <p:cNvPr id="1124" name="Google Shape;1124;p38">
                  <a:extLst>
                    <a:ext uri="{FF2B5EF4-FFF2-40B4-BE49-F238E27FC236}">
                      <a16:creationId xmlns:a16="http://schemas.microsoft.com/office/drawing/2014/main" id="{86AD3A14-49BD-6ADC-88CC-EB467BD59164}"/>
                    </a:ext>
                  </a:extLst>
                </p:cNvPr>
                <p:cNvSpPr/>
                <p:nvPr/>
              </p:nvSpPr>
              <p:spPr>
                <a:xfrm>
                  <a:off x="5086794" y="2038985"/>
                  <a:ext cx="10795" cy="439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5" h="43941" extrusionOk="0">
                      <a:moveTo>
                        <a:pt x="5397" y="43942"/>
                      </a:moveTo>
                      <a:cubicBezTo>
                        <a:pt x="2413" y="43942"/>
                        <a:pt x="0" y="41529"/>
                        <a:pt x="0" y="38545"/>
                      </a:cubicBezTo>
                      <a:lnTo>
                        <a:pt x="0" y="5398"/>
                      </a:lnTo>
                      <a:cubicBezTo>
                        <a:pt x="0" y="2413"/>
                        <a:pt x="2413" y="0"/>
                        <a:pt x="5397" y="0"/>
                      </a:cubicBezTo>
                      <a:cubicBezTo>
                        <a:pt x="8382" y="0"/>
                        <a:pt x="10795" y="2413"/>
                        <a:pt x="10795" y="5398"/>
                      </a:cubicBezTo>
                      <a:lnTo>
                        <a:pt x="10795" y="38545"/>
                      </a:lnTo>
                      <a:cubicBezTo>
                        <a:pt x="10795" y="41529"/>
                        <a:pt x="8382" y="43942"/>
                        <a:pt x="5397" y="4394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25" name="Google Shape;1125;p38">
                  <a:extLst>
                    <a:ext uri="{FF2B5EF4-FFF2-40B4-BE49-F238E27FC236}">
                      <a16:creationId xmlns:a16="http://schemas.microsoft.com/office/drawing/2014/main" id="{FF350F77-79C5-4773-E038-BE7F80973365}"/>
                    </a:ext>
                  </a:extLst>
                </p:cNvPr>
                <p:cNvSpPr/>
                <p:nvPr/>
              </p:nvSpPr>
              <p:spPr>
                <a:xfrm>
                  <a:off x="5037281" y="2052174"/>
                  <a:ext cx="27462" cy="395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62" h="39579" extrusionOk="0">
                      <a:moveTo>
                        <a:pt x="22018" y="39579"/>
                      </a:moveTo>
                      <a:cubicBezTo>
                        <a:pt x="20113" y="39579"/>
                        <a:pt x="18335" y="38627"/>
                        <a:pt x="17319" y="36849"/>
                      </a:cubicBezTo>
                      <a:lnTo>
                        <a:pt x="746" y="8147"/>
                      </a:lnTo>
                      <a:cubicBezTo>
                        <a:pt x="-778" y="5543"/>
                        <a:pt x="110" y="2241"/>
                        <a:pt x="2714" y="717"/>
                      </a:cubicBezTo>
                      <a:cubicBezTo>
                        <a:pt x="5317" y="-743"/>
                        <a:pt x="8620" y="82"/>
                        <a:pt x="10143" y="2686"/>
                      </a:cubicBezTo>
                      <a:lnTo>
                        <a:pt x="26717" y="31388"/>
                      </a:lnTo>
                      <a:cubicBezTo>
                        <a:pt x="28241" y="33991"/>
                        <a:pt x="27352" y="37293"/>
                        <a:pt x="24748" y="38817"/>
                      </a:cubicBezTo>
                      <a:cubicBezTo>
                        <a:pt x="23860" y="39325"/>
                        <a:pt x="22907" y="39579"/>
                        <a:pt x="22018" y="3957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26" name="Google Shape;1126;p38">
                  <a:extLst>
                    <a:ext uri="{FF2B5EF4-FFF2-40B4-BE49-F238E27FC236}">
                      <a16:creationId xmlns:a16="http://schemas.microsoft.com/office/drawing/2014/main" id="{23D2717A-F6D0-FF72-E8A0-75241FC8D6BC}"/>
                    </a:ext>
                  </a:extLst>
                </p:cNvPr>
                <p:cNvSpPr/>
                <p:nvPr/>
              </p:nvSpPr>
              <p:spPr>
                <a:xfrm>
                  <a:off x="5001022" y="2088404"/>
                  <a:ext cx="39591" cy="274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91" h="27415" extrusionOk="0">
                      <a:moveTo>
                        <a:pt x="34147" y="27416"/>
                      </a:moveTo>
                      <a:cubicBezTo>
                        <a:pt x="33257" y="27416"/>
                        <a:pt x="32305" y="27162"/>
                        <a:pt x="31416" y="26717"/>
                      </a:cubicBezTo>
                      <a:lnTo>
                        <a:pt x="2714" y="10144"/>
                      </a:lnTo>
                      <a:cubicBezTo>
                        <a:pt x="111" y="8619"/>
                        <a:pt x="-778" y="5318"/>
                        <a:pt x="745" y="2714"/>
                      </a:cubicBezTo>
                      <a:cubicBezTo>
                        <a:pt x="2269" y="110"/>
                        <a:pt x="5572" y="-778"/>
                        <a:pt x="8175" y="746"/>
                      </a:cubicBezTo>
                      <a:lnTo>
                        <a:pt x="36877" y="17319"/>
                      </a:lnTo>
                      <a:cubicBezTo>
                        <a:pt x="39481" y="18843"/>
                        <a:pt x="40369" y="22145"/>
                        <a:pt x="38845" y="24749"/>
                      </a:cubicBezTo>
                      <a:cubicBezTo>
                        <a:pt x="37830" y="26463"/>
                        <a:pt x="36051" y="27416"/>
                        <a:pt x="34147" y="2741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27" name="Google Shape;1127;p38">
                  <a:extLst>
                    <a:ext uri="{FF2B5EF4-FFF2-40B4-BE49-F238E27FC236}">
                      <a16:creationId xmlns:a16="http://schemas.microsoft.com/office/drawing/2014/main" id="{9F403285-AF42-7EB6-E0F1-B5B627588BA6}"/>
                    </a:ext>
                  </a:extLst>
                </p:cNvPr>
                <p:cNvSpPr/>
                <p:nvPr/>
              </p:nvSpPr>
              <p:spPr>
                <a:xfrm>
                  <a:off x="4987797" y="2137981"/>
                  <a:ext cx="43942" cy="107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42" h="10795" extrusionOk="0">
                      <a:moveTo>
                        <a:pt x="38545" y="10795"/>
                      </a:moveTo>
                      <a:lnTo>
                        <a:pt x="5398" y="10795"/>
                      </a:lnTo>
                      <a:cubicBezTo>
                        <a:pt x="2413" y="10795"/>
                        <a:pt x="0" y="8382"/>
                        <a:pt x="0" y="5398"/>
                      </a:cubicBezTo>
                      <a:cubicBezTo>
                        <a:pt x="0" y="2413"/>
                        <a:pt x="2413" y="0"/>
                        <a:pt x="5398" y="0"/>
                      </a:cubicBezTo>
                      <a:lnTo>
                        <a:pt x="38545" y="0"/>
                      </a:lnTo>
                      <a:cubicBezTo>
                        <a:pt x="41529" y="0"/>
                        <a:pt x="43942" y="2413"/>
                        <a:pt x="43942" y="5398"/>
                      </a:cubicBezTo>
                      <a:cubicBezTo>
                        <a:pt x="43942" y="8382"/>
                        <a:pt x="41529" y="10795"/>
                        <a:pt x="38545" y="107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28" name="Google Shape;1128;p38">
                  <a:extLst>
                    <a:ext uri="{FF2B5EF4-FFF2-40B4-BE49-F238E27FC236}">
                      <a16:creationId xmlns:a16="http://schemas.microsoft.com/office/drawing/2014/main" id="{33214014-4945-B438-9CF2-23B855CEC769}"/>
                    </a:ext>
                  </a:extLst>
                </p:cNvPr>
                <p:cNvSpPr/>
                <p:nvPr/>
              </p:nvSpPr>
              <p:spPr>
                <a:xfrm>
                  <a:off x="5152644" y="2137981"/>
                  <a:ext cx="43941" cy="107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41" h="10795" extrusionOk="0">
                      <a:moveTo>
                        <a:pt x="38545" y="10795"/>
                      </a:moveTo>
                      <a:lnTo>
                        <a:pt x="5397" y="10795"/>
                      </a:lnTo>
                      <a:cubicBezTo>
                        <a:pt x="2413" y="10795"/>
                        <a:pt x="0" y="8382"/>
                        <a:pt x="0" y="5398"/>
                      </a:cubicBezTo>
                      <a:cubicBezTo>
                        <a:pt x="0" y="2413"/>
                        <a:pt x="2413" y="0"/>
                        <a:pt x="5397" y="0"/>
                      </a:cubicBezTo>
                      <a:lnTo>
                        <a:pt x="38545" y="0"/>
                      </a:lnTo>
                      <a:cubicBezTo>
                        <a:pt x="41529" y="0"/>
                        <a:pt x="43942" y="2413"/>
                        <a:pt x="43942" y="5398"/>
                      </a:cubicBezTo>
                      <a:cubicBezTo>
                        <a:pt x="43942" y="8382"/>
                        <a:pt x="41529" y="10795"/>
                        <a:pt x="38545" y="107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29" name="Google Shape;1129;p38">
                  <a:extLst>
                    <a:ext uri="{FF2B5EF4-FFF2-40B4-BE49-F238E27FC236}">
                      <a16:creationId xmlns:a16="http://schemas.microsoft.com/office/drawing/2014/main" id="{43DC3291-C87D-F46E-A211-16AEE425689A}"/>
                    </a:ext>
                  </a:extLst>
                </p:cNvPr>
                <p:cNvSpPr/>
                <p:nvPr/>
              </p:nvSpPr>
              <p:spPr>
                <a:xfrm>
                  <a:off x="5143770" y="2088340"/>
                  <a:ext cx="39591" cy="274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91" h="27479" extrusionOk="0">
                      <a:moveTo>
                        <a:pt x="5445" y="27479"/>
                      </a:moveTo>
                      <a:cubicBezTo>
                        <a:pt x="3540" y="27479"/>
                        <a:pt x="1762" y="26526"/>
                        <a:pt x="745" y="24748"/>
                      </a:cubicBezTo>
                      <a:cubicBezTo>
                        <a:pt x="-778" y="22145"/>
                        <a:pt x="111" y="18843"/>
                        <a:pt x="2714" y="17319"/>
                      </a:cubicBezTo>
                      <a:lnTo>
                        <a:pt x="31416" y="745"/>
                      </a:lnTo>
                      <a:cubicBezTo>
                        <a:pt x="34020" y="-778"/>
                        <a:pt x="37322" y="111"/>
                        <a:pt x="38845" y="2714"/>
                      </a:cubicBezTo>
                      <a:cubicBezTo>
                        <a:pt x="40370" y="5318"/>
                        <a:pt x="39481" y="8620"/>
                        <a:pt x="36877" y="10144"/>
                      </a:cubicBezTo>
                      <a:lnTo>
                        <a:pt x="8175" y="26717"/>
                      </a:lnTo>
                      <a:cubicBezTo>
                        <a:pt x="7286" y="27289"/>
                        <a:pt x="6334" y="27479"/>
                        <a:pt x="5445" y="2747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0" name="Google Shape;1130;p38">
                  <a:extLst>
                    <a:ext uri="{FF2B5EF4-FFF2-40B4-BE49-F238E27FC236}">
                      <a16:creationId xmlns:a16="http://schemas.microsoft.com/office/drawing/2014/main" id="{D4482ACF-65D7-1248-61EC-DB177198FCE2}"/>
                    </a:ext>
                  </a:extLst>
                </p:cNvPr>
                <p:cNvSpPr/>
                <p:nvPr/>
              </p:nvSpPr>
              <p:spPr>
                <a:xfrm>
                  <a:off x="5119640" y="2052209"/>
                  <a:ext cx="27462" cy="395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62" h="39544" extrusionOk="0">
                      <a:moveTo>
                        <a:pt x="5444" y="39544"/>
                      </a:moveTo>
                      <a:cubicBezTo>
                        <a:pt x="4556" y="39544"/>
                        <a:pt x="3603" y="39290"/>
                        <a:pt x="2714" y="38845"/>
                      </a:cubicBezTo>
                      <a:cubicBezTo>
                        <a:pt x="111" y="37322"/>
                        <a:pt x="-778" y="34020"/>
                        <a:pt x="745" y="31416"/>
                      </a:cubicBezTo>
                      <a:lnTo>
                        <a:pt x="17319" y="2714"/>
                      </a:lnTo>
                      <a:cubicBezTo>
                        <a:pt x="18843" y="111"/>
                        <a:pt x="22145" y="-778"/>
                        <a:pt x="24749" y="745"/>
                      </a:cubicBezTo>
                      <a:cubicBezTo>
                        <a:pt x="27352" y="2270"/>
                        <a:pt x="28241" y="5572"/>
                        <a:pt x="26717" y="8175"/>
                      </a:cubicBezTo>
                      <a:lnTo>
                        <a:pt x="10144" y="36877"/>
                      </a:lnTo>
                      <a:cubicBezTo>
                        <a:pt x="9191" y="38592"/>
                        <a:pt x="7350" y="39544"/>
                        <a:pt x="5444" y="3954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131" name="Google Shape;1131;p38">
            <a:extLst>
              <a:ext uri="{FF2B5EF4-FFF2-40B4-BE49-F238E27FC236}">
                <a16:creationId xmlns:a16="http://schemas.microsoft.com/office/drawing/2014/main" id="{947D82B3-7DD8-6FA0-FBE6-34B77662E456}"/>
              </a:ext>
            </a:extLst>
          </p:cNvPr>
          <p:cNvGrpSpPr/>
          <p:nvPr/>
        </p:nvGrpSpPr>
        <p:grpSpPr>
          <a:xfrm>
            <a:off x="340265" y="1245520"/>
            <a:ext cx="8461843" cy="1404713"/>
            <a:chOff x="340265" y="1245520"/>
            <a:chExt cx="8461843" cy="1404713"/>
          </a:xfrm>
        </p:grpSpPr>
        <p:sp>
          <p:nvSpPr>
            <p:cNvPr id="1132" name="Google Shape;1132;p38">
              <a:extLst>
                <a:ext uri="{FF2B5EF4-FFF2-40B4-BE49-F238E27FC236}">
                  <a16:creationId xmlns:a16="http://schemas.microsoft.com/office/drawing/2014/main" id="{8A6A0CAE-DD63-6DBA-771D-922267EA45EA}"/>
                </a:ext>
              </a:extLst>
            </p:cNvPr>
            <p:cNvSpPr/>
            <p:nvPr/>
          </p:nvSpPr>
          <p:spPr>
            <a:xfrm>
              <a:off x="8584806" y="2393325"/>
              <a:ext cx="217303" cy="256907"/>
            </a:xfrm>
            <a:custGeom>
              <a:avLst/>
              <a:gdLst/>
              <a:ahLst/>
              <a:cxnLst/>
              <a:rect l="l" t="t" r="r" b="b"/>
              <a:pathLst>
                <a:path w="98774" h="116776" extrusionOk="0">
                  <a:moveTo>
                    <a:pt x="97584" y="59722"/>
                  </a:moveTo>
                  <a:cubicBezTo>
                    <a:pt x="61389" y="64675"/>
                    <a:pt x="54848" y="72041"/>
                    <a:pt x="50721" y="115538"/>
                  </a:cubicBezTo>
                  <a:cubicBezTo>
                    <a:pt x="50594" y="117189"/>
                    <a:pt x="48181" y="117189"/>
                    <a:pt x="48054" y="115538"/>
                  </a:cubicBezTo>
                  <a:cubicBezTo>
                    <a:pt x="43990" y="72041"/>
                    <a:pt x="37386" y="64675"/>
                    <a:pt x="1191" y="59722"/>
                  </a:cubicBezTo>
                  <a:cubicBezTo>
                    <a:pt x="-397" y="59531"/>
                    <a:pt x="-397" y="57245"/>
                    <a:pt x="1191" y="57055"/>
                  </a:cubicBezTo>
                  <a:cubicBezTo>
                    <a:pt x="37386" y="52102"/>
                    <a:pt x="43926" y="44736"/>
                    <a:pt x="48054" y="1238"/>
                  </a:cubicBezTo>
                  <a:cubicBezTo>
                    <a:pt x="48181" y="-413"/>
                    <a:pt x="50594" y="-413"/>
                    <a:pt x="50721" y="1238"/>
                  </a:cubicBezTo>
                  <a:cubicBezTo>
                    <a:pt x="54785" y="44736"/>
                    <a:pt x="61389" y="52102"/>
                    <a:pt x="97584" y="57055"/>
                  </a:cubicBezTo>
                  <a:cubicBezTo>
                    <a:pt x="99171" y="57245"/>
                    <a:pt x="99171" y="59531"/>
                    <a:pt x="97584" y="5972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38">
              <a:extLst>
                <a:ext uri="{FF2B5EF4-FFF2-40B4-BE49-F238E27FC236}">
                  <a16:creationId xmlns:a16="http://schemas.microsoft.com/office/drawing/2014/main" id="{6575804F-BC7F-F9F4-28BF-310DBB22AADB}"/>
                </a:ext>
              </a:extLst>
            </p:cNvPr>
            <p:cNvSpPr/>
            <p:nvPr/>
          </p:nvSpPr>
          <p:spPr>
            <a:xfrm>
              <a:off x="340265" y="1245520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4" name="Google Shape;1134;p38">
            <a:extLst>
              <a:ext uri="{FF2B5EF4-FFF2-40B4-BE49-F238E27FC236}">
                <a16:creationId xmlns:a16="http://schemas.microsoft.com/office/drawing/2014/main" id="{41374B9F-B2EB-32E7-6D29-852ACC728E75}"/>
              </a:ext>
            </a:extLst>
          </p:cNvPr>
          <p:cNvSpPr/>
          <p:nvPr/>
        </p:nvSpPr>
        <p:spPr>
          <a:xfrm>
            <a:off x="7110018" y="5145805"/>
            <a:ext cx="132604" cy="156772"/>
          </a:xfrm>
          <a:custGeom>
            <a:avLst/>
            <a:gdLst/>
            <a:ahLst/>
            <a:cxnLst/>
            <a:rect l="l" t="t" r="r" b="b"/>
            <a:pathLst>
              <a:path w="98774" h="116776" extrusionOk="0">
                <a:moveTo>
                  <a:pt x="97584" y="59722"/>
                </a:moveTo>
                <a:cubicBezTo>
                  <a:pt x="61389" y="64675"/>
                  <a:pt x="54848" y="72041"/>
                  <a:pt x="50721" y="115538"/>
                </a:cubicBezTo>
                <a:cubicBezTo>
                  <a:pt x="50594" y="117189"/>
                  <a:pt x="48181" y="117189"/>
                  <a:pt x="48054" y="115538"/>
                </a:cubicBezTo>
                <a:cubicBezTo>
                  <a:pt x="43990" y="72041"/>
                  <a:pt x="37386" y="64675"/>
                  <a:pt x="1191" y="59722"/>
                </a:cubicBezTo>
                <a:cubicBezTo>
                  <a:pt x="-397" y="59531"/>
                  <a:pt x="-397" y="57245"/>
                  <a:pt x="1191" y="57055"/>
                </a:cubicBezTo>
                <a:cubicBezTo>
                  <a:pt x="37386" y="52102"/>
                  <a:pt x="43926" y="44736"/>
                  <a:pt x="48054" y="1238"/>
                </a:cubicBezTo>
                <a:cubicBezTo>
                  <a:pt x="48181" y="-413"/>
                  <a:pt x="50594" y="-413"/>
                  <a:pt x="50721" y="1238"/>
                </a:cubicBezTo>
                <a:cubicBezTo>
                  <a:pt x="54785" y="44736"/>
                  <a:pt x="61389" y="52102"/>
                  <a:pt x="97584" y="57055"/>
                </a:cubicBezTo>
                <a:cubicBezTo>
                  <a:pt x="99171" y="57245"/>
                  <a:pt x="99171" y="59531"/>
                  <a:pt x="97584" y="5972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5" name="Google Shape;1135;p38">
            <a:extLst>
              <a:ext uri="{FF2B5EF4-FFF2-40B4-BE49-F238E27FC236}">
                <a16:creationId xmlns:a16="http://schemas.microsoft.com/office/drawing/2014/main" id="{5AF19001-7FD2-9DEE-7F58-67EFF4C7A964}"/>
              </a:ext>
            </a:extLst>
          </p:cNvPr>
          <p:cNvGrpSpPr/>
          <p:nvPr/>
        </p:nvGrpSpPr>
        <p:grpSpPr>
          <a:xfrm>
            <a:off x="193874" y="-218148"/>
            <a:ext cx="2372754" cy="2688856"/>
            <a:chOff x="473274" y="124752"/>
            <a:chExt cx="2372754" cy="2688856"/>
          </a:xfrm>
        </p:grpSpPr>
        <p:grpSp>
          <p:nvGrpSpPr>
            <p:cNvPr id="1136" name="Google Shape;1136;p38">
              <a:extLst>
                <a:ext uri="{FF2B5EF4-FFF2-40B4-BE49-F238E27FC236}">
                  <a16:creationId xmlns:a16="http://schemas.microsoft.com/office/drawing/2014/main" id="{00CAB2B9-4A68-C6FB-D80C-2631027145D6}"/>
                </a:ext>
              </a:extLst>
            </p:cNvPr>
            <p:cNvGrpSpPr/>
            <p:nvPr/>
          </p:nvGrpSpPr>
          <p:grpSpPr>
            <a:xfrm rot="-564100" flipH="1">
              <a:off x="634846" y="244003"/>
              <a:ext cx="1633746" cy="2112520"/>
              <a:chOff x="-77414" y="210905"/>
              <a:chExt cx="508246" cy="657189"/>
            </a:xfrm>
          </p:grpSpPr>
          <p:grpSp>
            <p:nvGrpSpPr>
              <p:cNvPr id="1137" name="Google Shape;1137;p38">
                <a:extLst>
                  <a:ext uri="{FF2B5EF4-FFF2-40B4-BE49-F238E27FC236}">
                    <a16:creationId xmlns:a16="http://schemas.microsoft.com/office/drawing/2014/main" id="{4BBABA29-7687-6383-0B93-91BEE5CCCFA3}"/>
                  </a:ext>
                </a:extLst>
              </p:cNvPr>
              <p:cNvGrpSpPr/>
              <p:nvPr/>
            </p:nvGrpSpPr>
            <p:grpSpPr>
              <a:xfrm>
                <a:off x="-77414" y="423214"/>
                <a:ext cx="389218" cy="444880"/>
                <a:chOff x="6299617" y="2845180"/>
                <a:chExt cx="389218" cy="444880"/>
              </a:xfrm>
            </p:grpSpPr>
            <p:sp>
              <p:nvSpPr>
                <p:cNvPr id="1138" name="Google Shape;1138;p38">
                  <a:extLst>
                    <a:ext uri="{FF2B5EF4-FFF2-40B4-BE49-F238E27FC236}">
                      <a16:creationId xmlns:a16="http://schemas.microsoft.com/office/drawing/2014/main" id="{B915D310-90D4-33B9-BA13-1F94ABEF3395}"/>
                    </a:ext>
                  </a:extLst>
                </p:cNvPr>
                <p:cNvSpPr/>
                <p:nvPr/>
              </p:nvSpPr>
              <p:spPr>
                <a:xfrm>
                  <a:off x="6299617" y="2845180"/>
                  <a:ext cx="389218" cy="444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218" h="444880" extrusionOk="0">
                      <a:moveTo>
                        <a:pt x="389218" y="322453"/>
                      </a:moveTo>
                      <a:cubicBezTo>
                        <a:pt x="311113" y="362014"/>
                        <a:pt x="227928" y="402654"/>
                        <a:pt x="137377" y="444881"/>
                      </a:cubicBezTo>
                      <a:cubicBezTo>
                        <a:pt x="184558" y="282194"/>
                        <a:pt x="-93128" y="181166"/>
                        <a:pt x="33301" y="0"/>
                      </a:cubicBezTo>
                      <a:cubicBezTo>
                        <a:pt x="102897" y="8318"/>
                        <a:pt x="180430" y="14923"/>
                        <a:pt x="263488" y="20320"/>
                      </a:cubicBezTo>
                      <a:cubicBezTo>
                        <a:pt x="234850" y="133858"/>
                        <a:pt x="362929" y="219774"/>
                        <a:pt x="389218" y="32245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39" name="Google Shape;1139;p38">
                  <a:extLst>
                    <a:ext uri="{FF2B5EF4-FFF2-40B4-BE49-F238E27FC236}">
                      <a16:creationId xmlns:a16="http://schemas.microsoft.com/office/drawing/2014/main" id="{80BB78CC-06C4-6DE9-4B06-ADC0190A2601}"/>
                    </a:ext>
                  </a:extLst>
                </p:cNvPr>
                <p:cNvGrpSpPr/>
                <p:nvPr/>
              </p:nvGrpSpPr>
              <p:grpSpPr>
                <a:xfrm>
                  <a:off x="6337672" y="2908109"/>
                  <a:ext cx="290457" cy="307720"/>
                  <a:chOff x="6337672" y="2908109"/>
                  <a:chExt cx="290457" cy="307720"/>
                </a:xfrm>
              </p:grpSpPr>
              <p:sp>
                <p:nvSpPr>
                  <p:cNvPr id="1140" name="Google Shape;1140;p38">
                    <a:extLst>
                      <a:ext uri="{FF2B5EF4-FFF2-40B4-BE49-F238E27FC236}">
                        <a16:creationId xmlns:a16="http://schemas.microsoft.com/office/drawing/2014/main" id="{F06DB3EB-B4C2-9503-303C-381A1781F970}"/>
                      </a:ext>
                    </a:extLst>
                  </p:cNvPr>
                  <p:cNvSpPr/>
                  <p:nvPr/>
                </p:nvSpPr>
                <p:spPr>
                  <a:xfrm>
                    <a:off x="6338442" y="2908109"/>
                    <a:ext cx="115061" cy="73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5061" h="7366" extrusionOk="0">
                        <a:moveTo>
                          <a:pt x="2921" y="7366"/>
                        </a:moveTo>
                        <a:cubicBezTo>
                          <a:pt x="1334" y="7366"/>
                          <a:pt x="0" y="6096"/>
                          <a:pt x="0" y="4445"/>
                        </a:cubicBezTo>
                        <a:cubicBezTo>
                          <a:pt x="0" y="2794"/>
                          <a:pt x="1270" y="1461"/>
                          <a:pt x="2921" y="1461"/>
                        </a:cubicBezTo>
                        <a:cubicBezTo>
                          <a:pt x="38798" y="1080"/>
                          <a:pt x="75184" y="571"/>
                          <a:pt x="112078" y="0"/>
                        </a:cubicBezTo>
                        <a:cubicBezTo>
                          <a:pt x="113792" y="0"/>
                          <a:pt x="115062" y="1270"/>
                          <a:pt x="115062" y="2921"/>
                        </a:cubicBezTo>
                        <a:cubicBezTo>
                          <a:pt x="115062" y="4572"/>
                          <a:pt x="113792" y="5905"/>
                          <a:pt x="112141" y="5905"/>
                        </a:cubicBezTo>
                        <a:cubicBezTo>
                          <a:pt x="75184" y="6477"/>
                          <a:pt x="38798" y="6985"/>
                          <a:pt x="2921" y="7366"/>
                        </a:cubicBezTo>
                        <a:cubicBezTo>
                          <a:pt x="2921" y="7366"/>
                          <a:pt x="2921" y="7366"/>
                          <a:pt x="2921" y="736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1" name="Google Shape;1141;p38">
                    <a:extLst>
                      <a:ext uri="{FF2B5EF4-FFF2-40B4-BE49-F238E27FC236}">
                        <a16:creationId xmlns:a16="http://schemas.microsoft.com/office/drawing/2014/main" id="{1D092707-6754-64FF-872D-90D95E463C7E}"/>
                      </a:ext>
                    </a:extLst>
                  </p:cNvPr>
                  <p:cNvSpPr/>
                  <p:nvPr/>
                </p:nvSpPr>
                <p:spPr>
                  <a:xfrm>
                    <a:off x="6337672" y="2934634"/>
                    <a:ext cx="187532" cy="17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7532" h="17480" extrusionOk="0">
                        <a:moveTo>
                          <a:pt x="2930" y="17481"/>
                        </a:moveTo>
                        <a:cubicBezTo>
                          <a:pt x="1406" y="17481"/>
                          <a:pt x="72" y="16274"/>
                          <a:pt x="9" y="14687"/>
                        </a:cubicBezTo>
                        <a:cubicBezTo>
                          <a:pt x="-118" y="13036"/>
                          <a:pt x="1152" y="11639"/>
                          <a:pt x="2739" y="11575"/>
                        </a:cubicBezTo>
                        <a:cubicBezTo>
                          <a:pt x="62683" y="7829"/>
                          <a:pt x="123326" y="3955"/>
                          <a:pt x="184413" y="18"/>
                        </a:cubicBezTo>
                        <a:cubicBezTo>
                          <a:pt x="186000" y="-172"/>
                          <a:pt x="187461" y="1161"/>
                          <a:pt x="187524" y="2749"/>
                        </a:cubicBezTo>
                        <a:cubicBezTo>
                          <a:pt x="187651" y="4400"/>
                          <a:pt x="186382" y="5797"/>
                          <a:pt x="184794" y="5860"/>
                        </a:cubicBezTo>
                        <a:cubicBezTo>
                          <a:pt x="123707" y="9861"/>
                          <a:pt x="63064" y="13734"/>
                          <a:pt x="3120" y="17417"/>
                        </a:cubicBezTo>
                        <a:cubicBezTo>
                          <a:pt x="3057" y="17481"/>
                          <a:pt x="2993" y="17481"/>
                          <a:pt x="2930" y="1748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2" name="Google Shape;1142;p38">
                    <a:extLst>
                      <a:ext uri="{FF2B5EF4-FFF2-40B4-BE49-F238E27FC236}">
                        <a16:creationId xmlns:a16="http://schemas.microsoft.com/office/drawing/2014/main" id="{92E29536-F278-7402-68CF-4927FB1A339D}"/>
                      </a:ext>
                    </a:extLst>
                  </p:cNvPr>
                  <p:cNvSpPr/>
                  <p:nvPr/>
                </p:nvSpPr>
                <p:spPr>
                  <a:xfrm>
                    <a:off x="6345725" y="2961556"/>
                    <a:ext cx="187999" cy="254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7999" h="25419" extrusionOk="0">
                        <a:moveTo>
                          <a:pt x="2941" y="25420"/>
                        </a:moveTo>
                        <a:cubicBezTo>
                          <a:pt x="1480" y="25420"/>
                          <a:pt x="147" y="24277"/>
                          <a:pt x="20" y="22816"/>
                        </a:cubicBezTo>
                        <a:cubicBezTo>
                          <a:pt x="-171" y="21229"/>
                          <a:pt x="1036" y="19768"/>
                          <a:pt x="2623" y="19578"/>
                        </a:cubicBezTo>
                        <a:cubicBezTo>
                          <a:pt x="63139" y="13101"/>
                          <a:pt x="123845" y="6560"/>
                          <a:pt x="184742" y="20"/>
                        </a:cubicBezTo>
                        <a:cubicBezTo>
                          <a:pt x="186393" y="-171"/>
                          <a:pt x="187789" y="1036"/>
                          <a:pt x="187980" y="2623"/>
                        </a:cubicBezTo>
                        <a:cubicBezTo>
                          <a:pt x="188170" y="4211"/>
                          <a:pt x="186964" y="5671"/>
                          <a:pt x="185376" y="5862"/>
                        </a:cubicBezTo>
                        <a:cubicBezTo>
                          <a:pt x="124480" y="12402"/>
                          <a:pt x="63774" y="18943"/>
                          <a:pt x="3258" y="25420"/>
                        </a:cubicBezTo>
                        <a:cubicBezTo>
                          <a:pt x="3195" y="25420"/>
                          <a:pt x="3068" y="25420"/>
                          <a:pt x="2941" y="2542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3" name="Google Shape;1143;p38">
                    <a:extLst>
                      <a:ext uri="{FF2B5EF4-FFF2-40B4-BE49-F238E27FC236}">
                        <a16:creationId xmlns:a16="http://schemas.microsoft.com/office/drawing/2014/main" id="{8B6DDA38-AC84-2BA8-A8D6-2C31269C837C}"/>
                      </a:ext>
                    </a:extLst>
                  </p:cNvPr>
                  <p:cNvSpPr/>
                  <p:nvPr/>
                </p:nvSpPr>
                <p:spPr>
                  <a:xfrm>
                    <a:off x="6360632" y="2987639"/>
                    <a:ext cx="185427" cy="328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5427" h="32864" extrusionOk="0">
                        <a:moveTo>
                          <a:pt x="2956" y="32865"/>
                        </a:moveTo>
                        <a:cubicBezTo>
                          <a:pt x="1496" y="32865"/>
                          <a:pt x="289" y="31785"/>
                          <a:pt x="35" y="30325"/>
                        </a:cubicBezTo>
                        <a:cubicBezTo>
                          <a:pt x="-219" y="28737"/>
                          <a:pt x="924" y="27213"/>
                          <a:pt x="2512" y="26959"/>
                        </a:cubicBezTo>
                        <a:lnTo>
                          <a:pt x="182026" y="35"/>
                        </a:lnTo>
                        <a:cubicBezTo>
                          <a:pt x="183677" y="-219"/>
                          <a:pt x="185138" y="924"/>
                          <a:pt x="185392" y="2512"/>
                        </a:cubicBezTo>
                        <a:cubicBezTo>
                          <a:pt x="185646" y="4099"/>
                          <a:pt x="184503" y="5623"/>
                          <a:pt x="182915" y="5877"/>
                        </a:cubicBezTo>
                        <a:lnTo>
                          <a:pt x="3401" y="32801"/>
                        </a:lnTo>
                        <a:cubicBezTo>
                          <a:pt x="3274" y="32865"/>
                          <a:pt x="3147" y="32865"/>
                          <a:pt x="2956" y="3286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4" name="Google Shape;1144;p38">
                    <a:extLst>
                      <a:ext uri="{FF2B5EF4-FFF2-40B4-BE49-F238E27FC236}">
                        <a16:creationId xmlns:a16="http://schemas.microsoft.com/office/drawing/2014/main" id="{65716FF5-C41E-36CB-8146-02FFB0D0158E}"/>
                      </a:ext>
                    </a:extLst>
                  </p:cNvPr>
                  <p:cNvSpPr/>
                  <p:nvPr/>
                </p:nvSpPr>
                <p:spPr>
                  <a:xfrm>
                    <a:off x="6380297" y="3024703"/>
                    <a:ext cx="122284" cy="283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284" h="28376" extrusionOk="0">
                        <a:moveTo>
                          <a:pt x="2976" y="28376"/>
                        </a:moveTo>
                        <a:cubicBezTo>
                          <a:pt x="1580" y="28376"/>
                          <a:pt x="373" y="27424"/>
                          <a:pt x="56" y="25964"/>
                        </a:cubicBezTo>
                        <a:cubicBezTo>
                          <a:pt x="-262" y="24376"/>
                          <a:pt x="818" y="22789"/>
                          <a:pt x="2405" y="22535"/>
                        </a:cubicBezTo>
                        <a:lnTo>
                          <a:pt x="118800" y="55"/>
                        </a:lnTo>
                        <a:cubicBezTo>
                          <a:pt x="120388" y="-262"/>
                          <a:pt x="121975" y="817"/>
                          <a:pt x="122230" y="2405"/>
                        </a:cubicBezTo>
                        <a:cubicBezTo>
                          <a:pt x="122547" y="3992"/>
                          <a:pt x="121468" y="5580"/>
                          <a:pt x="119880" y="5834"/>
                        </a:cubicBezTo>
                        <a:lnTo>
                          <a:pt x="3484" y="28313"/>
                        </a:lnTo>
                        <a:cubicBezTo>
                          <a:pt x="3294" y="28376"/>
                          <a:pt x="3167" y="28376"/>
                          <a:pt x="2976" y="2837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5" name="Google Shape;1145;p38">
                    <a:extLst>
                      <a:ext uri="{FF2B5EF4-FFF2-40B4-BE49-F238E27FC236}">
                        <a16:creationId xmlns:a16="http://schemas.microsoft.com/office/drawing/2014/main" id="{5DD35410-EFCF-0A89-3440-A548D0E1EA55}"/>
                      </a:ext>
                    </a:extLst>
                  </p:cNvPr>
                  <p:cNvSpPr/>
                  <p:nvPr/>
                </p:nvSpPr>
                <p:spPr>
                  <a:xfrm>
                    <a:off x="6425133" y="3063887"/>
                    <a:ext cx="170217" cy="530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0217" h="53073" extrusionOk="0">
                        <a:moveTo>
                          <a:pt x="2972" y="53073"/>
                        </a:moveTo>
                        <a:cubicBezTo>
                          <a:pt x="1702" y="53073"/>
                          <a:pt x="495" y="52248"/>
                          <a:pt x="114" y="50914"/>
                        </a:cubicBezTo>
                        <a:cubicBezTo>
                          <a:pt x="-330" y="49327"/>
                          <a:pt x="559" y="47739"/>
                          <a:pt x="2146" y="47295"/>
                        </a:cubicBezTo>
                        <a:lnTo>
                          <a:pt x="166485" y="114"/>
                        </a:lnTo>
                        <a:cubicBezTo>
                          <a:pt x="168072" y="-330"/>
                          <a:pt x="169660" y="559"/>
                          <a:pt x="170104" y="2146"/>
                        </a:cubicBezTo>
                        <a:cubicBezTo>
                          <a:pt x="170548" y="3734"/>
                          <a:pt x="169660" y="5321"/>
                          <a:pt x="168072" y="5766"/>
                        </a:cubicBezTo>
                        <a:lnTo>
                          <a:pt x="3734" y="52946"/>
                        </a:lnTo>
                        <a:cubicBezTo>
                          <a:pt x="3480" y="53010"/>
                          <a:pt x="3226" y="53073"/>
                          <a:pt x="2972" y="530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6" name="Google Shape;1146;p38">
                    <a:extLst>
                      <a:ext uri="{FF2B5EF4-FFF2-40B4-BE49-F238E27FC236}">
                        <a16:creationId xmlns:a16="http://schemas.microsoft.com/office/drawing/2014/main" id="{FEA89B3D-56A2-5012-AD76-B5EBA30C3B50}"/>
                      </a:ext>
                    </a:extLst>
                  </p:cNvPr>
                  <p:cNvSpPr/>
                  <p:nvPr/>
                </p:nvSpPr>
                <p:spPr>
                  <a:xfrm>
                    <a:off x="6446052" y="3089061"/>
                    <a:ext cx="166352" cy="600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6352" h="60030" extrusionOk="0">
                        <a:moveTo>
                          <a:pt x="2944" y="60030"/>
                        </a:moveTo>
                        <a:cubicBezTo>
                          <a:pt x="1737" y="60030"/>
                          <a:pt x="594" y="59268"/>
                          <a:pt x="150" y="57998"/>
                        </a:cubicBezTo>
                        <a:cubicBezTo>
                          <a:pt x="-358" y="56474"/>
                          <a:pt x="467" y="54760"/>
                          <a:pt x="1991" y="54252"/>
                        </a:cubicBezTo>
                        <a:cubicBezTo>
                          <a:pt x="55649" y="36154"/>
                          <a:pt x="109179" y="18120"/>
                          <a:pt x="162456" y="150"/>
                        </a:cubicBezTo>
                        <a:cubicBezTo>
                          <a:pt x="163979" y="-358"/>
                          <a:pt x="165694" y="467"/>
                          <a:pt x="166203" y="1991"/>
                        </a:cubicBezTo>
                        <a:cubicBezTo>
                          <a:pt x="166710" y="3515"/>
                          <a:pt x="165885" y="5230"/>
                          <a:pt x="164361" y="5738"/>
                        </a:cubicBezTo>
                        <a:cubicBezTo>
                          <a:pt x="111021" y="23708"/>
                          <a:pt x="57553" y="41742"/>
                          <a:pt x="3833" y="59840"/>
                        </a:cubicBezTo>
                        <a:cubicBezTo>
                          <a:pt x="3579" y="60030"/>
                          <a:pt x="3261" y="60030"/>
                          <a:pt x="2944" y="6003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7" name="Google Shape;1147;p38">
                    <a:extLst>
                      <a:ext uri="{FF2B5EF4-FFF2-40B4-BE49-F238E27FC236}">
                        <a16:creationId xmlns:a16="http://schemas.microsoft.com/office/drawing/2014/main" id="{6A213596-1D65-72A6-4FF2-FC95FEFBF882}"/>
                      </a:ext>
                    </a:extLst>
                  </p:cNvPr>
                  <p:cNvSpPr/>
                  <p:nvPr/>
                </p:nvSpPr>
                <p:spPr>
                  <a:xfrm>
                    <a:off x="6463221" y="3114548"/>
                    <a:ext cx="164908" cy="673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908" h="67373" extrusionOk="0">
                        <a:moveTo>
                          <a:pt x="2920" y="67373"/>
                        </a:moveTo>
                        <a:cubicBezTo>
                          <a:pt x="1714" y="67373"/>
                          <a:pt x="634" y="66675"/>
                          <a:pt x="190" y="65468"/>
                        </a:cubicBezTo>
                        <a:cubicBezTo>
                          <a:pt x="-382" y="63944"/>
                          <a:pt x="380" y="62230"/>
                          <a:pt x="1904" y="61658"/>
                        </a:cubicBezTo>
                        <a:cubicBezTo>
                          <a:pt x="55435" y="41021"/>
                          <a:pt x="108394" y="20574"/>
                          <a:pt x="160909" y="190"/>
                        </a:cubicBezTo>
                        <a:cubicBezTo>
                          <a:pt x="162432" y="-381"/>
                          <a:pt x="164147" y="381"/>
                          <a:pt x="164718" y="1841"/>
                        </a:cubicBezTo>
                        <a:cubicBezTo>
                          <a:pt x="165290" y="3302"/>
                          <a:pt x="164528" y="5080"/>
                          <a:pt x="163067" y="5651"/>
                        </a:cubicBezTo>
                        <a:cubicBezTo>
                          <a:pt x="110553" y="26035"/>
                          <a:pt x="57594" y="46545"/>
                          <a:pt x="4063" y="67119"/>
                        </a:cubicBezTo>
                        <a:cubicBezTo>
                          <a:pt x="3619" y="67310"/>
                          <a:pt x="3238" y="67373"/>
                          <a:pt x="2920" y="673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8" name="Google Shape;1148;p38">
                    <a:extLst>
                      <a:ext uri="{FF2B5EF4-FFF2-40B4-BE49-F238E27FC236}">
                        <a16:creationId xmlns:a16="http://schemas.microsoft.com/office/drawing/2014/main" id="{DADE64CF-AA1B-E58D-D93E-1E8563A45BCA}"/>
                      </a:ext>
                    </a:extLst>
                  </p:cNvPr>
                  <p:cNvSpPr/>
                  <p:nvPr/>
                </p:nvSpPr>
                <p:spPr>
                  <a:xfrm>
                    <a:off x="6474478" y="3184543"/>
                    <a:ext cx="65050" cy="312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050" h="31286" extrusionOk="0">
                        <a:moveTo>
                          <a:pt x="2966" y="31287"/>
                        </a:moveTo>
                        <a:cubicBezTo>
                          <a:pt x="1823" y="31287"/>
                          <a:pt x="743" y="30588"/>
                          <a:pt x="235" y="29509"/>
                        </a:cubicBezTo>
                        <a:cubicBezTo>
                          <a:pt x="-400" y="27985"/>
                          <a:pt x="299" y="26270"/>
                          <a:pt x="1759" y="25635"/>
                        </a:cubicBezTo>
                        <a:cubicBezTo>
                          <a:pt x="21635" y="17126"/>
                          <a:pt x="41383" y="8681"/>
                          <a:pt x="60941" y="235"/>
                        </a:cubicBezTo>
                        <a:cubicBezTo>
                          <a:pt x="62402" y="-400"/>
                          <a:pt x="64179" y="299"/>
                          <a:pt x="64815" y="1759"/>
                        </a:cubicBezTo>
                        <a:cubicBezTo>
                          <a:pt x="65450" y="3283"/>
                          <a:pt x="64751" y="4998"/>
                          <a:pt x="63290" y="5633"/>
                        </a:cubicBezTo>
                        <a:cubicBezTo>
                          <a:pt x="43733" y="14078"/>
                          <a:pt x="23984" y="22524"/>
                          <a:pt x="4109" y="31033"/>
                        </a:cubicBezTo>
                        <a:cubicBezTo>
                          <a:pt x="3728" y="31223"/>
                          <a:pt x="3347" y="31287"/>
                          <a:pt x="2966" y="3128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1149" name="Google Shape;1149;p38">
                <a:extLst>
                  <a:ext uri="{FF2B5EF4-FFF2-40B4-BE49-F238E27FC236}">
                    <a16:creationId xmlns:a16="http://schemas.microsoft.com/office/drawing/2014/main" id="{90E95444-41C0-01DF-970A-C9501005F405}"/>
                  </a:ext>
                </a:extLst>
              </p:cNvPr>
              <p:cNvGrpSpPr/>
              <p:nvPr/>
            </p:nvGrpSpPr>
            <p:grpSpPr>
              <a:xfrm>
                <a:off x="52090" y="210905"/>
                <a:ext cx="378742" cy="312893"/>
                <a:chOff x="6429121" y="2632871"/>
                <a:chExt cx="378742" cy="312893"/>
              </a:xfrm>
            </p:grpSpPr>
            <p:sp>
              <p:nvSpPr>
                <p:cNvPr id="1150" name="Google Shape;1150;p38">
                  <a:extLst>
                    <a:ext uri="{FF2B5EF4-FFF2-40B4-BE49-F238E27FC236}">
                      <a16:creationId xmlns:a16="http://schemas.microsoft.com/office/drawing/2014/main" id="{BA02B3DE-8898-A653-9543-D694CDFDCE71}"/>
                    </a:ext>
                  </a:extLst>
                </p:cNvPr>
                <p:cNvSpPr/>
                <p:nvPr/>
              </p:nvSpPr>
              <p:spPr>
                <a:xfrm>
                  <a:off x="6754558" y="2632871"/>
                  <a:ext cx="53305" cy="519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305" h="51908" extrusionOk="0">
                      <a:moveTo>
                        <a:pt x="24003" y="51908"/>
                      </a:moveTo>
                      <a:lnTo>
                        <a:pt x="0" y="22508"/>
                      </a:lnTo>
                      <a:lnTo>
                        <a:pt x="22289" y="4283"/>
                      </a:lnTo>
                      <a:cubicBezTo>
                        <a:pt x="30417" y="-2321"/>
                        <a:pt x="42355" y="-1178"/>
                        <a:pt x="49023" y="6950"/>
                      </a:cubicBezTo>
                      <a:lnTo>
                        <a:pt x="49023" y="6950"/>
                      </a:lnTo>
                      <a:cubicBezTo>
                        <a:pt x="55626" y="15078"/>
                        <a:pt x="54483" y="27016"/>
                        <a:pt x="46355" y="33684"/>
                      </a:cubicBezTo>
                      <a:lnTo>
                        <a:pt x="24003" y="51908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1" name="Google Shape;1151;p38">
                  <a:extLst>
                    <a:ext uri="{FF2B5EF4-FFF2-40B4-BE49-F238E27FC236}">
                      <a16:creationId xmlns:a16="http://schemas.microsoft.com/office/drawing/2014/main" id="{E5D20E8D-7D7A-4E21-F702-C0597D3DD2DB}"/>
                    </a:ext>
                  </a:extLst>
                </p:cNvPr>
                <p:cNvSpPr/>
                <p:nvPr/>
              </p:nvSpPr>
              <p:spPr>
                <a:xfrm rot="3046867">
                  <a:off x="6606840" y="2609505"/>
                  <a:ext cx="39510" cy="34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97" h="349631" extrusionOk="0">
                      <a:moveTo>
                        <a:pt x="0" y="0"/>
                      </a:moveTo>
                      <a:lnTo>
                        <a:pt x="39497" y="0"/>
                      </a:lnTo>
                      <a:lnTo>
                        <a:pt x="39497" y="349632"/>
                      </a:lnTo>
                      <a:lnTo>
                        <a:pt x="0" y="349632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2" name="Google Shape;1152;p38">
                  <a:extLst>
                    <a:ext uri="{FF2B5EF4-FFF2-40B4-BE49-F238E27FC236}">
                      <a16:creationId xmlns:a16="http://schemas.microsoft.com/office/drawing/2014/main" id="{96BB678A-A4F2-AA0F-7B54-935D6B52E449}"/>
                    </a:ext>
                  </a:extLst>
                </p:cNvPr>
                <p:cNvSpPr/>
                <p:nvPr/>
              </p:nvSpPr>
              <p:spPr>
                <a:xfrm>
                  <a:off x="6429121" y="2879725"/>
                  <a:ext cx="74612" cy="660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612" h="66039" extrusionOk="0">
                      <a:moveTo>
                        <a:pt x="49593" y="0"/>
                      </a:moveTo>
                      <a:lnTo>
                        <a:pt x="74612" y="30543"/>
                      </a:lnTo>
                      <a:lnTo>
                        <a:pt x="0" y="6604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53" name="Google Shape;1153;p38">
                  <a:extLst>
                    <a:ext uri="{FF2B5EF4-FFF2-40B4-BE49-F238E27FC236}">
                      <a16:creationId xmlns:a16="http://schemas.microsoft.com/office/drawing/2014/main" id="{6FE3F9A4-41AA-FF32-5BC4-C48CA10BE7FD}"/>
                    </a:ext>
                  </a:extLst>
                </p:cNvPr>
                <p:cNvGrpSpPr/>
                <p:nvPr/>
              </p:nvGrpSpPr>
              <p:grpSpPr>
                <a:xfrm>
                  <a:off x="6492866" y="2670991"/>
                  <a:ext cx="269638" cy="224989"/>
                  <a:chOff x="6492866" y="2670991"/>
                  <a:chExt cx="269638" cy="224989"/>
                </a:xfrm>
              </p:grpSpPr>
              <p:sp>
                <p:nvSpPr>
                  <p:cNvPr id="1154" name="Google Shape;1154;p38">
                    <a:extLst>
                      <a:ext uri="{FF2B5EF4-FFF2-40B4-BE49-F238E27FC236}">
                        <a16:creationId xmlns:a16="http://schemas.microsoft.com/office/drawing/2014/main" id="{D04F0EDB-76B4-5F18-1FA3-2EE094A104FD}"/>
                      </a:ext>
                    </a:extLst>
                  </p:cNvPr>
                  <p:cNvSpPr/>
                  <p:nvPr/>
                </p:nvSpPr>
                <p:spPr>
                  <a:xfrm>
                    <a:off x="6492866" y="2670991"/>
                    <a:ext cx="260113" cy="2133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13" h="213305" extrusionOk="0">
                        <a:moveTo>
                          <a:pt x="1977" y="213305"/>
                        </a:moveTo>
                        <a:cubicBezTo>
                          <a:pt x="1406" y="213305"/>
                          <a:pt x="834" y="213051"/>
                          <a:pt x="453" y="212543"/>
                        </a:cubicBezTo>
                        <a:cubicBezTo>
                          <a:pt x="-245" y="211718"/>
                          <a:pt x="-118" y="210448"/>
                          <a:pt x="707" y="209749"/>
                        </a:cubicBezTo>
                        <a:lnTo>
                          <a:pt x="256866" y="454"/>
                        </a:lnTo>
                        <a:cubicBezTo>
                          <a:pt x="257692" y="-245"/>
                          <a:pt x="258962" y="-118"/>
                          <a:pt x="259660" y="707"/>
                        </a:cubicBezTo>
                        <a:cubicBezTo>
                          <a:pt x="260359" y="1533"/>
                          <a:pt x="260232" y="2803"/>
                          <a:pt x="259406" y="3501"/>
                        </a:cubicBezTo>
                        <a:lnTo>
                          <a:pt x="3247" y="212798"/>
                        </a:lnTo>
                        <a:cubicBezTo>
                          <a:pt x="2866" y="213179"/>
                          <a:pt x="2422" y="213305"/>
                          <a:pt x="1977" y="21330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55" name="Google Shape;1155;p38">
                    <a:extLst>
                      <a:ext uri="{FF2B5EF4-FFF2-40B4-BE49-F238E27FC236}">
                        <a16:creationId xmlns:a16="http://schemas.microsoft.com/office/drawing/2014/main" id="{21F253E8-CC52-33EC-9154-1223BC5C8875}"/>
                      </a:ext>
                    </a:extLst>
                  </p:cNvPr>
                  <p:cNvSpPr/>
                  <p:nvPr/>
                </p:nvSpPr>
                <p:spPr>
                  <a:xfrm>
                    <a:off x="6502391" y="2682675"/>
                    <a:ext cx="260113" cy="2133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13" h="213305" extrusionOk="0">
                        <a:moveTo>
                          <a:pt x="1978" y="213305"/>
                        </a:moveTo>
                        <a:cubicBezTo>
                          <a:pt x="1406" y="213305"/>
                          <a:pt x="834" y="213051"/>
                          <a:pt x="453" y="212543"/>
                        </a:cubicBezTo>
                        <a:cubicBezTo>
                          <a:pt x="-245" y="211718"/>
                          <a:pt x="-118" y="210448"/>
                          <a:pt x="707" y="209749"/>
                        </a:cubicBezTo>
                        <a:lnTo>
                          <a:pt x="256866" y="453"/>
                        </a:lnTo>
                        <a:cubicBezTo>
                          <a:pt x="257692" y="-245"/>
                          <a:pt x="258962" y="-118"/>
                          <a:pt x="259661" y="707"/>
                        </a:cubicBezTo>
                        <a:cubicBezTo>
                          <a:pt x="260359" y="1533"/>
                          <a:pt x="260232" y="2803"/>
                          <a:pt x="259406" y="3501"/>
                        </a:cubicBezTo>
                        <a:lnTo>
                          <a:pt x="3248" y="212797"/>
                        </a:lnTo>
                        <a:cubicBezTo>
                          <a:pt x="2866" y="213178"/>
                          <a:pt x="2422" y="213305"/>
                          <a:pt x="1978" y="21330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156" name="Google Shape;1156;p38">
                  <a:extLst>
                    <a:ext uri="{FF2B5EF4-FFF2-40B4-BE49-F238E27FC236}">
                      <a16:creationId xmlns:a16="http://schemas.microsoft.com/office/drawing/2014/main" id="{FFB66A9F-77D9-95AC-DB2C-ACEF43685559}"/>
                    </a:ext>
                  </a:extLst>
                </p:cNvPr>
                <p:cNvSpPr/>
                <p:nvPr/>
              </p:nvSpPr>
              <p:spPr>
                <a:xfrm rot="3046867">
                  <a:off x="6743478" y="2653397"/>
                  <a:ext cx="48912" cy="311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95" h="31178" extrusionOk="0">
                      <a:moveTo>
                        <a:pt x="0" y="0"/>
                      </a:moveTo>
                      <a:lnTo>
                        <a:pt x="48895" y="0"/>
                      </a:lnTo>
                      <a:lnTo>
                        <a:pt x="48895" y="31179"/>
                      </a:lnTo>
                      <a:lnTo>
                        <a:pt x="0" y="3117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7" name="Google Shape;1157;p38">
                  <a:extLst>
                    <a:ext uri="{FF2B5EF4-FFF2-40B4-BE49-F238E27FC236}">
                      <a16:creationId xmlns:a16="http://schemas.microsoft.com/office/drawing/2014/main" id="{7C40265B-AA06-F6E3-FE45-6E09ED1674F9}"/>
                    </a:ext>
                  </a:extLst>
                </p:cNvPr>
                <p:cNvSpPr/>
                <p:nvPr/>
              </p:nvSpPr>
              <p:spPr>
                <a:xfrm>
                  <a:off x="6636948" y="2678048"/>
                  <a:ext cx="159577" cy="141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577" h="141737" extrusionOk="0">
                      <a:moveTo>
                        <a:pt x="96655" y="80074"/>
                      </a:moveTo>
                      <a:cubicBezTo>
                        <a:pt x="149043" y="57658"/>
                        <a:pt x="164156" y="19114"/>
                        <a:pt x="158441" y="0"/>
                      </a:cubicBezTo>
                      <a:lnTo>
                        <a:pt x="134310" y="19749"/>
                      </a:lnTo>
                      <a:cubicBezTo>
                        <a:pt x="140216" y="47181"/>
                        <a:pt x="83383" y="80772"/>
                        <a:pt x="50871" y="93536"/>
                      </a:cubicBezTo>
                      <a:cubicBezTo>
                        <a:pt x="18296" y="106299"/>
                        <a:pt x="1849" y="128016"/>
                        <a:pt x="1849" y="128016"/>
                      </a:cubicBezTo>
                      <a:lnTo>
                        <a:pt x="1849" y="128080"/>
                      </a:lnTo>
                      <a:cubicBezTo>
                        <a:pt x="-1008" y="131636"/>
                        <a:pt x="-627" y="137160"/>
                        <a:pt x="3500" y="140208"/>
                      </a:cubicBezTo>
                      <a:cubicBezTo>
                        <a:pt x="6041" y="142049"/>
                        <a:pt x="9596" y="142240"/>
                        <a:pt x="12327" y="140716"/>
                      </a:cubicBezTo>
                      <a:cubicBezTo>
                        <a:pt x="16455" y="138430"/>
                        <a:pt x="17597" y="133668"/>
                        <a:pt x="15946" y="129921"/>
                      </a:cubicBezTo>
                      <a:cubicBezTo>
                        <a:pt x="14740" y="127190"/>
                        <a:pt x="15248" y="123952"/>
                        <a:pt x="17280" y="121793"/>
                      </a:cubicBezTo>
                      <a:cubicBezTo>
                        <a:pt x="33028" y="104521"/>
                        <a:pt x="53666" y="98425"/>
                        <a:pt x="96655" y="8007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158" name="Google Shape;1158;p38">
              <a:extLst>
                <a:ext uri="{FF2B5EF4-FFF2-40B4-BE49-F238E27FC236}">
                  <a16:creationId xmlns:a16="http://schemas.microsoft.com/office/drawing/2014/main" id="{8378D76B-D4B5-9508-32BB-7F8798A5D440}"/>
                </a:ext>
              </a:extLst>
            </p:cNvPr>
            <p:cNvSpPr/>
            <p:nvPr/>
          </p:nvSpPr>
          <p:spPr>
            <a:xfrm>
              <a:off x="1206448" y="2556700"/>
              <a:ext cx="217303" cy="256907"/>
            </a:xfrm>
            <a:custGeom>
              <a:avLst/>
              <a:gdLst/>
              <a:ahLst/>
              <a:cxnLst/>
              <a:rect l="l" t="t" r="r" b="b"/>
              <a:pathLst>
                <a:path w="98774" h="116776" extrusionOk="0">
                  <a:moveTo>
                    <a:pt x="97584" y="59722"/>
                  </a:moveTo>
                  <a:cubicBezTo>
                    <a:pt x="61389" y="64675"/>
                    <a:pt x="54848" y="72041"/>
                    <a:pt x="50721" y="115538"/>
                  </a:cubicBezTo>
                  <a:cubicBezTo>
                    <a:pt x="50594" y="117189"/>
                    <a:pt x="48181" y="117189"/>
                    <a:pt x="48054" y="115538"/>
                  </a:cubicBezTo>
                  <a:cubicBezTo>
                    <a:pt x="43990" y="72041"/>
                    <a:pt x="37386" y="64675"/>
                    <a:pt x="1191" y="59722"/>
                  </a:cubicBezTo>
                  <a:cubicBezTo>
                    <a:pt x="-397" y="59531"/>
                    <a:pt x="-397" y="57245"/>
                    <a:pt x="1191" y="57055"/>
                  </a:cubicBezTo>
                  <a:cubicBezTo>
                    <a:pt x="37386" y="52102"/>
                    <a:pt x="43926" y="44736"/>
                    <a:pt x="48054" y="1238"/>
                  </a:cubicBezTo>
                  <a:cubicBezTo>
                    <a:pt x="48181" y="-413"/>
                    <a:pt x="50594" y="-413"/>
                    <a:pt x="50721" y="1238"/>
                  </a:cubicBezTo>
                  <a:cubicBezTo>
                    <a:pt x="54785" y="44736"/>
                    <a:pt x="61389" y="52102"/>
                    <a:pt x="97584" y="57055"/>
                  </a:cubicBezTo>
                  <a:cubicBezTo>
                    <a:pt x="99171" y="57245"/>
                    <a:pt x="99171" y="59531"/>
                    <a:pt x="97584" y="5972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38">
              <a:extLst>
                <a:ext uri="{FF2B5EF4-FFF2-40B4-BE49-F238E27FC236}">
                  <a16:creationId xmlns:a16="http://schemas.microsoft.com/office/drawing/2014/main" id="{14B9DF24-2190-3DC9-06E0-8DB008FA8A74}"/>
                </a:ext>
              </a:extLst>
            </p:cNvPr>
            <p:cNvSpPr/>
            <p:nvPr/>
          </p:nvSpPr>
          <p:spPr>
            <a:xfrm>
              <a:off x="2628815" y="793920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0" name="Google Shape;1160;p38">
            <a:extLst>
              <a:ext uri="{FF2B5EF4-FFF2-40B4-BE49-F238E27FC236}">
                <a16:creationId xmlns:a16="http://schemas.microsoft.com/office/drawing/2014/main" id="{D7C942EA-8710-D80B-93BD-640BB10DEDD8}"/>
              </a:ext>
            </a:extLst>
          </p:cNvPr>
          <p:cNvGrpSpPr/>
          <p:nvPr/>
        </p:nvGrpSpPr>
        <p:grpSpPr>
          <a:xfrm>
            <a:off x="6925718" y="2136395"/>
            <a:ext cx="2454026" cy="3177695"/>
            <a:chOff x="6636065" y="2136395"/>
            <a:chExt cx="2454026" cy="3177695"/>
          </a:xfrm>
        </p:grpSpPr>
        <p:grpSp>
          <p:nvGrpSpPr>
            <p:cNvPr id="1161" name="Google Shape;1161;p38">
              <a:extLst>
                <a:ext uri="{FF2B5EF4-FFF2-40B4-BE49-F238E27FC236}">
                  <a16:creationId xmlns:a16="http://schemas.microsoft.com/office/drawing/2014/main" id="{3BFDFE55-D042-11B2-6D43-2169DB5E3048}"/>
                </a:ext>
              </a:extLst>
            </p:cNvPr>
            <p:cNvGrpSpPr/>
            <p:nvPr/>
          </p:nvGrpSpPr>
          <p:grpSpPr>
            <a:xfrm rot="-1082057">
              <a:off x="7278324" y="2655139"/>
              <a:ext cx="1461726" cy="2493917"/>
              <a:chOff x="971119" y="3290570"/>
              <a:chExt cx="612189" cy="1044510"/>
            </a:xfrm>
          </p:grpSpPr>
          <p:sp>
            <p:nvSpPr>
              <p:cNvPr id="1162" name="Google Shape;1162;p38">
                <a:extLst>
                  <a:ext uri="{FF2B5EF4-FFF2-40B4-BE49-F238E27FC236}">
                    <a16:creationId xmlns:a16="http://schemas.microsoft.com/office/drawing/2014/main" id="{160E1543-703A-FCC0-0D4C-493523440CF3}"/>
                  </a:ext>
                </a:extLst>
              </p:cNvPr>
              <p:cNvSpPr/>
              <p:nvPr/>
            </p:nvSpPr>
            <p:spPr>
              <a:xfrm>
                <a:off x="1259586" y="3938904"/>
                <a:ext cx="75691" cy="126428"/>
              </a:xfrm>
              <a:custGeom>
                <a:avLst/>
                <a:gdLst/>
                <a:ahLst/>
                <a:cxnLst/>
                <a:rect l="l" t="t" r="r" b="b"/>
                <a:pathLst>
                  <a:path w="75691" h="126428" extrusionOk="0">
                    <a:moveTo>
                      <a:pt x="0" y="0"/>
                    </a:moveTo>
                    <a:lnTo>
                      <a:pt x="75692" y="0"/>
                    </a:lnTo>
                    <a:lnTo>
                      <a:pt x="75692" y="126428"/>
                    </a:lnTo>
                    <a:lnTo>
                      <a:pt x="0" y="12642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3" name="Google Shape;1163;p38">
                <a:extLst>
                  <a:ext uri="{FF2B5EF4-FFF2-40B4-BE49-F238E27FC236}">
                    <a16:creationId xmlns:a16="http://schemas.microsoft.com/office/drawing/2014/main" id="{B5DD1DFA-FD4C-C327-85AE-10A5E72FCDD9}"/>
                  </a:ext>
                </a:extLst>
              </p:cNvPr>
              <p:cNvSpPr/>
              <p:nvPr/>
            </p:nvSpPr>
            <p:spPr>
              <a:xfrm>
                <a:off x="1259522" y="3940492"/>
                <a:ext cx="75755" cy="24638"/>
              </a:xfrm>
              <a:custGeom>
                <a:avLst/>
                <a:gdLst/>
                <a:ahLst/>
                <a:cxnLst/>
                <a:rect l="l" t="t" r="r" b="b"/>
                <a:pathLst>
                  <a:path w="75755" h="24638" extrusionOk="0">
                    <a:moveTo>
                      <a:pt x="75755" y="889"/>
                    </a:moveTo>
                    <a:cubicBezTo>
                      <a:pt x="62103" y="2413"/>
                      <a:pt x="48260" y="3048"/>
                      <a:pt x="34290" y="2730"/>
                    </a:cubicBezTo>
                    <a:cubicBezTo>
                      <a:pt x="22733" y="2477"/>
                      <a:pt x="11303" y="1524"/>
                      <a:pt x="0" y="0"/>
                    </a:cubicBezTo>
                    <a:lnTo>
                      <a:pt x="0" y="22035"/>
                    </a:lnTo>
                    <a:cubicBezTo>
                      <a:pt x="11113" y="23432"/>
                      <a:pt x="22415" y="24257"/>
                      <a:pt x="33782" y="24574"/>
                    </a:cubicBezTo>
                    <a:cubicBezTo>
                      <a:pt x="36385" y="24638"/>
                      <a:pt x="39052" y="24638"/>
                      <a:pt x="41656" y="24638"/>
                    </a:cubicBezTo>
                    <a:cubicBezTo>
                      <a:pt x="53149" y="24638"/>
                      <a:pt x="64516" y="24003"/>
                      <a:pt x="75755" y="22860"/>
                    </a:cubicBezTo>
                    <a:lnTo>
                      <a:pt x="75755" y="88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4" name="Google Shape;1164;p38">
                <a:extLst>
                  <a:ext uri="{FF2B5EF4-FFF2-40B4-BE49-F238E27FC236}">
                    <a16:creationId xmlns:a16="http://schemas.microsoft.com/office/drawing/2014/main" id="{01D07064-5711-2435-6936-342CD6F323FA}"/>
                  </a:ext>
                </a:extLst>
              </p:cNvPr>
              <p:cNvSpPr/>
              <p:nvPr/>
            </p:nvSpPr>
            <p:spPr>
              <a:xfrm>
                <a:off x="1259586" y="4034154"/>
                <a:ext cx="75691" cy="31241"/>
              </a:xfrm>
              <a:custGeom>
                <a:avLst/>
                <a:gdLst/>
                <a:ahLst/>
                <a:cxnLst/>
                <a:rect l="l" t="t" r="r" b="b"/>
                <a:pathLst>
                  <a:path w="75691" h="31241" extrusionOk="0">
                    <a:moveTo>
                      <a:pt x="75692" y="31242"/>
                    </a:moveTo>
                    <a:lnTo>
                      <a:pt x="0" y="31242"/>
                    </a:lnTo>
                    <a:lnTo>
                      <a:pt x="0" y="0"/>
                    </a:lnTo>
                    <a:lnTo>
                      <a:pt x="75692" y="1530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5" name="Google Shape;1165;p38">
                <a:extLst>
                  <a:ext uri="{FF2B5EF4-FFF2-40B4-BE49-F238E27FC236}">
                    <a16:creationId xmlns:a16="http://schemas.microsoft.com/office/drawing/2014/main" id="{6EFD87F8-41BA-C686-A503-A954FEA134FF}"/>
                  </a:ext>
                </a:extLst>
              </p:cNvPr>
              <p:cNvSpPr/>
              <p:nvPr/>
            </p:nvSpPr>
            <p:spPr>
              <a:xfrm>
                <a:off x="1200150" y="4065396"/>
                <a:ext cx="194627" cy="117665"/>
              </a:xfrm>
              <a:custGeom>
                <a:avLst/>
                <a:gdLst/>
                <a:ahLst/>
                <a:cxnLst/>
                <a:rect l="l" t="t" r="r" b="b"/>
                <a:pathLst>
                  <a:path w="194627" h="117665" extrusionOk="0">
                    <a:moveTo>
                      <a:pt x="142748" y="0"/>
                    </a:moveTo>
                    <a:lnTo>
                      <a:pt x="51879" y="0"/>
                    </a:lnTo>
                    <a:cubicBezTo>
                      <a:pt x="38354" y="0"/>
                      <a:pt x="26543" y="9271"/>
                      <a:pt x="23304" y="22416"/>
                    </a:cubicBezTo>
                    <a:lnTo>
                      <a:pt x="0" y="117666"/>
                    </a:lnTo>
                    <a:lnTo>
                      <a:pt x="194627" y="117666"/>
                    </a:lnTo>
                    <a:lnTo>
                      <a:pt x="171323" y="22416"/>
                    </a:lnTo>
                    <a:cubicBezTo>
                      <a:pt x="168085" y="9208"/>
                      <a:pt x="156274" y="0"/>
                      <a:pt x="14274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6" name="Google Shape;1166;p38">
                <a:extLst>
                  <a:ext uri="{FF2B5EF4-FFF2-40B4-BE49-F238E27FC236}">
                    <a16:creationId xmlns:a16="http://schemas.microsoft.com/office/drawing/2014/main" id="{4015CB2E-6569-1457-5A12-7B2FA1F99C4F}"/>
                  </a:ext>
                </a:extLst>
              </p:cNvPr>
              <p:cNvSpPr/>
              <p:nvPr/>
            </p:nvSpPr>
            <p:spPr>
              <a:xfrm>
                <a:off x="1107821" y="4182998"/>
                <a:ext cx="379348" cy="152082"/>
              </a:xfrm>
              <a:custGeom>
                <a:avLst/>
                <a:gdLst/>
                <a:ahLst/>
                <a:cxnLst/>
                <a:rect l="l" t="t" r="r" b="b"/>
                <a:pathLst>
                  <a:path w="379348" h="152082" extrusionOk="0">
                    <a:moveTo>
                      <a:pt x="298767" y="0"/>
                    </a:moveTo>
                    <a:lnTo>
                      <a:pt x="80518" y="0"/>
                    </a:lnTo>
                    <a:cubicBezTo>
                      <a:pt x="61277" y="0"/>
                      <a:pt x="44259" y="12446"/>
                      <a:pt x="38481" y="30798"/>
                    </a:cubicBezTo>
                    <a:lnTo>
                      <a:pt x="0" y="152083"/>
                    </a:lnTo>
                    <a:lnTo>
                      <a:pt x="379349" y="152083"/>
                    </a:lnTo>
                    <a:lnTo>
                      <a:pt x="340868" y="30798"/>
                    </a:lnTo>
                    <a:cubicBezTo>
                      <a:pt x="334963" y="12446"/>
                      <a:pt x="317944" y="0"/>
                      <a:pt x="29876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7" name="Google Shape;1167;p38">
                <a:extLst>
                  <a:ext uri="{FF2B5EF4-FFF2-40B4-BE49-F238E27FC236}">
                    <a16:creationId xmlns:a16="http://schemas.microsoft.com/office/drawing/2014/main" id="{AF2E1AF7-D5DD-C201-D4CF-7D5485C3B83D}"/>
                  </a:ext>
                </a:extLst>
              </p:cNvPr>
              <p:cNvSpPr/>
              <p:nvPr/>
            </p:nvSpPr>
            <p:spPr>
              <a:xfrm>
                <a:off x="1200150" y="4152138"/>
                <a:ext cx="194627" cy="30860"/>
              </a:xfrm>
              <a:custGeom>
                <a:avLst/>
                <a:gdLst/>
                <a:ahLst/>
                <a:cxnLst/>
                <a:rect l="l" t="t" r="r" b="b"/>
                <a:pathLst>
                  <a:path w="194627" h="30860" extrusionOk="0">
                    <a:moveTo>
                      <a:pt x="0" y="30861"/>
                    </a:moveTo>
                    <a:lnTo>
                      <a:pt x="194627" y="30861"/>
                    </a:lnTo>
                    <a:lnTo>
                      <a:pt x="191770" y="19240"/>
                    </a:lnTo>
                    <a:lnTo>
                      <a:pt x="755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68" name="Google Shape;1168;p38">
                <a:extLst>
                  <a:ext uri="{FF2B5EF4-FFF2-40B4-BE49-F238E27FC236}">
                    <a16:creationId xmlns:a16="http://schemas.microsoft.com/office/drawing/2014/main" id="{EE04EED7-EB8F-A076-B70C-9A045B8A94A8}"/>
                  </a:ext>
                </a:extLst>
              </p:cNvPr>
              <p:cNvGrpSpPr/>
              <p:nvPr/>
            </p:nvGrpSpPr>
            <p:grpSpPr>
              <a:xfrm>
                <a:off x="971119" y="3290570"/>
                <a:ext cx="612189" cy="657478"/>
                <a:chOff x="971119" y="3290570"/>
                <a:chExt cx="612189" cy="657478"/>
              </a:xfrm>
            </p:grpSpPr>
            <p:sp>
              <p:nvSpPr>
                <p:cNvPr id="1169" name="Google Shape;1169;p38">
                  <a:extLst>
                    <a:ext uri="{FF2B5EF4-FFF2-40B4-BE49-F238E27FC236}">
                      <a16:creationId xmlns:a16="http://schemas.microsoft.com/office/drawing/2014/main" id="{40DE06C0-44F0-DD99-7920-8461BA24C65E}"/>
                    </a:ext>
                  </a:extLst>
                </p:cNvPr>
                <p:cNvSpPr/>
                <p:nvPr/>
              </p:nvSpPr>
              <p:spPr>
                <a:xfrm rot="-1193110">
                  <a:off x="1296820" y="3298958"/>
                  <a:ext cx="6728" cy="6336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31" h="633926" extrusionOk="0">
                      <a:moveTo>
                        <a:pt x="0" y="0"/>
                      </a:moveTo>
                      <a:lnTo>
                        <a:pt x="6731" y="0"/>
                      </a:lnTo>
                      <a:lnTo>
                        <a:pt x="6731" y="633927"/>
                      </a:lnTo>
                      <a:lnTo>
                        <a:pt x="0" y="63392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70" name="Google Shape;1170;p38">
                  <a:extLst>
                    <a:ext uri="{FF2B5EF4-FFF2-40B4-BE49-F238E27FC236}">
                      <a16:creationId xmlns:a16="http://schemas.microsoft.com/office/drawing/2014/main" id="{F01A1E34-0DC4-1C6C-4ED8-DE4C277123E6}"/>
                    </a:ext>
                  </a:extLst>
                </p:cNvPr>
                <p:cNvGrpSpPr/>
                <p:nvPr/>
              </p:nvGrpSpPr>
              <p:grpSpPr>
                <a:xfrm>
                  <a:off x="1018666" y="3335654"/>
                  <a:ext cx="564642" cy="564642"/>
                  <a:chOff x="1018666" y="3335654"/>
                  <a:chExt cx="564642" cy="564642"/>
                </a:xfrm>
              </p:grpSpPr>
              <p:sp>
                <p:nvSpPr>
                  <p:cNvPr id="1171" name="Google Shape;1171;p38">
                    <a:extLst>
                      <a:ext uri="{FF2B5EF4-FFF2-40B4-BE49-F238E27FC236}">
                        <a16:creationId xmlns:a16="http://schemas.microsoft.com/office/drawing/2014/main" id="{8FD0CECD-0146-380E-2EBE-BDF2DA9B5800}"/>
                      </a:ext>
                    </a:extLst>
                  </p:cNvPr>
                  <p:cNvSpPr/>
                  <p:nvPr/>
                </p:nvSpPr>
                <p:spPr>
                  <a:xfrm>
                    <a:off x="1018666" y="3335654"/>
                    <a:ext cx="564642" cy="5646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4642" h="564642" extrusionOk="0">
                        <a:moveTo>
                          <a:pt x="564642" y="282321"/>
                        </a:moveTo>
                        <a:cubicBezTo>
                          <a:pt x="564642" y="438243"/>
                          <a:pt x="438243" y="564642"/>
                          <a:pt x="282321" y="564642"/>
                        </a:cubicBezTo>
                        <a:cubicBezTo>
                          <a:pt x="126399" y="564642"/>
                          <a:pt x="0" y="438243"/>
                          <a:pt x="0" y="282321"/>
                        </a:cubicBezTo>
                        <a:cubicBezTo>
                          <a:pt x="0" y="126400"/>
                          <a:pt x="126399" y="0"/>
                          <a:pt x="282321" y="0"/>
                        </a:cubicBezTo>
                        <a:cubicBezTo>
                          <a:pt x="438243" y="0"/>
                          <a:pt x="564642" y="126399"/>
                          <a:pt x="564642" y="28232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172" name="Google Shape;1172;p38">
                    <a:extLst>
                      <a:ext uri="{FF2B5EF4-FFF2-40B4-BE49-F238E27FC236}">
                        <a16:creationId xmlns:a16="http://schemas.microsoft.com/office/drawing/2014/main" id="{ECE42893-EA7A-EEF4-D674-2FC0BB54138B}"/>
                      </a:ext>
                    </a:extLst>
                  </p:cNvPr>
                  <p:cNvGrpSpPr/>
                  <p:nvPr/>
                </p:nvGrpSpPr>
                <p:grpSpPr>
                  <a:xfrm>
                    <a:off x="1018954" y="3336099"/>
                    <a:ext cx="555718" cy="499427"/>
                    <a:chOff x="1018954" y="3336099"/>
                    <a:chExt cx="555718" cy="499427"/>
                  </a:xfrm>
                </p:grpSpPr>
                <p:sp>
                  <p:nvSpPr>
                    <p:cNvPr id="1173" name="Google Shape;1173;p38">
                      <a:extLst>
                        <a:ext uri="{FF2B5EF4-FFF2-40B4-BE49-F238E27FC236}">
                          <a16:creationId xmlns:a16="http://schemas.microsoft.com/office/drawing/2014/main" id="{C306D652-8039-171D-CD7D-5F3E9C78D4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38377" y="3336099"/>
                      <a:ext cx="51815" cy="3284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1815" h="32847" extrusionOk="0">
                          <a:moveTo>
                            <a:pt x="8128" y="17653"/>
                          </a:moveTo>
                          <a:cubicBezTo>
                            <a:pt x="10541" y="22035"/>
                            <a:pt x="12446" y="26734"/>
                            <a:pt x="15430" y="30734"/>
                          </a:cubicBezTo>
                          <a:cubicBezTo>
                            <a:pt x="16002" y="31433"/>
                            <a:pt x="16574" y="32131"/>
                            <a:pt x="17399" y="32512"/>
                          </a:cubicBezTo>
                          <a:cubicBezTo>
                            <a:pt x="18351" y="32957"/>
                            <a:pt x="19494" y="32893"/>
                            <a:pt x="20510" y="32703"/>
                          </a:cubicBezTo>
                          <a:cubicBezTo>
                            <a:pt x="28194" y="31560"/>
                            <a:pt x="34925" y="26734"/>
                            <a:pt x="39878" y="20765"/>
                          </a:cubicBezTo>
                          <a:cubicBezTo>
                            <a:pt x="44894" y="14859"/>
                            <a:pt x="48387" y="7810"/>
                            <a:pt x="51816" y="889"/>
                          </a:cubicBezTo>
                          <a:cubicBezTo>
                            <a:pt x="49784" y="572"/>
                            <a:pt x="47815" y="317"/>
                            <a:pt x="45783" y="0"/>
                          </a:cubicBezTo>
                          <a:cubicBezTo>
                            <a:pt x="30416" y="889"/>
                            <a:pt x="15113" y="3048"/>
                            <a:pt x="0" y="6477"/>
                          </a:cubicBezTo>
                          <a:cubicBezTo>
                            <a:pt x="3175" y="9970"/>
                            <a:pt x="5905" y="13653"/>
                            <a:pt x="8128" y="17653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74" name="Google Shape;1174;p38">
                      <a:extLst>
                        <a:ext uri="{FF2B5EF4-FFF2-40B4-BE49-F238E27FC236}">
                          <a16:creationId xmlns:a16="http://schemas.microsoft.com/office/drawing/2014/main" id="{F41FF147-40E0-9C6A-9EB6-762F9E3C37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25635" y="3360737"/>
                      <a:ext cx="249037" cy="19349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9037" h="193496" extrusionOk="0">
                          <a:moveTo>
                            <a:pt x="135754" y="24828"/>
                          </a:moveTo>
                          <a:cubicBezTo>
                            <a:pt x="130166" y="26734"/>
                            <a:pt x="124832" y="29528"/>
                            <a:pt x="120133" y="33084"/>
                          </a:cubicBezTo>
                          <a:cubicBezTo>
                            <a:pt x="118482" y="34353"/>
                            <a:pt x="116640" y="35751"/>
                            <a:pt x="114545" y="35560"/>
                          </a:cubicBezTo>
                          <a:cubicBezTo>
                            <a:pt x="112005" y="35242"/>
                            <a:pt x="110481" y="32639"/>
                            <a:pt x="108322" y="31178"/>
                          </a:cubicBezTo>
                          <a:cubicBezTo>
                            <a:pt x="103686" y="28067"/>
                            <a:pt x="95812" y="30226"/>
                            <a:pt x="93272" y="25273"/>
                          </a:cubicBezTo>
                          <a:cubicBezTo>
                            <a:pt x="91939" y="22670"/>
                            <a:pt x="93082" y="19495"/>
                            <a:pt x="94288" y="16828"/>
                          </a:cubicBezTo>
                          <a:cubicBezTo>
                            <a:pt x="96257" y="12573"/>
                            <a:pt x="98479" y="8382"/>
                            <a:pt x="100892" y="4382"/>
                          </a:cubicBezTo>
                          <a:cubicBezTo>
                            <a:pt x="97781" y="2858"/>
                            <a:pt x="94669" y="1460"/>
                            <a:pt x="91558" y="0"/>
                          </a:cubicBezTo>
                          <a:cubicBezTo>
                            <a:pt x="89589" y="3683"/>
                            <a:pt x="87684" y="7429"/>
                            <a:pt x="85970" y="11240"/>
                          </a:cubicBezTo>
                          <a:cubicBezTo>
                            <a:pt x="83176" y="17463"/>
                            <a:pt x="80636" y="24003"/>
                            <a:pt x="75746" y="28766"/>
                          </a:cubicBezTo>
                          <a:cubicBezTo>
                            <a:pt x="72317" y="32131"/>
                            <a:pt x="67872" y="34353"/>
                            <a:pt x="64380" y="37655"/>
                          </a:cubicBezTo>
                          <a:cubicBezTo>
                            <a:pt x="60887" y="40958"/>
                            <a:pt x="58284" y="46038"/>
                            <a:pt x="60062" y="50546"/>
                          </a:cubicBezTo>
                          <a:cubicBezTo>
                            <a:pt x="60760" y="52388"/>
                            <a:pt x="62094" y="53911"/>
                            <a:pt x="63173" y="55563"/>
                          </a:cubicBezTo>
                          <a:cubicBezTo>
                            <a:pt x="64189" y="57277"/>
                            <a:pt x="64888" y="59372"/>
                            <a:pt x="64126" y="61151"/>
                          </a:cubicBezTo>
                          <a:cubicBezTo>
                            <a:pt x="63364" y="62992"/>
                            <a:pt x="58220" y="65341"/>
                            <a:pt x="57585" y="63500"/>
                          </a:cubicBezTo>
                          <a:cubicBezTo>
                            <a:pt x="56188" y="59436"/>
                            <a:pt x="51045" y="57912"/>
                            <a:pt x="46790" y="58547"/>
                          </a:cubicBezTo>
                          <a:cubicBezTo>
                            <a:pt x="42536" y="59182"/>
                            <a:pt x="38599" y="61278"/>
                            <a:pt x="34344" y="61976"/>
                          </a:cubicBezTo>
                          <a:cubicBezTo>
                            <a:pt x="30090" y="62674"/>
                            <a:pt x="24882" y="61278"/>
                            <a:pt x="23422" y="57214"/>
                          </a:cubicBezTo>
                          <a:cubicBezTo>
                            <a:pt x="20565" y="68072"/>
                            <a:pt x="15866" y="78422"/>
                            <a:pt x="9452" y="87566"/>
                          </a:cubicBezTo>
                          <a:cubicBezTo>
                            <a:pt x="4880" y="94171"/>
                            <a:pt x="-898" y="101219"/>
                            <a:pt x="118" y="109220"/>
                          </a:cubicBezTo>
                          <a:cubicBezTo>
                            <a:pt x="943" y="115634"/>
                            <a:pt x="6087" y="121031"/>
                            <a:pt x="6277" y="127508"/>
                          </a:cubicBezTo>
                          <a:cubicBezTo>
                            <a:pt x="6468" y="133541"/>
                            <a:pt x="2340" y="139383"/>
                            <a:pt x="3610" y="145288"/>
                          </a:cubicBezTo>
                          <a:cubicBezTo>
                            <a:pt x="4372" y="148844"/>
                            <a:pt x="7039" y="151828"/>
                            <a:pt x="7293" y="155448"/>
                          </a:cubicBezTo>
                          <a:cubicBezTo>
                            <a:pt x="7357" y="156845"/>
                            <a:pt x="7103" y="158242"/>
                            <a:pt x="7547" y="159512"/>
                          </a:cubicBezTo>
                          <a:cubicBezTo>
                            <a:pt x="7865" y="160401"/>
                            <a:pt x="8436" y="161099"/>
                            <a:pt x="9071" y="161798"/>
                          </a:cubicBezTo>
                          <a:cubicBezTo>
                            <a:pt x="20057" y="173672"/>
                            <a:pt x="42091" y="171767"/>
                            <a:pt x="50791" y="185484"/>
                          </a:cubicBezTo>
                          <a:cubicBezTo>
                            <a:pt x="58284" y="182943"/>
                            <a:pt x="66602" y="179641"/>
                            <a:pt x="69587" y="172339"/>
                          </a:cubicBezTo>
                          <a:cubicBezTo>
                            <a:pt x="70158" y="170878"/>
                            <a:pt x="70539" y="169228"/>
                            <a:pt x="71746" y="168148"/>
                          </a:cubicBezTo>
                          <a:cubicBezTo>
                            <a:pt x="74032" y="166116"/>
                            <a:pt x="77715" y="167322"/>
                            <a:pt x="80509" y="166116"/>
                          </a:cubicBezTo>
                          <a:cubicBezTo>
                            <a:pt x="86668" y="163449"/>
                            <a:pt x="83874" y="151955"/>
                            <a:pt x="90097" y="149416"/>
                          </a:cubicBezTo>
                          <a:cubicBezTo>
                            <a:pt x="91177" y="148971"/>
                            <a:pt x="92383" y="148908"/>
                            <a:pt x="93463" y="148463"/>
                          </a:cubicBezTo>
                          <a:cubicBezTo>
                            <a:pt x="96066" y="147447"/>
                            <a:pt x="97527" y="144653"/>
                            <a:pt x="99114" y="142367"/>
                          </a:cubicBezTo>
                          <a:cubicBezTo>
                            <a:pt x="101337" y="139128"/>
                            <a:pt x="104194" y="136144"/>
                            <a:pt x="107623" y="134239"/>
                          </a:cubicBezTo>
                          <a:cubicBezTo>
                            <a:pt x="107941" y="132969"/>
                            <a:pt x="108195" y="131635"/>
                            <a:pt x="108512" y="130366"/>
                          </a:cubicBezTo>
                          <a:cubicBezTo>
                            <a:pt x="111306" y="128334"/>
                            <a:pt x="115624" y="128905"/>
                            <a:pt x="117720" y="131572"/>
                          </a:cubicBezTo>
                          <a:cubicBezTo>
                            <a:pt x="119434" y="133667"/>
                            <a:pt x="120069" y="137033"/>
                            <a:pt x="122609" y="137922"/>
                          </a:cubicBezTo>
                          <a:cubicBezTo>
                            <a:pt x="123943" y="138366"/>
                            <a:pt x="125403" y="138049"/>
                            <a:pt x="126864" y="137795"/>
                          </a:cubicBezTo>
                          <a:cubicBezTo>
                            <a:pt x="135500" y="136271"/>
                            <a:pt x="144834" y="140462"/>
                            <a:pt x="149470" y="147828"/>
                          </a:cubicBezTo>
                          <a:cubicBezTo>
                            <a:pt x="150359" y="149225"/>
                            <a:pt x="151121" y="150813"/>
                            <a:pt x="152518" y="151828"/>
                          </a:cubicBezTo>
                          <a:cubicBezTo>
                            <a:pt x="153915" y="152908"/>
                            <a:pt x="155756" y="153162"/>
                            <a:pt x="157471" y="153607"/>
                          </a:cubicBezTo>
                          <a:cubicBezTo>
                            <a:pt x="162995" y="155003"/>
                            <a:pt x="168012" y="158242"/>
                            <a:pt x="171568" y="162687"/>
                          </a:cubicBezTo>
                          <a:cubicBezTo>
                            <a:pt x="174743" y="166624"/>
                            <a:pt x="176775" y="171514"/>
                            <a:pt x="180648" y="174816"/>
                          </a:cubicBezTo>
                          <a:cubicBezTo>
                            <a:pt x="187316" y="180530"/>
                            <a:pt x="197285" y="179832"/>
                            <a:pt x="205477" y="183007"/>
                          </a:cubicBezTo>
                          <a:cubicBezTo>
                            <a:pt x="210430" y="184912"/>
                            <a:pt x="214684" y="188151"/>
                            <a:pt x="219383" y="190564"/>
                          </a:cubicBezTo>
                          <a:cubicBezTo>
                            <a:pt x="224082" y="192977"/>
                            <a:pt x="229670" y="194501"/>
                            <a:pt x="234623" y="192722"/>
                          </a:cubicBezTo>
                          <a:cubicBezTo>
                            <a:pt x="237100" y="191834"/>
                            <a:pt x="239259" y="190119"/>
                            <a:pt x="241735" y="189230"/>
                          </a:cubicBezTo>
                          <a:cubicBezTo>
                            <a:pt x="244085" y="188404"/>
                            <a:pt x="246625" y="188341"/>
                            <a:pt x="249038" y="187833"/>
                          </a:cubicBezTo>
                          <a:cubicBezTo>
                            <a:pt x="237481" y="142240"/>
                            <a:pt x="214430" y="98933"/>
                            <a:pt x="179632" y="62484"/>
                          </a:cubicBezTo>
                          <a:cubicBezTo>
                            <a:pt x="166043" y="48070"/>
                            <a:pt x="151311" y="35560"/>
                            <a:pt x="135754" y="24828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75" name="Google Shape;1175;p38">
                      <a:extLst>
                        <a:ext uri="{FF2B5EF4-FFF2-40B4-BE49-F238E27FC236}">
                          <a16:creationId xmlns:a16="http://schemas.microsoft.com/office/drawing/2014/main" id="{ECC49513-301F-1434-4747-D3F9AF2BE0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8954" y="3497897"/>
                      <a:ext cx="441863" cy="33762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41863" h="337629" extrusionOk="0">
                          <a:moveTo>
                            <a:pt x="395254" y="220790"/>
                          </a:moveTo>
                          <a:cubicBezTo>
                            <a:pt x="394238" y="219202"/>
                            <a:pt x="392587" y="218123"/>
                            <a:pt x="391127" y="216980"/>
                          </a:cubicBezTo>
                          <a:cubicBezTo>
                            <a:pt x="385221" y="212217"/>
                            <a:pt x="381792" y="204534"/>
                            <a:pt x="382237" y="196977"/>
                          </a:cubicBezTo>
                          <a:cubicBezTo>
                            <a:pt x="382745" y="188214"/>
                            <a:pt x="388079" y="179388"/>
                            <a:pt x="385285" y="171069"/>
                          </a:cubicBezTo>
                          <a:cubicBezTo>
                            <a:pt x="381284" y="159068"/>
                            <a:pt x="362488" y="154178"/>
                            <a:pt x="363314" y="141542"/>
                          </a:cubicBezTo>
                          <a:cubicBezTo>
                            <a:pt x="363441" y="139573"/>
                            <a:pt x="364076" y="137668"/>
                            <a:pt x="363822" y="135763"/>
                          </a:cubicBezTo>
                          <a:cubicBezTo>
                            <a:pt x="363187" y="130810"/>
                            <a:pt x="356837" y="128524"/>
                            <a:pt x="351947" y="129731"/>
                          </a:cubicBezTo>
                          <a:cubicBezTo>
                            <a:pt x="347058" y="130937"/>
                            <a:pt x="343121" y="134366"/>
                            <a:pt x="338612" y="136652"/>
                          </a:cubicBezTo>
                          <a:cubicBezTo>
                            <a:pt x="335437" y="138240"/>
                            <a:pt x="331818" y="139446"/>
                            <a:pt x="329786" y="142367"/>
                          </a:cubicBezTo>
                          <a:cubicBezTo>
                            <a:pt x="328579" y="144018"/>
                            <a:pt x="328071" y="146177"/>
                            <a:pt x="326738" y="147701"/>
                          </a:cubicBezTo>
                          <a:cubicBezTo>
                            <a:pt x="322737" y="152527"/>
                            <a:pt x="314482" y="149797"/>
                            <a:pt x="309148" y="153035"/>
                          </a:cubicBezTo>
                          <a:cubicBezTo>
                            <a:pt x="306799" y="154432"/>
                            <a:pt x="304957" y="156972"/>
                            <a:pt x="302227" y="157163"/>
                          </a:cubicBezTo>
                          <a:cubicBezTo>
                            <a:pt x="299115" y="157353"/>
                            <a:pt x="296766" y="154432"/>
                            <a:pt x="293845" y="153480"/>
                          </a:cubicBezTo>
                          <a:cubicBezTo>
                            <a:pt x="284066" y="150432"/>
                            <a:pt x="278668" y="167831"/>
                            <a:pt x="268508" y="166370"/>
                          </a:cubicBezTo>
                          <a:cubicBezTo>
                            <a:pt x="264127" y="165735"/>
                            <a:pt x="259682" y="165100"/>
                            <a:pt x="255300" y="165672"/>
                          </a:cubicBezTo>
                          <a:cubicBezTo>
                            <a:pt x="250919" y="166243"/>
                            <a:pt x="246537" y="168148"/>
                            <a:pt x="243934" y="171768"/>
                          </a:cubicBezTo>
                          <a:cubicBezTo>
                            <a:pt x="242854" y="173228"/>
                            <a:pt x="242092" y="174943"/>
                            <a:pt x="241203" y="176593"/>
                          </a:cubicBezTo>
                          <a:cubicBezTo>
                            <a:pt x="238219" y="181737"/>
                            <a:pt x="233012" y="185484"/>
                            <a:pt x="227233" y="186754"/>
                          </a:cubicBezTo>
                          <a:cubicBezTo>
                            <a:pt x="226027" y="187008"/>
                            <a:pt x="224757" y="187198"/>
                            <a:pt x="223741" y="187897"/>
                          </a:cubicBezTo>
                          <a:cubicBezTo>
                            <a:pt x="222534" y="188722"/>
                            <a:pt x="221836" y="190056"/>
                            <a:pt x="221391" y="191453"/>
                          </a:cubicBezTo>
                          <a:cubicBezTo>
                            <a:pt x="219169" y="197612"/>
                            <a:pt x="220502" y="205423"/>
                            <a:pt x="223741" y="211074"/>
                          </a:cubicBezTo>
                          <a:cubicBezTo>
                            <a:pt x="218915" y="210630"/>
                            <a:pt x="213962" y="212344"/>
                            <a:pt x="210469" y="215710"/>
                          </a:cubicBezTo>
                          <a:cubicBezTo>
                            <a:pt x="208501" y="217551"/>
                            <a:pt x="206977" y="219964"/>
                            <a:pt x="204564" y="221171"/>
                          </a:cubicBezTo>
                          <a:cubicBezTo>
                            <a:pt x="200055" y="223393"/>
                            <a:pt x="194785" y="220599"/>
                            <a:pt x="190530" y="217868"/>
                          </a:cubicBezTo>
                          <a:cubicBezTo>
                            <a:pt x="189197" y="217043"/>
                            <a:pt x="187609" y="216154"/>
                            <a:pt x="186149" y="216662"/>
                          </a:cubicBezTo>
                          <a:cubicBezTo>
                            <a:pt x="185006" y="217043"/>
                            <a:pt x="184307" y="218123"/>
                            <a:pt x="183609" y="219075"/>
                          </a:cubicBezTo>
                          <a:cubicBezTo>
                            <a:pt x="181640" y="221806"/>
                            <a:pt x="178338" y="224409"/>
                            <a:pt x="175227" y="223139"/>
                          </a:cubicBezTo>
                          <a:cubicBezTo>
                            <a:pt x="170655" y="221298"/>
                            <a:pt x="172179" y="214186"/>
                            <a:pt x="169448" y="210058"/>
                          </a:cubicBezTo>
                          <a:cubicBezTo>
                            <a:pt x="167035" y="212408"/>
                            <a:pt x="164559" y="215011"/>
                            <a:pt x="163860" y="218249"/>
                          </a:cubicBezTo>
                          <a:cubicBezTo>
                            <a:pt x="163416" y="220218"/>
                            <a:pt x="163670" y="222187"/>
                            <a:pt x="163606" y="224155"/>
                          </a:cubicBezTo>
                          <a:cubicBezTo>
                            <a:pt x="163352" y="232728"/>
                            <a:pt x="154907" y="240983"/>
                            <a:pt x="146588" y="238697"/>
                          </a:cubicBezTo>
                          <a:cubicBezTo>
                            <a:pt x="141127" y="237173"/>
                            <a:pt x="137571" y="232029"/>
                            <a:pt x="134206" y="227521"/>
                          </a:cubicBezTo>
                          <a:cubicBezTo>
                            <a:pt x="131094" y="223330"/>
                            <a:pt x="127665" y="219139"/>
                            <a:pt x="126586" y="213995"/>
                          </a:cubicBezTo>
                          <a:cubicBezTo>
                            <a:pt x="125570" y="208915"/>
                            <a:pt x="127602" y="202311"/>
                            <a:pt x="132682" y="201168"/>
                          </a:cubicBezTo>
                          <a:cubicBezTo>
                            <a:pt x="134650" y="198057"/>
                            <a:pt x="137635" y="195580"/>
                            <a:pt x="141064" y="194247"/>
                          </a:cubicBezTo>
                          <a:cubicBezTo>
                            <a:pt x="137889" y="191326"/>
                            <a:pt x="138905" y="185674"/>
                            <a:pt x="142143" y="182880"/>
                          </a:cubicBezTo>
                          <a:cubicBezTo>
                            <a:pt x="145445" y="180086"/>
                            <a:pt x="150144" y="179642"/>
                            <a:pt x="154399" y="180213"/>
                          </a:cubicBezTo>
                          <a:cubicBezTo>
                            <a:pt x="159225" y="180848"/>
                            <a:pt x="163924" y="182626"/>
                            <a:pt x="167988" y="185420"/>
                          </a:cubicBezTo>
                          <a:cubicBezTo>
                            <a:pt x="169766" y="186627"/>
                            <a:pt x="172369" y="187897"/>
                            <a:pt x="173703" y="186246"/>
                          </a:cubicBezTo>
                          <a:cubicBezTo>
                            <a:pt x="174655" y="184976"/>
                            <a:pt x="173830" y="183134"/>
                            <a:pt x="172941" y="181864"/>
                          </a:cubicBezTo>
                          <a:cubicBezTo>
                            <a:pt x="170147" y="177927"/>
                            <a:pt x="166337" y="174752"/>
                            <a:pt x="162019" y="172593"/>
                          </a:cubicBezTo>
                          <a:cubicBezTo>
                            <a:pt x="159225" y="171196"/>
                            <a:pt x="156177" y="170180"/>
                            <a:pt x="154018" y="167894"/>
                          </a:cubicBezTo>
                          <a:cubicBezTo>
                            <a:pt x="148176" y="161608"/>
                            <a:pt x="153256" y="151257"/>
                            <a:pt x="151224" y="142939"/>
                          </a:cubicBezTo>
                          <a:cubicBezTo>
                            <a:pt x="150208" y="138938"/>
                            <a:pt x="147604" y="135509"/>
                            <a:pt x="145572" y="131953"/>
                          </a:cubicBezTo>
                          <a:cubicBezTo>
                            <a:pt x="143540" y="128334"/>
                            <a:pt x="142016" y="123952"/>
                            <a:pt x="143540" y="120142"/>
                          </a:cubicBezTo>
                          <a:cubicBezTo>
                            <a:pt x="144493" y="117793"/>
                            <a:pt x="146398" y="115951"/>
                            <a:pt x="147795" y="113856"/>
                          </a:cubicBezTo>
                          <a:cubicBezTo>
                            <a:pt x="149192" y="111760"/>
                            <a:pt x="150017" y="108839"/>
                            <a:pt x="148557" y="106743"/>
                          </a:cubicBezTo>
                          <a:cubicBezTo>
                            <a:pt x="147668" y="105474"/>
                            <a:pt x="146144" y="104775"/>
                            <a:pt x="144937" y="103759"/>
                          </a:cubicBezTo>
                          <a:cubicBezTo>
                            <a:pt x="142334" y="101473"/>
                            <a:pt x="141889" y="97409"/>
                            <a:pt x="143223" y="94234"/>
                          </a:cubicBezTo>
                          <a:cubicBezTo>
                            <a:pt x="144556" y="91059"/>
                            <a:pt x="147350" y="88710"/>
                            <a:pt x="150462" y="87186"/>
                          </a:cubicBezTo>
                          <a:cubicBezTo>
                            <a:pt x="152176" y="86297"/>
                            <a:pt x="154272" y="85408"/>
                            <a:pt x="154716" y="83503"/>
                          </a:cubicBezTo>
                          <a:cubicBezTo>
                            <a:pt x="154907" y="82550"/>
                            <a:pt x="154653" y="81534"/>
                            <a:pt x="154462" y="80582"/>
                          </a:cubicBezTo>
                          <a:cubicBezTo>
                            <a:pt x="153510" y="75946"/>
                            <a:pt x="154526" y="71311"/>
                            <a:pt x="157066" y="67374"/>
                          </a:cubicBezTo>
                          <a:cubicBezTo>
                            <a:pt x="152430" y="66802"/>
                            <a:pt x="148938" y="72517"/>
                            <a:pt x="144302" y="72327"/>
                          </a:cubicBezTo>
                          <a:cubicBezTo>
                            <a:pt x="141572" y="72199"/>
                            <a:pt x="139413" y="70041"/>
                            <a:pt x="137508" y="68072"/>
                          </a:cubicBezTo>
                          <a:cubicBezTo>
                            <a:pt x="136555" y="72390"/>
                            <a:pt x="133761" y="76264"/>
                            <a:pt x="130015" y="78613"/>
                          </a:cubicBezTo>
                          <a:cubicBezTo>
                            <a:pt x="125443" y="71818"/>
                            <a:pt x="127729" y="61405"/>
                            <a:pt x="134714" y="57150"/>
                          </a:cubicBezTo>
                          <a:cubicBezTo>
                            <a:pt x="135857" y="56452"/>
                            <a:pt x="137127" y="55880"/>
                            <a:pt x="137889" y="54801"/>
                          </a:cubicBezTo>
                          <a:cubicBezTo>
                            <a:pt x="139984" y="51880"/>
                            <a:pt x="137190" y="47562"/>
                            <a:pt x="138524" y="44260"/>
                          </a:cubicBezTo>
                          <a:cubicBezTo>
                            <a:pt x="139984" y="40449"/>
                            <a:pt x="145953" y="40577"/>
                            <a:pt x="148747" y="43498"/>
                          </a:cubicBezTo>
                          <a:cubicBezTo>
                            <a:pt x="151541" y="46482"/>
                            <a:pt x="152049" y="50864"/>
                            <a:pt x="152367" y="54928"/>
                          </a:cubicBezTo>
                          <a:cubicBezTo>
                            <a:pt x="156431" y="51499"/>
                            <a:pt x="161638" y="49467"/>
                            <a:pt x="166908" y="49213"/>
                          </a:cubicBezTo>
                          <a:cubicBezTo>
                            <a:pt x="164051" y="44641"/>
                            <a:pt x="159161" y="41783"/>
                            <a:pt x="154462" y="39116"/>
                          </a:cubicBezTo>
                          <a:cubicBezTo>
                            <a:pt x="153192" y="38418"/>
                            <a:pt x="151986" y="37719"/>
                            <a:pt x="150716" y="37021"/>
                          </a:cubicBezTo>
                          <a:cubicBezTo>
                            <a:pt x="148303" y="35687"/>
                            <a:pt x="145953" y="34290"/>
                            <a:pt x="143477" y="33084"/>
                          </a:cubicBezTo>
                          <a:cubicBezTo>
                            <a:pt x="138143" y="30417"/>
                            <a:pt x="132301" y="28194"/>
                            <a:pt x="126332" y="28893"/>
                          </a:cubicBezTo>
                          <a:cubicBezTo>
                            <a:pt x="123855" y="29147"/>
                            <a:pt x="121442" y="29909"/>
                            <a:pt x="118966" y="29845"/>
                          </a:cubicBezTo>
                          <a:cubicBezTo>
                            <a:pt x="116489" y="29782"/>
                            <a:pt x="113822" y="28639"/>
                            <a:pt x="112933" y="26353"/>
                          </a:cubicBezTo>
                          <a:cubicBezTo>
                            <a:pt x="112425" y="25083"/>
                            <a:pt x="112489" y="23559"/>
                            <a:pt x="111473" y="22670"/>
                          </a:cubicBezTo>
                          <a:cubicBezTo>
                            <a:pt x="110838" y="22162"/>
                            <a:pt x="110012" y="22035"/>
                            <a:pt x="109187" y="21971"/>
                          </a:cubicBezTo>
                          <a:cubicBezTo>
                            <a:pt x="104805" y="21717"/>
                            <a:pt x="100360" y="22543"/>
                            <a:pt x="96360" y="24384"/>
                          </a:cubicBezTo>
                          <a:cubicBezTo>
                            <a:pt x="99471" y="25464"/>
                            <a:pt x="102202" y="28321"/>
                            <a:pt x="102265" y="31623"/>
                          </a:cubicBezTo>
                          <a:cubicBezTo>
                            <a:pt x="102329" y="34925"/>
                            <a:pt x="99090" y="38164"/>
                            <a:pt x="95915" y="37402"/>
                          </a:cubicBezTo>
                          <a:cubicBezTo>
                            <a:pt x="90645" y="36132"/>
                            <a:pt x="90454" y="27178"/>
                            <a:pt x="85184" y="26035"/>
                          </a:cubicBezTo>
                          <a:cubicBezTo>
                            <a:pt x="82771" y="25527"/>
                            <a:pt x="80485" y="26924"/>
                            <a:pt x="78389" y="28258"/>
                          </a:cubicBezTo>
                          <a:cubicBezTo>
                            <a:pt x="75532" y="30163"/>
                            <a:pt x="72738" y="32004"/>
                            <a:pt x="69880" y="33909"/>
                          </a:cubicBezTo>
                          <a:cubicBezTo>
                            <a:pt x="66896" y="35878"/>
                            <a:pt x="63594" y="38608"/>
                            <a:pt x="64038" y="42164"/>
                          </a:cubicBezTo>
                          <a:cubicBezTo>
                            <a:pt x="64546" y="45847"/>
                            <a:pt x="68864" y="47625"/>
                            <a:pt x="72547" y="48133"/>
                          </a:cubicBezTo>
                          <a:cubicBezTo>
                            <a:pt x="76230" y="48705"/>
                            <a:pt x="80485" y="49022"/>
                            <a:pt x="82707" y="52007"/>
                          </a:cubicBezTo>
                          <a:cubicBezTo>
                            <a:pt x="85501" y="55880"/>
                            <a:pt x="83088" y="61151"/>
                            <a:pt x="82453" y="65849"/>
                          </a:cubicBezTo>
                          <a:cubicBezTo>
                            <a:pt x="81882" y="69850"/>
                            <a:pt x="82707" y="73978"/>
                            <a:pt x="84739" y="77470"/>
                          </a:cubicBezTo>
                          <a:cubicBezTo>
                            <a:pt x="85247" y="78296"/>
                            <a:pt x="85819" y="79185"/>
                            <a:pt x="85819" y="80137"/>
                          </a:cubicBezTo>
                          <a:cubicBezTo>
                            <a:pt x="85819" y="81661"/>
                            <a:pt x="84485" y="82741"/>
                            <a:pt x="83279" y="83630"/>
                          </a:cubicBezTo>
                          <a:cubicBezTo>
                            <a:pt x="79723" y="86233"/>
                            <a:pt x="76230" y="88900"/>
                            <a:pt x="72674" y="91504"/>
                          </a:cubicBezTo>
                          <a:cubicBezTo>
                            <a:pt x="69626" y="93790"/>
                            <a:pt x="66261" y="96139"/>
                            <a:pt x="62451" y="96330"/>
                          </a:cubicBezTo>
                          <a:cubicBezTo>
                            <a:pt x="58323" y="96520"/>
                            <a:pt x="54386" y="94107"/>
                            <a:pt x="50259" y="94488"/>
                          </a:cubicBezTo>
                          <a:cubicBezTo>
                            <a:pt x="48290" y="94615"/>
                            <a:pt x="46322" y="95441"/>
                            <a:pt x="44417" y="95123"/>
                          </a:cubicBezTo>
                          <a:cubicBezTo>
                            <a:pt x="40416" y="94552"/>
                            <a:pt x="38511" y="90043"/>
                            <a:pt x="37432" y="86170"/>
                          </a:cubicBezTo>
                          <a:cubicBezTo>
                            <a:pt x="34574" y="75946"/>
                            <a:pt x="32987" y="65342"/>
                            <a:pt x="32606" y="54737"/>
                          </a:cubicBezTo>
                          <a:cubicBezTo>
                            <a:pt x="32415" y="50038"/>
                            <a:pt x="35273" y="44768"/>
                            <a:pt x="38448" y="41339"/>
                          </a:cubicBezTo>
                          <a:cubicBezTo>
                            <a:pt x="40924" y="41021"/>
                            <a:pt x="47528" y="40196"/>
                            <a:pt x="47528" y="40196"/>
                          </a:cubicBezTo>
                          <a:cubicBezTo>
                            <a:pt x="47528" y="40196"/>
                            <a:pt x="51592" y="35624"/>
                            <a:pt x="48798" y="33465"/>
                          </a:cubicBezTo>
                          <a:cubicBezTo>
                            <a:pt x="46068" y="31306"/>
                            <a:pt x="41369" y="35052"/>
                            <a:pt x="34257" y="26099"/>
                          </a:cubicBezTo>
                          <a:cubicBezTo>
                            <a:pt x="27081" y="17145"/>
                            <a:pt x="34447" y="19114"/>
                            <a:pt x="35654" y="12446"/>
                          </a:cubicBezTo>
                          <a:cubicBezTo>
                            <a:pt x="36860" y="5842"/>
                            <a:pt x="33050" y="2540"/>
                            <a:pt x="29304" y="0"/>
                          </a:cubicBezTo>
                          <a:cubicBezTo>
                            <a:pt x="28288" y="445"/>
                            <a:pt x="27272" y="762"/>
                            <a:pt x="26256" y="1080"/>
                          </a:cubicBezTo>
                          <a:cubicBezTo>
                            <a:pt x="-9241" y="77470"/>
                            <a:pt x="-8860" y="166688"/>
                            <a:pt x="28097" y="243015"/>
                          </a:cubicBezTo>
                          <a:cubicBezTo>
                            <a:pt x="33876" y="244666"/>
                            <a:pt x="39146" y="247206"/>
                            <a:pt x="43083" y="251651"/>
                          </a:cubicBezTo>
                          <a:cubicBezTo>
                            <a:pt x="43972" y="252667"/>
                            <a:pt x="44861" y="253873"/>
                            <a:pt x="46131" y="254381"/>
                          </a:cubicBezTo>
                          <a:cubicBezTo>
                            <a:pt x="47020" y="254762"/>
                            <a:pt x="48036" y="254699"/>
                            <a:pt x="48989" y="254635"/>
                          </a:cubicBezTo>
                          <a:cubicBezTo>
                            <a:pt x="57053" y="254127"/>
                            <a:pt x="65245" y="252032"/>
                            <a:pt x="72992" y="254127"/>
                          </a:cubicBezTo>
                          <a:cubicBezTo>
                            <a:pt x="79342" y="255842"/>
                            <a:pt x="84612" y="260223"/>
                            <a:pt x="90518" y="263081"/>
                          </a:cubicBezTo>
                          <a:cubicBezTo>
                            <a:pt x="96423" y="265938"/>
                            <a:pt x="104170" y="267018"/>
                            <a:pt x="109060" y="262636"/>
                          </a:cubicBezTo>
                          <a:cubicBezTo>
                            <a:pt x="104170" y="260287"/>
                            <a:pt x="98646" y="259715"/>
                            <a:pt x="93375" y="258318"/>
                          </a:cubicBezTo>
                          <a:cubicBezTo>
                            <a:pt x="88105" y="256921"/>
                            <a:pt x="82707" y="254381"/>
                            <a:pt x="80104" y="249618"/>
                          </a:cubicBezTo>
                          <a:cubicBezTo>
                            <a:pt x="79596" y="248730"/>
                            <a:pt x="79215" y="247650"/>
                            <a:pt x="79532" y="246698"/>
                          </a:cubicBezTo>
                          <a:cubicBezTo>
                            <a:pt x="79786" y="245936"/>
                            <a:pt x="80421" y="245364"/>
                            <a:pt x="81056" y="244920"/>
                          </a:cubicBezTo>
                          <a:cubicBezTo>
                            <a:pt x="84231" y="242951"/>
                            <a:pt x="88359" y="243713"/>
                            <a:pt x="91851" y="245110"/>
                          </a:cubicBezTo>
                          <a:cubicBezTo>
                            <a:pt x="95344" y="246507"/>
                            <a:pt x="98646" y="248476"/>
                            <a:pt x="102392" y="248857"/>
                          </a:cubicBezTo>
                          <a:cubicBezTo>
                            <a:pt x="105123" y="249111"/>
                            <a:pt x="107980" y="248476"/>
                            <a:pt x="110647" y="249174"/>
                          </a:cubicBezTo>
                          <a:cubicBezTo>
                            <a:pt x="115791" y="250508"/>
                            <a:pt x="118839" y="256286"/>
                            <a:pt x="123982" y="257810"/>
                          </a:cubicBezTo>
                          <a:cubicBezTo>
                            <a:pt x="126776" y="258636"/>
                            <a:pt x="129697" y="258064"/>
                            <a:pt x="132555" y="257429"/>
                          </a:cubicBezTo>
                          <a:cubicBezTo>
                            <a:pt x="139032" y="255968"/>
                            <a:pt x="145699" y="254127"/>
                            <a:pt x="151986" y="252095"/>
                          </a:cubicBezTo>
                          <a:cubicBezTo>
                            <a:pt x="164559" y="239395"/>
                            <a:pt x="182212" y="231839"/>
                            <a:pt x="200055" y="231585"/>
                          </a:cubicBezTo>
                          <a:cubicBezTo>
                            <a:pt x="201516" y="231585"/>
                            <a:pt x="203040" y="231585"/>
                            <a:pt x="204310" y="230949"/>
                          </a:cubicBezTo>
                          <a:cubicBezTo>
                            <a:pt x="205453" y="230378"/>
                            <a:pt x="206278" y="229426"/>
                            <a:pt x="207104" y="228473"/>
                          </a:cubicBezTo>
                          <a:cubicBezTo>
                            <a:pt x="212184" y="222250"/>
                            <a:pt x="218407" y="214440"/>
                            <a:pt x="226281" y="216091"/>
                          </a:cubicBezTo>
                          <a:cubicBezTo>
                            <a:pt x="233583" y="217615"/>
                            <a:pt x="236504" y="226441"/>
                            <a:pt x="237457" y="233871"/>
                          </a:cubicBezTo>
                          <a:cubicBezTo>
                            <a:pt x="238409" y="241300"/>
                            <a:pt x="239425" y="249936"/>
                            <a:pt x="245775" y="253810"/>
                          </a:cubicBezTo>
                          <a:cubicBezTo>
                            <a:pt x="255046" y="259398"/>
                            <a:pt x="268381" y="250317"/>
                            <a:pt x="277462" y="256286"/>
                          </a:cubicBezTo>
                          <a:cubicBezTo>
                            <a:pt x="279938" y="257937"/>
                            <a:pt x="281843" y="260541"/>
                            <a:pt x="284637" y="261493"/>
                          </a:cubicBezTo>
                          <a:cubicBezTo>
                            <a:pt x="290860" y="263652"/>
                            <a:pt x="296194" y="256731"/>
                            <a:pt x="302354" y="254508"/>
                          </a:cubicBezTo>
                          <a:cubicBezTo>
                            <a:pt x="310291" y="251651"/>
                            <a:pt x="318673" y="256731"/>
                            <a:pt x="325595" y="261557"/>
                          </a:cubicBezTo>
                          <a:cubicBezTo>
                            <a:pt x="336072" y="268923"/>
                            <a:pt x="346550" y="276289"/>
                            <a:pt x="357027" y="283655"/>
                          </a:cubicBezTo>
                          <a:cubicBezTo>
                            <a:pt x="363758" y="288417"/>
                            <a:pt x="370616" y="293243"/>
                            <a:pt x="375633" y="299720"/>
                          </a:cubicBezTo>
                          <a:cubicBezTo>
                            <a:pt x="378935" y="303974"/>
                            <a:pt x="382046" y="309309"/>
                            <a:pt x="387317" y="310007"/>
                          </a:cubicBezTo>
                          <a:cubicBezTo>
                            <a:pt x="390746" y="310515"/>
                            <a:pt x="395000" y="309118"/>
                            <a:pt x="397096" y="311849"/>
                          </a:cubicBezTo>
                          <a:cubicBezTo>
                            <a:pt x="398048" y="313119"/>
                            <a:pt x="398112" y="314833"/>
                            <a:pt x="398747" y="316294"/>
                          </a:cubicBezTo>
                          <a:cubicBezTo>
                            <a:pt x="399636" y="318326"/>
                            <a:pt x="401541" y="319659"/>
                            <a:pt x="403319" y="320929"/>
                          </a:cubicBezTo>
                          <a:cubicBezTo>
                            <a:pt x="414558" y="328676"/>
                            <a:pt x="426496" y="336614"/>
                            <a:pt x="440085" y="337630"/>
                          </a:cubicBezTo>
                          <a:cubicBezTo>
                            <a:pt x="440657" y="335979"/>
                            <a:pt x="441292" y="334264"/>
                            <a:pt x="441863" y="332613"/>
                          </a:cubicBezTo>
                          <a:cubicBezTo>
                            <a:pt x="440149" y="333312"/>
                            <a:pt x="438434" y="333947"/>
                            <a:pt x="436720" y="334645"/>
                          </a:cubicBezTo>
                          <a:cubicBezTo>
                            <a:pt x="431195" y="327597"/>
                            <a:pt x="426560" y="319786"/>
                            <a:pt x="422940" y="311531"/>
                          </a:cubicBezTo>
                          <a:cubicBezTo>
                            <a:pt x="418876" y="314579"/>
                            <a:pt x="411891" y="310324"/>
                            <a:pt x="412780" y="305308"/>
                          </a:cubicBezTo>
                          <a:cubicBezTo>
                            <a:pt x="412971" y="304292"/>
                            <a:pt x="413352" y="303276"/>
                            <a:pt x="413098" y="302324"/>
                          </a:cubicBezTo>
                          <a:cubicBezTo>
                            <a:pt x="412717" y="301117"/>
                            <a:pt x="411447" y="300482"/>
                            <a:pt x="410431" y="299720"/>
                          </a:cubicBezTo>
                          <a:cubicBezTo>
                            <a:pt x="407256" y="297434"/>
                            <a:pt x="406049" y="292735"/>
                            <a:pt x="407764" y="289179"/>
                          </a:cubicBezTo>
                          <a:cubicBezTo>
                            <a:pt x="404144" y="289878"/>
                            <a:pt x="400334" y="289497"/>
                            <a:pt x="396905" y="288036"/>
                          </a:cubicBezTo>
                          <a:cubicBezTo>
                            <a:pt x="399445" y="286131"/>
                            <a:pt x="401414" y="283401"/>
                            <a:pt x="402430" y="280416"/>
                          </a:cubicBezTo>
                          <a:cubicBezTo>
                            <a:pt x="399445" y="280226"/>
                            <a:pt x="396778" y="277876"/>
                            <a:pt x="396270" y="274955"/>
                          </a:cubicBezTo>
                          <a:cubicBezTo>
                            <a:pt x="395762" y="272034"/>
                            <a:pt x="397477" y="268859"/>
                            <a:pt x="400207" y="267716"/>
                          </a:cubicBezTo>
                          <a:cubicBezTo>
                            <a:pt x="397350" y="264922"/>
                            <a:pt x="394429" y="262001"/>
                            <a:pt x="393286" y="258191"/>
                          </a:cubicBezTo>
                          <a:cubicBezTo>
                            <a:pt x="392143" y="254381"/>
                            <a:pt x="393476" y="249492"/>
                            <a:pt x="397223" y="248095"/>
                          </a:cubicBezTo>
                          <a:cubicBezTo>
                            <a:pt x="398048" y="247777"/>
                            <a:pt x="398937" y="247587"/>
                            <a:pt x="399445" y="246952"/>
                          </a:cubicBezTo>
                          <a:cubicBezTo>
                            <a:pt x="399953" y="246253"/>
                            <a:pt x="399826" y="245364"/>
                            <a:pt x="399699" y="244539"/>
                          </a:cubicBezTo>
                          <a:cubicBezTo>
                            <a:pt x="398747" y="238316"/>
                            <a:pt x="397794" y="232029"/>
                            <a:pt x="396842" y="225806"/>
                          </a:cubicBezTo>
                          <a:cubicBezTo>
                            <a:pt x="396461" y="224092"/>
                            <a:pt x="396207" y="222250"/>
                            <a:pt x="395254" y="22079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76" name="Google Shape;1176;p38">
                      <a:extLst>
                        <a:ext uri="{FF2B5EF4-FFF2-40B4-BE49-F238E27FC236}">
                          <a16:creationId xmlns:a16="http://schemas.microsoft.com/office/drawing/2014/main" id="{88955D67-B131-50E6-0153-A9C61BF897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4925" y="3462591"/>
                      <a:ext cx="58243" cy="575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8243" h="57530" extrusionOk="0">
                          <a:moveTo>
                            <a:pt x="4064" y="25083"/>
                          </a:moveTo>
                          <a:cubicBezTo>
                            <a:pt x="6096" y="27242"/>
                            <a:pt x="8572" y="28893"/>
                            <a:pt x="10858" y="30861"/>
                          </a:cubicBezTo>
                          <a:cubicBezTo>
                            <a:pt x="14541" y="28639"/>
                            <a:pt x="19749" y="29147"/>
                            <a:pt x="22860" y="32131"/>
                          </a:cubicBezTo>
                          <a:cubicBezTo>
                            <a:pt x="19812" y="40196"/>
                            <a:pt x="18478" y="48895"/>
                            <a:pt x="18923" y="57531"/>
                          </a:cubicBezTo>
                          <a:cubicBezTo>
                            <a:pt x="20828" y="54991"/>
                            <a:pt x="24321" y="54229"/>
                            <a:pt x="27496" y="54420"/>
                          </a:cubicBezTo>
                          <a:cubicBezTo>
                            <a:pt x="30671" y="54610"/>
                            <a:pt x="33782" y="55436"/>
                            <a:pt x="36957" y="55245"/>
                          </a:cubicBezTo>
                          <a:cubicBezTo>
                            <a:pt x="44323" y="54801"/>
                            <a:pt x="50101" y="48959"/>
                            <a:pt x="55118" y="43498"/>
                          </a:cubicBezTo>
                          <a:cubicBezTo>
                            <a:pt x="57150" y="41275"/>
                            <a:pt x="59309" y="38037"/>
                            <a:pt x="57658" y="35560"/>
                          </a:cubicBezTo>
                          <a:cubicBezTo>
                            <a:pt x="56769" y="34290"/>
                            <a:pt x="55182" y="33718"/>
                            <a:pt x="53721" y="33274"/>
                          </a:cubicBezTo>
                          <a:cubicBezTo>
                            <a:pt x="50038" y="32131"/>
                            <a:pt x="46355" y="30988"/>
                            <a:pt x="42608" y="29845"/>
                          </a:cubicBezTo>
                          <a:cubicBezTo>
                            <a:pt x="40449" y="29210"/>
                            <a:pt x="38036" y="28258"/>
                            <a:pt x="37401" y="26099"/>
                          </a:cubicBezTo>
                          <a:cubicBezTo>
                            <a:pt x="36893" y="24257"/>
                            <a:pt x="38036" y="22289"/>
                            <a:pt x="39560" y="21082"/>
                          </a:cubicBezTo>
                          <a:cubicBezTo>
                            <a:pt x="41085" y="19876"/>
                            <a:pt x="42989" y="19241"/>
                            <a:pt x="44640" y="18288"/>
                          </a:cubicBezTo>
                          <a:cubicBezTo>
                            <a:pt x="49847" y="15240"/>
                            <a:pt x="52705" y="8699"/>
                            <a:pt x="51371" y="2858"/>
                          </a:cubicBezTo>
                          <a:cubicBezTo>
                            <a:pt x="47053" y="6858"/>
                            <a:pt x="41910" y="9970"/>
                            <a:pt x="36385" y="11938"/>
                          </a:cubicBezTo>
                          <a:cubicBezTo>
                            <a:pt x="35115" y="12383"/>
                            <a:pt x="33846" y="12764"/>
                            <a:pt x="32512" y="12700"/>
                          </a:cubicBezTo>
                          <a:cubicBezTo>
                            <a:pt x="30099" y="12446"/>
                            <a:pt x="28194" y="10541"/>
                            <a:pt x="26352" y="8890"/>
                          </a:cubicBezTo>
                          <a:cubicBezTo>
                            <a:pt x="22924" y="5779"/>
                            <a:pt x="16383" y="953"/>
                            <a:pt x="10477" y="0"/>
                          </a:cubicBezTo>
                          <a:cubicBezTo>
                            <a:pt x="6794" y="5588"/>
                            <a:pt x="3238" y="11240"/>
                            <a:pt x="0" y="17018"/>
                          </a:cubicBezTo>
                          <a:cubicBezTo>
                            <a:pt x="762" y="20193"/>
                            <a:pt x="2222" y="23114"/>
                            <a:pt x="4064" y="25083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77" name="Google Shape;1177;p38">
                      <a:extLst>
                        <a:ext uri="{FF2B5EF4-FFF2-40B4-BE49-F238E27FC236}">
                          <a16:creationId xmlns:a16="http://schemas.microsoft.com/office/drawing/2014/main" id="{BAB157CC-4970-72B7-0F5F-F2653A29D6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83183" y="3373628"/>
                      <a:ext cx="91027" cy="1016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1027" h="101624" extrusionOk="0">
                          <a:moveTo>
                            <a:pt x="65468" y="38290"/>
                          </a:moveTo>
                          <a:cubicBezTo>
                            <a:pt x="67119" y="31369"/>
                            <a:pt x="70676" y="25019"/>
                            <a:pt x="74866" y="19240"/>
                          </a:cubicBezTo>
                          <a:cubicBezTo>
                            <a:pt x="76390" y="17145"/>
                            <a:pt x="77978" y="15049"/>
                            <a:pt x="78740" y="12573"/>
                          </a:cubicBezTo>
                          <a:cubicBezTo>
                            <a:pt x="80010" y="8382"/>
                            <a:pt x="78549" y="3937"/>
                            <a:pt x="76454" y="0"/>
                          </a:cubicBezTo>
                          <a:cubicBezTo>
                            <a:pt x="57468" y="10985"/>
                            <a:pt x="39497" y="24320"/>
                            <a:pt x="22924" y="40132"/>
                          </a:cubicBezTo>
                          <a:cubicBezTo>
                            <a:pt x="14668" y="48006"/>
                            <a:pt x="7112" y="56324"/>
                            <a:pt x="0" y="64897"/>
                          </a:cubicBezTo>
                          <a:cubicBezTo>
                            <a:pt x="14351" y="69151"/>
                            <a:pt x="27622" y="76835"/>
                            <a:pt x="37973" y="87693"/>
                          </a:cubicBezTo>
                          <a:cubicBezTo>
                            <a:pt x="39815" y="89662"/>
                            <a:pt x="41656" y="91757"/>
                            <a:pt x="44005" y="93091"/>
                          </a:cubicBezTo>
                          <a:cubicBezTo>
                            <a:pt x="45974" y="94170"/>
                            <a:pt x="48133" y="94742"/>
                            <a:pt x="50292" y="95250"/>
                          </a:cubicBezTo>
                          <a:cubicBezTo>
                            <a:pt x="58039" y="97155"/>
                            <a:pt x="65786" y="99060"/>
                            <a:pt x="73533" y="100965"/>
                          </a:cubicBezTo>
                          <a:cubicBezTo>
                            <a:pt x="74993" y="101346"/>
                            <a:pt x="76518" y="101727"/>
                            <a:pt x="78041" y="101600"/>
                          </a:cubicBezTo>
                          <a:cubicBezTo>
                            <a:pt x="83820" y="101346"/>
                            <a:pt x="87376" y="95313"/>
                            <a:pt x="89852" y="90106"/>
                          </a:cubicBezTo>
                          <a:cubicBezTo>
                            <a:pt x="90488" y="88709"/>
                            <a:pt x="91186" y="87249"/>
                            <a:pt x="90996" y="85725"/>
                          </a:cubicBezTo>
                          <a:cubicBezTo>
                            <a:pt x="90868" y="84772"/>
                            <a:pt x="90488" y="83820"/>
                            <a:pt x="89979" y="82994"/>
                          </a:cubicBezTo>
                          <a:cubicBezTo>
                            <a:pt x="84582" y="73469"/>
                            <a:pt x="73088" y="68580"/>
                            <a:pt x="67754" y="58991"/>
                          </a:cubicBezTo>
                          <a:cubicBezTo>
                            <a:pt x="64262" y="52832"/>
                            <a:pt x="63818" y="45212"/>
                            <a:pt x="65468" y="3829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78" name="Google Shape;1178;p38">
                      <a:extLst>
                        <a:ext uri="{FF2B5EF4-FFF2-40B4-BE49-F238E27FC236}">
                          <a16:creationId xmlns:a16="http://schemas.microsoft.com/office/drawing/2014/main" id="{0ADC13B8-F447-E6C1-216E-DA10A24974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85162" y="3336163"/>
                      <a:ext cx="121997" cy="13519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997" h="135191" extrusionOk="0">
                          <a:moveTo>
                            <a:pt x="20080" y="93472"/>
                          </a:moveTo>
                          <a:cubicBezTo>
                            <a:pt x="19318" y="96076"/>
                            <a:pt x="17731" y="98361"/>
                            <a:pt x="16461" y="100711"/>
                          </a:cubicBezTo>
                          <a:cubicBezTo>
                            <a:pt x="12206" y="108839"/>
                            <a:pt x="11635" y="118301"/>
                            <a:pt x="11127" y="127445"/>
                          </a:cubicBezTo>
                          <a:cubicBezTo>
                            <a:pt x="11063" y="128270"/>
                            <a:pt x="11063" y="129159"/>
                            <a:pt x="11444" y="129858"/>
                          </a:cubicBezTo>
                          <a:cubicBezTo>
                            <a:pt x="11952" y="130746"/>
                            <a:pt x="12968" y="131191"/>
                            <a:pt x="13857" y="131572"/>
                          </a:cubicBezTo>
                          <a:cubicBezTo>
                            <a:pt x="16842" y="132778"/>
                            <a:pt x="19826" y="133985"/>
                            <a:pt x="22747" y="135191"/>
                          </a:cubicBezTo>
                          <a:cubicBezTo>
                            <a:pt x="24271" y="132969"/>
                            <a:pt x="25351" y="130429"/>
                            <a:pt x="26430" y="127953"/>
                          </a:cubicBezTo>
                          <a:cubicBezTo>
                            <a:pt x="29986" y="119952"/>
                            <a:pt x="33542" y="111823"/>
                            <a:pt x="34368" y="103124"/>
                          </a:cubicBezTo>
                          <a:cubicBezTo>
                            <a:pt x="35130" y="94552"/>
                            <a:pt x="33161" y="85915"/>
                            <a:pt x="34368" y="77407"/>
                          </a:cubicBezTo>
                          <a:cubicBezTo>
                            <a:pt x="34558" y="76136"/>
                            <a:pt x="34812" y="74803"/>
                            <a:pt x="35574" y="73723"/>
                          </a:cubicBezTo>
                          <a:cubicBezTo>
                            <a:pt x="36527" y="72327"/>
                            <a:pt x="38178" y="71501"/>
                            <a:pt x="39638" y="70676"/>
                          </a:cubicBezTo>
                          <a:cubicBezTo>
                            <a:pt x="45226" y="67691"/>
                            <a:pt x="50370" y="63817"/>
                            <a:pt x="54751" y="59309"/>
                          </a:cubicBezTo>
                          <a:cubicBezTo>
                            <a:pt x="59196" y="54737"/>
                            <a:pt x="63197" y="49276"/>
                            <a:pt x="69166" y="47053"/>
                          </a:cubicBezTo>
                          <a:cubicBezTo>
                            <a:pt x="74627" y="45021"/>
                            <a:pt x="80659" y="46038"/>
                            <a:pt x="86438" y="45276"/>
                          </a:cubicBezTo>
                          <a:cubicBezTo>
                            <a:pt x="96852" y="43942"/>
                            <a:pt x="105551" y="37021"/>
                            <a:pt x="113171" y="29845"/>
                          </a:cubicBezTo>
                          <a:cubicBezTo>
                            <a:pt x="116283" y="26924"/>
                            <a:pt x="119394" y="23685"/>
                            <a:pt x="121998" y="20193"/>
                          </a:cubicBezTo>
                          <a:cubicBezTo>
                            <a:pt x="93677" y="8699"/>
                            <a:pt x="63832" y="1968"/>
                            <a:pt x="33733" y="0"/>
                          </a:cubicBezTo>
                          <a:cubicBezTo>
                            <a:pt x="29669" y="6985"/>
                            <a:pt x="24081" y="13398"/>
                            <a:pt x="20969" y="20891"/>
                          </a:cubicBezTo>
                          <a:cubicBezTo>
                            <a:pt x="18493" y="26734"/>
                            <a:pt x="16715" y="27368"/>
                            <a:pt x="11508" y="30226"/>
                          </a:cubicBezTo>
                          <a:cubicBezTo>
                            <a:pt x="6491" y="32957"/>
                            <a:pt x="3824" y="37402"/>
                            <a:pt x="1348" y="42482"/>
                          </a:cubicBezTo>
                          <a:cubicBezTo>
                            <a:pt x="840" y="43561"/>
                            <a:pt x="268" y="44704"/>
                            <a:pt x="205" y="45910"/>
                          </a:cubicBezTo>
                          <a:cubicBezTo>
                            <a:pt x="-113" y="50165"/>
                            <a:pt x="5221" y="53213"/>
                            <a:pt x="5031" y="57404"/>
                          </a:cubicBezTo>
                          <a:cubicBezTo>
                            <a:pt x="4967" y="58738"/>
                            <a:pt x="4332" y="60008"/>
                            <a:pt x="3824" y="61214"/>
                          </a:cubicBezTo>
                          <a:cubicBezTo>
                            <a:pt x="2110" y="65215"/>
                            <a:pt x="1348" y="69596"/>
                            <a:pt x="649" y="73851"/>
                          </a:cubicBezTo>
                          <a:cubicBezTo>
                            <a:pt x="141" y="76708"/>
                            <a:pt x="-303" y="79692"/>
                            <a:pt x="268" y="82550"/>
                          </a:cubicBezTo>
                          <a:cubicBezTo>
                            <a:pt x="840" y="85408"/>
                            <a:pt x="2745" y="88202"/>
                            <a:pt x="5539" y="88964"/>
                          </a:cubicBezTo>
                          <a:cubicBezTo>
                            <a:pt x="9031" y="85217"/>
                            <a:pt x="15127" y="82169"/>
                            <a:pt x="18747" y="85725"/>
                          </a:cubicBezTo>
                          <a:cubicBezTo>
                            <a:pt x="20652" y="87757"/>
                            <a:pt x="20842" y="90868"/>
                            <a:pt x="20080" y="93472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sp>
              <p:nvSpPr>
                <p:cNvPr id="1179" name="Google Shape;1179;p38">
                  <a:extLst>
                    <a:ext uri="{FF2B5EF4-FFF2-40B4-BE49-F238E27FC236}">
                      <a16:creationId xmlns:a16="http://schemas.microsoft.com/office/drawing/2014/main" id="{6FA13D81-1383-DC3C-05E6-E121A7C02FC6}"/>
                    </a:ext>
                  </a:extLst>
                </p:cNvPr>
                <p:cNvSpPr/>
                <p:nvPr/>
              </p:nvSpPr>
              <p:spPr>
                <a:xfrm>
                  <a:off x="971119" y="3290570"/>
                  <a:ext cx="557833" cy="657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833" h="657478" extrusionOk="0">
                      <a:moveTo>
                        <a:pt x="330123" y="657479"/>
                      </a:moveTo>
                      <a:cubicBezTo>
                        <a:pt x="327519" y="657479"/>
                        <a:pt x="324916" y="657479"/>
                        <a:pt x="322249" y="657415"/>
                      </a:cubicBezTo>
                      <a:cubicBezTo>
                        <a:pt x="234111" y="655383"/>
                        <a:pt x="152005" y="619125"/>
                        <a:pt x="91172" y="555371"/>
                      </a:cubicBezTo>
                      <a:cubicBezTo>
                        <a:pt x="-34494" y="423735"/>
                        <a:pt x="-29668" y="214376"/>
                        <a:pt x="102031" y="88709"/>
                      </a:cubicBezTo>
                      <a:cubicBezTo>
                        <a:pt x="153466" y="39624"/>
                        <a:pt x="217791" y="8953"/>
                        <a:pt x="288149" y="0"/>
                      </a:cubicBezTo>
                      <a:lnTo>
                        <a:pt x="290880" y="21590"/>
                      </a:lnTo>
                      <a:cubicBezTo>
                        <a:pt x="225221" y="29908"/>
                        <a:pt x="165086" y="58547"/>
                        <a:pt x="117017" y="104394"/>
                      </a:cubicBezTo>
                      <a:cubicBezTo>
                        <a:pt x="-5919" y="221805"/>
                        <a:pt x="-10491" y="417322"/>
                        <a:pt x="106920" y="540258"/>
                      </a:cubicBezTo>
                      <a:cubicBezTo>
                        <a:pt x="163816" y="599821"/>
                        <a:pt x="240461" y="633666"/>
                        <a:pt x="322757" y="635571"/>
                      </a:cubicBezTo>
                      <a:cubicBezTo>
                        <a:pt x="405180" y="637540"/>
                        <a:pt x="483221" y="607251"/>
                        <a:pt x="542784" y="550354"/>
                      </a:cubicBezTo>
                      <a:lnTo>
                        <a:pt x="557834" y="566102"/>
                      </a:lnTo>
                      <a:cubicBezTo>
                        <a:pt x="495921" y="625221"/>
                        <a:pt x="415340" y="657479"/>
                        <a:pt x="330123" y="65747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180" name="Google Shape;1180;p38">
              <a:extLst>
                <a:ext uri="{FF2B5EF4-FFF2-40B4-BE49-F238E27FC236}">
                  <a16:creationId xmlns:a16="http://schemas.microsoft.com/office/drawing/2014/main" id="{EDCC04A1-EF8A-3818-01CE-F46F277431DB}"/>
                </a:ext>
              </a:extLst>
            </p:cNvPr>
            <p:cNvSpPr/>
            <p:nvPr/>
          </p:nvSpPr>
          <p:spPr>
            <a:xfrm>
              <a:off x="8037315" y="2136395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38">
              <a:extLst>
                <a:ext uri="{FF2B5EF4-FFF2-40B4-BE49-F238E27FC236}">
                  <a16:creationId xmlns:a16="http://schemas.microsoft.com/office/drawing/2014/main" id="{977E9A9F-99A8-96F6-C626-6328B54022D6}"/>
                </a:ext>
              </a:extLst>
            </p:cNvPr>
            <p:cNvSpPr/>
            <p:nvPr/>
          </p:nvSpPr>
          <p:spPr>
            <a:xfrm>
              <a:off x="6636065" y="4196595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302;p35">
            <a:extLst>
              <a:ext uri="{FF2B5EF4-FFF2-40B4-BE49-F238E27FC236}">
                <a16:creationId xmlns:a16="http://schemas.microsoft.com/office/drawing/2014/main" id="{EA811214-E4E4-A733-E874-4B9052171732}"/>
              </a:ext>
            </a:extLst>
          </p:cNvPr>
          <p:cNvSpPr txBox="1">
            <a:spLocks/>
          </p:cNvSpPr>
          <p:nvPr/>
        </p:nvSpPr>
        <p:spPr>
          <a:xfrm>
            <a:off x="3177987" y="125481"/>
            <a:ext cx="2788025" cy="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772E"/>
              </a:buClr>
              <a:buSzPts val="1800"/>
              <a:buFont typeface="Lato"/>
              <a:buNone/>
              <a:defRPr sz="18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ctr"/>
            <a:r>
              <a:rPr lang="ar-LB" sz="2400" b="1" dirty="0">
                <a:solidFill>
                  <a:schemeClr val="bg2">
                    <a:lumMod val="50000"/>
                  </a:schemeClr>
                </a:solidFill>
              </a:rPr>
              <a:t>توصيف حالات الاستخدام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F232BE7-2839-95B5-C18D-2A1E6F124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343799"/>
              </p:ext>
            </p:extLst>
          </p:nvPr>
        </p:nvGraphicFramePr>
        <p:xfrm>
          <a:off x="2335575" y="912723"/>
          <a:ext cx="4472848" cy="386151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122739">
                  <a:extLst>
                    <a:ext uri="{9D8B030D-6E8A-4147-A177-3AD203B41FA5}">
                      <a16:colId xmlns:a16="http://schemas.microsoft.com/office/drawing/2014/main" val="1132073789"/>
                    </a:ext>
                  </a:extLst>
                </a:gridCol>
                <a:gridCol w="3350109">
                  <a:extLst>
                    <a:ext uri="{9D8B030D-6E8A-4147-A177-3AD203B41FA5}">
                      <a16:colId xmlns:a16="http://schemas.microsoft.com/office/drawing/2014/main" val="479786278"/>
                    </a:ext>
                  </a:extLst>
                </a:gridCol>
              </a:tblGrid>
              <a:tr h="257434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100" u="none" strike="noStrike">
                          <a:effectLst/>
                        </a:rPr>
                        <a:t>العنصر</a:t>
                      </a:r>
                      <a:endParaRPr lang="ar-L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1BDD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100" u="none" strike="noStrike" dirty="0">
                          <a:effectLst/>
                        </a:rPr>
                        <a:t>الوصف</a:t>
                      </a:r>
                      <a:endParaRPr lang="ar-L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1BD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803101"/>
                  </a:ext>
                </a:extLst>
              </a:tr>
              <a:tr h="257434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100" u="none" strike="noStrike" dirty="0">
                          <a:effectLst/>
                        </a:rPr>
                        <a:t>اسم الحالة</a:t>
                      </a:r>
                      <a:endParaRPr lang="ar-L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100" u="none" strike="noStrike">
                          <a:effectLst/>
                        </a:rPr>
                        <a:t>تعديل حساب مستخدم</a:t>
                      </a:r>
                      <a:endParaRPr lang="ar-L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65430054"/>
                  </a:ext>
                </a:extLst>
              </a:tr>
              <a:tr h="257434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100" u="none" strike="noStrike" dirty="0">
                          <a:effectLst/>
                        </a:rPr>
                        <a:t>رقم الحالة</a:t>
                      </a:r>
                      <a:endParaRPr lang="ar-L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UC-02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39734899"/>
                  </a:ext>
                </a:extLst>
              </a:tr>
              <a:tr h="257434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100" u="none" strike="noStrike" dirty="0">
                          <a:effectLst/>
                        </a:rPr>
                        <a:t>الجهات الفاعلة</a:t>
                      </a:r>
                      <a:endParaRPr lang="ar-L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100" u="none" strike="noStrike">
                          <a:effectLst/>
                        </a:rPr>
                        <a:t>المدير</a:t>
                      </a:r>
                      <a:endParaRPr lang="ar-L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28409673"/>
                  </a:ext>
                </a:extLst>
              </a:tr>
              <a:tr h="257434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100" u="none" strike="noStrike" dirty="0">
                          <a:effectLst/>
                        </a:rPr>
                        <a:t>الوصف</a:t>
                      </a:r>
                      <a:endParaRPr lang="ar-L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100" u="none" strike="noStrike">
                          <a:effectLst/>
                        </a:rPr>
                        <a:t>تعديل بيانات حساب مستخدم موجود</a:t>
                      </a:r>
                      <a:endParaRPr lang="ar-L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64626477"/>
                  </a:ext>
                </a:extLst>
              </a:tr>
              <a:tr h="257434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100" u="none" strike="noStrike" dirty="0">
                          <a:effectLst/>
                        </a:rPr>
                        <a:t>شروط مسبقة</a:t>
                      </a:r>
                      <a:endParaRPr lang="ar-L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100" u="none" strike="noStrike">
                          <a:effectLst/>
                        </a:rPr>
                        <a:t>وجود المستخدم وتسجيل دخول المدير</a:t>
                      </a:r>
                      <a:endParaRPr lang="ar-L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01149757"/>
                  </a:ext>
                </a:extLst>
              </a:tr>
              <a:tr h="257434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100" u="none" strike="noStrike">
                          <a:effectLst/>
                        </a:rPr>
                        <a:t>شروط لاحقة</a:t>
                      </a:r>
                      <a:endParaRPr lang="ar-L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100" u="none" strike="noStrike">
                          <a:effectLst/>
                        </a:rPr>
                        <a:t>تحديث بيانات الحساب</a:t>
                      </a:r>
                      <a:endParaRPr lang="ar-L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21330984"/>
                  </a:ext>
                </a:extLst>
              </a:tr>
              <a:tr h="1029736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100" u="none" strike="noStrike" dirty="0">
                          <a:effectLst/>
                        </a:rPr>
                        <a:t>التدفق الرئيسي</a:t>
                      </a:r>
                      <a:endParaRPr lang="ar-L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100" u="none" strike="noStrike" dirty="0">
                          <a:effectLst/>
                        </a:rPr>
                        <a:t>1. البحث عن المستخدم </a:t>
                      </a:r>
                      <a:br>
                        <a:rPr lang="ar-LB" sz="1100" u="none" strike="noStrike" dirty="0">
                          <a:effectLst/>
                        </a:rPr>
                      </a:br>
                      <a:r>
                        <a:rPr lang="ar-LB" sz="1100" u="none" strike="noStrike" dirty="0">
                          <a:effectLst/>
                        </a:rPr>
                        <a:t>2. اختيار "تعديل"</a:t>
                      </a:r>
                      <a:br>
                        <a:rPr lang="ar-LB" sz="1100" u="none" strike="noStrike" dirty="0">
                          <a:effectLst/>
                        </a:rPr>
                      </a:br>
                      <a:r>
                        <a:rPr lang="ar-LB" sz="1100" u="none" strike="noStrike" dirty="0">
                          <a:effectLst/>
                        </a:rPr>
                        <a:t> 3. تعديل الحقول</a:t>
                      </a:r>
                      <a:br>
                        <a:rPr lang="ar-LB" sz="1100" u="none" strike="noStrike" dirty="0">
                          <a:effectLst/>
                        </a:rPr>
                      </a:br>
                      <a:r>
                        <a:rPr lang="ar-LB" sz="1100" u="none" strike="noStrike" dirty="0">
                          <a:effectLst/>
                        </a:rPr>
                        <a:t> 4. حفظ</a:t>
                      </a:r>
                      <a:endParaRPr lang="ar-L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38671614"/>
                  </a:ext>
                </a:extLst>
              </a:tr>
              <a:tr h="257434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100" u="none" strike="noStrike">
                          <a:effectLst/>
                        </a:rPr>
                        <a:t>التدفق البديل</a:t>
                      </a:r>
                      <a:endParaRPr lang="ar-L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100" u="none" strike="noStrike">
                          <a:effectLst/>
                        </a:rPr>
                        <a:t>خطأ في الإدخال → إعادة المحاولة</a:t>
                      </a:r>
                      <a:endParaRPr lang="ar-L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25226945"/>
                  </a:ext>
                </a:extLst>
              </a:tr>
              <a:tr h="257434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100" u="none" strike="noStrike" dirty="0">
                          <a:effectLst/>
                        </a:rPr>
                        <a:t>رقم المتطلب</a:t>
                      </a:r>
                      <a:endParaRPr lang="ar-L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REQ-2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39081667"/>
                  </a:ext>
                </a:extLst>
              </a:tr>
              <a:tr h="257434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100" u="none" strike="noStrike" dirty="0">
                          <a:effectLst/>
                        </a:rPr>
                        <a:t>العنوان</a:t>
                      </a:r>
                      <a:endParaRPr lang="ar-L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100" u="none" strike="noStrike">
                          <a:effectLst/>
                        </a:rPr>
                        <a:t>تعديل حساب مستخدم</a:t>
                      </a:r>
                      <a:endParaRPr lang="ar-L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41053379"/>
                  </a:ext>
                </a:extLst>
              </a:tr>
              <a:tr h="257434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100" u="none" strike="noStrike" dirty="0">
                          <a:effectLst/>
                        </a:rPr>
                        <a:t>الأولوية</a:t>
                      </a:r>
                      <a:endParaRPr lang="ar-L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100" u="none" strike="noStrike" dirty="0">
                          <a:effectLst/>
                        </a:rPr>
                        <a:t>1 (عالية)</a:t>
                      </a:r>
                      <a:endParaRPr lang="ar-L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2021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9830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302;p35">
            <a:extLst>
              <a:ext uri="{FF2B5EF4-FFF2-40B4-BE49-F238E27FC236}">
                <a16:creationId xmlns:a16="http://schemas.microsoft.com/office/drawing/2014/main" id="{C61E2CAF-6A17-E1FB-BF20-77770510B9E3}"/>
              </a:ext>
            </a:extLst>
          </p:cNvPr>
          <p:cNvSpPr txBox="1">
            <a:spLocks/>
          </p:cNvSpPr>
          <p:nvPr/>
        </p:nvSpPr>
        <p:spPr>
          <a:xfrm>
            <a:off x="4926981" y="1603148"/>
            <a:ext cx="2788025" cy="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772E"/>
              </a:buClr>
              <a:buSzPts val="1800"/>
              <a:buFont typeface="Lato"/>
              <a:buNone/>
              <a:defRPr sz="18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ctr"/>
            <a:r>
              <a:rPr lang="en-US" sz="3600" b="1" dirty="0">
                <a:solidFill>
                  <a:schemeClr val="bg2">
                    <a:lumMod val="50000"/>
                  </a:schemeClr>
                </a:solidFill>
              </a:rPr>
              <a:t>Sequence Diagram</a:t>
            </a:r>
            <a:endParaRPr lang="ar-LB" sz="3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2AE499-FED3-19EE-2902-81ACF2D990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30" r="17617" b="63588"/>
          <a:stretch>
            <a:fillRect/>
          </a:stretch>
        </p:blipFill>
        <p:spPr>
          <a:xfrm>
            <a:off x="495758" y="242372"/>
            <a:ext cx="4817281" cy="4600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569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3D9CB-53D0-D2A7-7A6F-211423670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302;p35">
            <a:extLst>
              <a:ext uri="{FF2B5EF4-FFF2-40B4-BE49-F238E27FC236}">
                <a16:creationId xmlns:a16="http://schemas.microsoft.com/office/drawing/2014/main" id="{CB1BB5C2-F245-E517-C915-D26D9C83A766}"/>
              </a:ext>
            </a:extLst>
          </p:cNvPr>
          <p:cNvSpPr txBox="1">
            <a:spLocks/>
          </p:cNvSpPr>
          <p:nvPr/>
        </p:nvSpPr>
        <p:spPr>
          <a:xfrm>
            <a:off x="1184634" y="1213604"/>
            <a:ext cx="2788025" cy="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772E"/>
              </a:buClr>
              <a:buSzPts val="1800"/>
              <a:buFont typeface="Lato"/>
              <a:buNone/>
              <a:defRPr sz="18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ctr"/>
            <a:r>
              <a:rPr lang="en-US" sz="3600" b="1" dirty="0">
                <a:solidFill>
                  <a:schemeClr val="bg2">
                    <a:lumMod val="50000"/>
                  </a:schemeClr>
                </a:solidFill>
              </a:rPr>
              <a:t>Activity Diagram</a:t>
            </a:r>
            <a:endParaRPr lang="ar-LB" sz="3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201C45-2210-78CA-F953-7865577923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76" r="75568" b="59090"/>
          <a:stretch>
            <a:fillRect/>
          </a:stretch>
        </p:blipFill>
        <p:spPr>
          <a:xfrm>
            <a:off x="4769546" y="99227"/>
            <a:ext cx="2356016" cy="4945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065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9">
          <a:extLst>
            <a:ext uri="{FF2B5EF4-FFF2-40B4-BE49-F238E27FC236}">
              <a16:creationId xmlns:a16="http://schemas.microsoft.com/office/drawing/2014/main" id="{42D18071-2393-82A9-242B-5BF9E5DFB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02;p35">
            <a:extLst>
              <a:ext uri="{FF2B5EF4-FFF2-40B4-BE49-F238E27FC236}">
                <a16:creationId xmlns:a16="http://schemas.microsoft.com/office/drawing/2014/main" id="{2FF891A8-0C38-5304-4F06-3DBB36011ADF}"/>
              </a:ext>
            </a:extLst>
          </p:cNvPr>
          <p:cNvSpPr txBox="1">
            <a:spLocks/>
          </p:cNvSpPr>
          <p:nvPr/>
        </p:nvSpPr>
        <p:spPr>
          <a:xfrm>
            <a:off x="280551" y="343982"/>
            <a:ext cx="2788025" cy="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772E"/>
              </a:buClr>
              <a:buSzPts val="1800"/>
              <a:buFont typeface="Lato"/>
              <a:buNone/>
              <a:defRPr sz="18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ctr"/>
            <a:r>
              <a:rPr lang="ar-LB" sz="2400" b="1" dirty="0">
                <a:solidFill>
                  <a:schemeClr val="bg2">
                    <a:lumMod val="50000"/>
                  </a:schemeClr>
                </a:solidFill>
              </a:rPr>
              <a:t>مخطط الصفوف</a:t>
            </a:r>
          </a:p>
        </p:txBody>
      </p:sp>
      <p:pic>
        <p:nvPicPr>
          <p:cNvPr id="5" name="Picture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5EA5CEFF-9B1F-8AE9-B9C4-017D818D2B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475" r="53055"/>
          <a:stretch>
            <a:fillRect/>
          </a:stretch>
        </p:blipFill>
        <p:spPr>
          <a:xfrm>
            <a:off x="2339159" y="90978"/>
            <a:ext cx="5403726" cy="487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729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28C32518-6629-86B1-121F-9FE6BF4955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99" t="75181" r="47000"/>
          <a:stretch>
            <a:fillRect/>
          </a:stretch>
        </p:blipFill>
        <p:spPr>
          <a:xfrm>
            <a:off x="1531344" y="60862"/>
            <a:ext cx="6544020" cy="5021775"/>
          </a:xfrm>
          <a:prstGeom prst="rect">
            <a:avLst/>
          </a:prstGeom>
        </p:spPr>
      </p:pic>
      <p:sp>
        <p:nvSpPr>
          <p:cNvPr id="30" name="Google Shape;302;p35">
            <a:extLst>
              <a:ext uri="{FF2B5EF4-FFF2-40B4-BE49-F238E27FC236}">
                <a16:creationId xmlns:a16="http://schemas.microsoft.com/office/drawing/2014/main" id="{16F79691-17AB-DABB-ADBE-15EE4B612CAE}"/>
              </a:ext>
            </a:extLst>
          </p:cNvPr>
          <p:cNvSpPr txBox="1">
            <a:spLocks/>
          </p:cNvSpPr>
          <p:nvPr/>
        </p:nvSpPr>
        <p:spPr>
          <a:xfrm>
            <a:off x="276500" y="673953"/>
            <a:ext cx="2509687" cy="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772E"/>
              </a:buClr>
              <a:buSzPts val="1800"/>
              <a:buFont typeface="Lato"/>
              <a:buNone/>
              <a:defRPr sz="18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ctr"/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ERD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4">
          <a:extLst>
            <a:ext uri="{FF2B5EF4-FFF2-40B4-BE49-F238E27FC236}">
              <a16:creationId xmlns:a16="http://schemas.microsoft.com/office/drawing/2014/main" id="{D3898493-2183-D454-9FBB-062C58DE3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TextBox 1354">
            <a:extLst>
              <a:ext uri="{FF2B5EF4-FFF2-40B4-BE49-F238E27FC236}">
                <a16:creationId xmlns:a16="http://schemas.microsoft.com/office/drawing/2014/main" id="{E142A99F-5103-EB1F-CDA1-77882420C9D0}"/>
              </a:ext>
            </a:extLst>
          </p:cNvPr>
          <p:cNvSpPr txBox="1"/>
          <p:nvPr/>
        </p:nvSpPr>
        <p:spPr>
          <a:xfrm>
            <a:off x="3530689" y="281106"/>
            <a:ext cx="20826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en-US" sz="3600" b="1" dirty="0">
                <a:solidFill>
                  <a:schemeClr val="bg2">
                    <a:lumMod val="50000"/>
                  </a:schemeClr>
                </a:solidFill>
              </a:rPr>
              <a:t>Site Map</a:t>
            </a:r>
            <a:endParaRPr lang="en-GB" sz="3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" name="Picture 2" descr="A black background with white squares&#10;&#10;AI-generated content may be incorrect.">
            <a:extLst>
              <a:ext uri="{FF2B5EF4-FFF2-40B4-BE49-F238E27FC236}">
                <a16:creationId xmlns:a16="http://schemas.microsoft.com/office/drawing/2014/main" id="{FA68010A-50E1-2CE3-0B9E-4E3007F4A7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415" r="44300" b="48380"/>
          <a:stretch>
            <a:fillRect/>
          </a:stretch>
        </p:blipFill>
        <p:spPr>
          <a:xfrm>
            <a:off x="1006246" y="826264"/>
            <a:ext cx="7569294" cy="403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765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4" name="Google Shape;1804;p51"/>
          <p:cNvGrpSpPr/>
          <p:nvPr/>
        </p:nvGrpSpPr>
        <p:grpSpPr>
          <a:xfrm>
            <a:off x="100145" y="1085707"/>
            <a:ext cx="2238206" cy="3010265"/>
            <a:chOff x="-153246" y="1085707"/>
            <a:chExt cx="2238206" cy="3010265"/>
          </a:xfrm>
        </p:grpSpPr>
        <p:grpSp>
          <p:nvGrpSpPr>
            <p:cNvPr id="1805" name="Google Shape;1805;p51"/>
            <p:cNvGrpSpPr/>
            <p:nvPr/>
          </p:nvGrpSpPr>
          <p:grpSpPr>
            <a:xfrm rot="253306">
              <a:off x="-73301" y="1256467"/>
              <a:ext cx="2078316" cy="2248512"/>
              <a:chOff x="337822" y="939600"/>
              <a:chExt cx="2113252" cy="2286308"/>
            </a:xfrm>
          </p:grpSpPr>
          <p:sp>
            <p:nvSpPr>
              <p:cNvPr id="1806" name="Google Shape;1806;p51"/>
              <p:cNvSpPr/>
              <p:nvPr/>
            </p:nvSpPr>
            <p:spPr>
              <a:xfrm>
                <a:off x="1019459" y="1407363"/>
                <a:ext cx="1431615" cy="1818545"/>
              </a:xfrm>
              <a:custGeom>
                <a:avLst/>
                <a:gdLst/>
                <a:ahLst/>
                <a:cxnLst/>
                <a:rect l="l" t="t" r="r" b="b"/>
                <a:pathLst>
                  <a:path w="687450" h="873251" extrusionOk="0">
                    <a:moveTo>
                      <a:pt x="687451" y="873252"/>
                    </a:moveTo>
                    <a:lnTo>
                      <a:pt x="0" y="873252"/>
                    </a:lnTo>
                    <a:lnTo>
                      <a:pt x="0" y="0"/>
                    </a:lnTo>
                    <a:lnTo>
                      <a:pt x="472631" y="0"/>
                    </a:lnTo>
                    <a:cubicBezTo>
                      <a:pt x="522669" y="0"/>
                      <a:pt x="568516" y="27877"/>
                      <a:pt x="591566" y="72199"/>
                    </a:cubicBezTo>
                    <a:lnTo>
                      <a:pt x="687451" y="256730"/>
                    </a:lnTo>
                    <a:lnTo>
                      <a:pt x="687451" y="873252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807" name="Google Shape;1807;p51"/>
              <p:cNvGrpSpPr/>
              <p:nvPr/>
            </p:nvGrpSpPr>
            <p:grpSpPr>
              <a:xfrm>
                <a:off x="1170926" y="1873682"/>
                <a:ext cx="1127852" cy="1110932"/>
                <a:chOff x="2934017" y="2619755"/>
                <a:chExt cx="541846" cy="533717"/>
              </a:xfrm>
            </p:grpSpPr>
            <p:grpSp>
              <p:nvGrpSpPr>
                <p:cNvPr id="1808" name="Google Shape;1808;p51"/>
                <p:cNvGrpSpPr/>
                <p:nvPr/>
              </p:nvGrpSpPr>
              <p:grpSpPr>
                <a:xfrm>
                  <a:off x="2934017" y="2619755"/>
                  <a:ext cx="541846" cy="237490"/>
                  <a:chOff x="2934017" y="2619755"/>
                  <a:chExt cx="541846" cy="237490"/>
                </a:xfrm>
              </p:grpSpPr>
              <p:sp>
                <p:nvSpPr>
                  <p:cNvPr id="1809" name="Google Shape;1809;p51"/>
                  <p:cNvSpPr/>
                  <p:nvPr/>
                </p:nvSpPr>
                <p:spPr>
                  <a:xfrm>
                    <a:off x="2934080" y="2619755"/>
                    <a:ext cx="330961" cy="361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0961" h="36195" extrusionOk="0">
                        <a:moveTo>
                          <a:pt x="312864" y="36195"/>
                        </a:moveTo>
                        <a:lnTo>
                          <a:pt x="18098" y="36195"/>
                        </a:lnTo>
                        <a:cubicBezTo>
                          <a:pt x="8064" y="36195"/>
                          <a:pt x="0" y="28067"/>
                          <a:pt x="0" y="18098"/>
                        </a:cubicBezTo>
                        <a:lnTo>
                          <a:pt x="0" y="18098"/>
                        </a:lnTo>
                        <a:cubicBezTo>
                          <a:pt x="0" y="8064"/>
                          <a:pt x="8128" y="0"/>
                          <a:pt x="18098" y="0"/>
                        </a:cubicBezTo>
                        <a:lnTo>
                          <a:pt x="312864" y="0"/>
                        </a:lnTo>
                        <a:cubicBezTo>
                          <a:pt x="322897" y="0"/>
                          <a:pt x="330962" y="8128"/>
                          <a:pt x="330962" y="18098"/>
                        </a:cubicBezTo>
                        <a:lnTo>
                          <a:pt x="330962" y="18098"/>
                        </a:lnTo>
                        <a:cubicBezTo>
                          <a:pt x="330962" y="28067"/>
                          <a:pt x="322834" y="36195"/>
                          <a:pt x="312864" y="36195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10" name="Google Shape;1810;p51"/>
                  <p:cNvSpPr/>
                  <p:nvPr/>
                </p:nvSpPr>
                <p:spPr>
                  <a:xfrm>
                    <a:off x="2934017" y="2695448"/>
                    <a:ext cx="541846" cy="125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1846" h="12572" extrusionOk="0">
                        <a:moveTo>
                          <a:pt x="535940" y="12573"/>
                        </a:moveTo>
                        <a:lnTo>
                          <a:pt x="5906" y="12573"/>
                        </a:lnTo>
                        <a:cubicBezTo>
                          <a:pt x="2604" y="12573"/>
                          <a:pt x="0" y="9906"/>
                          <a:pt x="0" y="6667"/>
                        </a:cubicBezTo>
                        <a:lnTo>
                          <a:pt x="0" y="5905"/>
                        </a:lnTo>
                        <a:cubicBezTo>
                          <a:pt x="0" y="2604"/>
                          <a:pt x="2667" y="0"/>
                          <a:pt x="5906" y="0"/>
                        </a:cubicBezTo>
                        <a:lnTo>
                          <a:pt x="535940" y="0"/>
                        </a:lnTo>
                        <a:cubicBezTo>
                          <a:pt x="539242" y="0"/>
                          <a:pt x="541846" y="2667"/>
                          <a:pt x="541846" y="5905"/>
                        </a:cubicBezTo>
                        <a:lnTo>
                          <a:pt x="541846" y="6667"/>
                        </a:lnTo>
                        <a:cubicBezTo>
                          <a:pt x="541909" y="9969"/>
                          <a:pt x="539242" y="12573"/>
                          <a:pt x="535940" y="125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11" name="Google Shape;1811;p51"/>
                  <p:cNvSpPr/>
                  <p:nvPr/>
                </p:nvSpPr>
                <p:spPr>
                  <a:xfrm>
                    <a:off x="2934017" y="2745232"/>
                    <a:ext cx="541846" cy="125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1846" h="12572" extrusionOk="0">
                        <a:moveTo>
                          <a:pt x="535940" y="12573"/>
                        </a:moveTo>
                        <a:lnTo>
                          <a:pt x="5906" y="12573"/>
                        </a:lnTo>
                        <a:cubicBezTo>
                          <a:pt x="2604" y="12573"/>
                          <a:pt x="0" y="9906"/>
                          <a:pt x="0" y="6667"/>
                        </a:cubicBezTo>
                        <a:lnTo>
                          <a:pt x="0" y="5905"/>
                        </a:lnTo>
                        <a:cubicBezTo>
                          <a:pt x="0" y="2604"/>
                          <a:pt x="2667" y="0"/>
                          <a:pt x="5906" y="0"/>
                        </a:cubicBezTo>
                        <a:lnTo>
                          <a:pt x="535940" y="0"/>
                        </a:lnTo>
                        <a:cubicBezTo>
                          <a:pt x="539242" y="0"/>
                          <a:pt x="541846" y="2667"/>
                          <a:pt x="541846" y="5905"/>
                        </a:cubicBezTo>
                        <a:lnTo>
                          <a:pt x="541846" y="6667"/>
                        </a:lnTo>
                        <a:cubicBezTo>
                          <a:pt x="541909" y="9906"/>
                          <a:pt x="539242" y="12573"/>
                          <a:pt x="535940" y="125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12" name="Google Shape;1812;p51"/>
                  <p:cNvSpPr/>
                  <p:nvPr/>
                </p:nvSpPr>
                <p:spPr>
                  <a:xfrm>
                    <a:off x="2934017" y="2794952"/>
                    <a:ext cx="541846" cy="12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1846" h="12573" extrusionOk="0">
                        <a:moveTo>
                          <a:pt x="535940" y="12573"/>
                        </a:moveTo>
                        <a:lnTo>
                          <a:pt x="5906" y="12573"/>
                        </a:lnTo>
                        <a:cubicBezTo>
                          <a:pt x="2604" y="12573"/>
                          <a:pt x="0" y="9906"/>
                          <a:pt x="0" y="6668"/>
                        </a:cubicBezTo>
                        <a:lnTo>
                          <a:pt x="0" y="5905"/>
                        </a:lnTo>
                        <a:cubicBezTo>
                          <a:pt x="0" y="2604"/>
                          <a:pt x="2667" y="0"/>
                          <a:pt x="5906" y="0"/>
                        </a:cubicBezTo>
                        <a:lnTo>
                          <a:pt x="535940" y="0"/>
                        </a:lnTo>
                        <a:cubicBezTo>
                          <a:pt x="539242" y="0"/>
                          <a:pt x="541846" y="2667"/>
                          <a:pt x="541846" y="5905"/>
                        </a:cubicBezTo>
                        <a:lnTo>
                          <a:pt x="541846" y="6668"/>
                        </a:lnTo>
                        <a:cubicBezTo>
                          <a:pt x="541909" y="9906"/>
                          <a:pt x="539242" y="12573"/>
                          <a:pt x="535940" y="125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13" name="Google Shape;1813;p51"/>
                  <p:cNvSpPr/>
                  <p:nvPr/>
                </p:nvSpPr>
                <p:spPr>
                  <a:xfrm>
                    <a:off x="2934017" y="2844673"/>
                    <a:ext cx="225743" cy="125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5743" h="12572" extrusionOk="0">
                        <a:moveTo>
                          <a:pt x="219837" y="12573"/>
                        </a:moveTo>
                        <a:lnTo>
                          <a:pt x="5906" y="12573"/>
                        </a:lnTo>
                        <a:cubicBezTo>
                          <a:pt x="2604" y="12573"/>
                          <a:pt x="0" y="9906"/>
                          <a:pt x="0" y="6667"/>
                        </a:cubicBezTo>
                        <a:lnTo>
                          <a:pt x="0" y="5905"/>
                        </a:lnTo>
                        <a:cubicBezTo>
                          <a:pt x="0" y="2604"/>
                          <a:pt x="2667" y="0"/>
                          <a:pt x="5906" y="0"/>
                        </a:cubicBezTo>
                        <a:lnTo>
                          <a:pt x="219837" y="0"/>
                        </a:lnTo>
                        <a:cubicBezTo>
                          <a:pt x="223139" y="0"/>
                          <a:pt x="225743" y="2667"/>
                          <a:pt x="225743" y="5905"/>
                        </a:cubicBezTo>
                        <a:lnTo>
                          <a:pt x="225743" y="6667"/>
                        </a:lnTo>
                        <a:cubicBezTo>
                          <a:pt x="225806" y="9906"/>
                          <a:pt x="223139" y="12573"/>
                          <a:pt x="219837" y="125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814" name="Google Shape;1814;p51"/>
                <p:cNvGrpSpPr/>
                <p:nvPr/>
              </p:nvGrpSpPr>
              <p:grpSpPr>
                <a:xfrm>
                  <a:off x="2934017" y="2915983"/>
                  <a:ext cx="541846" cy="237489"/>
                  <a:chOff x="2934017" y="2915983"/>
                  <a:chExt cx="541846" cy="237489"/>
                </a:xfrm>
              </p:grpSpPr>
              <p:sp>
                <p:nvSpPr>
                  <p:cNvPr id="1815" name="Google Shape;1815;p51"/>
                  <p:cNvSpPr/>
                  <p:nvPr/>
                </p:nvSpPr>
                <p:spPr>
                  <a:xfrm>
                    <a:off x="2934080" y="2915983"/>
                    <a:ext cx="330961" cy="361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0961" h="36195" extrusionOk="0">
                        <a:moveTo>
                          <a:pt x="312864" y="36195"/>
                        </a:moveTo>
                        <a:lnTo>
                          <a:pt x="18098" y="36195"/>
                        </a:lnTo>
                        <a:cubicBezTo>
                          <a:pt x="8064" y="36195"/>
                          <a:pt x="0" y="28067"/>
                          <a:pt x="0" y="18098"/>
                        </a:cubicBezTo>
                        <a:lnTo>
                          <a:pt x="0" y="18098"/>
                        </a:lnTo>
                        <a:cubicBezTo>
                          <a:pt x="0" y="8065"/>
                          <a:pt x="8128" y="0"/>
                          <a:pt x="18098" y="0"/>
                        </a:cubicBezTo>
                        <a:lnTo>
                          <a:pt x="312864" y="0"/>
                        </a:lnTo>
                        <a:cubicBezTo>
                          <a:pt x="322897" y="0"/>
                          <a:pt x="330962" y="8128"/>
                          <a:pt x="330962" y="18098"/>
                        </a:cubicBezTo>
                        <a:lnTo>
                          <a:pt x="330962" y="18098"/>
                        </a:lnTo>
                        <a:cubicBezTo>
                          <a:pt x="330962" y="28131"/>
                          <a:pt x="322834" y="36195"/>
                          <a:pt x="312864" y="36195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16" name="Google Shape;1816;p51"/>
                  <p:cNvSpPr/>
                  <p:nvPr/>
                </p:nvSpPr>
                <p:spPr>
                  <a:xfrm>
                    <a:off x="2934017" y="2991739"/>
                    <a:ext cx="541846" cy="125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1846" h="12572" extrusionOk="0">
                        <a:moveTo>
                          <a:pt x="535940" y="12573"/>
                        </a:moveTo>
                        <a:lnTo>
                          <a:pt x="5906" y="12573"/>
                        </a:lnTo>
                        <a:cubicBezTo>
                          <a:pt x="2604" y="12573"/>
                          <a:pt x="0" y="9906"/>
                          <a:pt x="0" y="6667"/>
                        </a:cubicBezTo>
                        <a:lnTo>
                          <a:pt x="0" y="5905"/>
                        </a:lnTo>
                        <a:cubicBezTo>
                          <a:pt x="0" y="2603"/>
                          <a:pt x="2667" y="0"/>
                          <a:pt x="5906" y="0"/>
                        </a:cubicBezTo>
                        <a:lnTo>
                          <a:pt x="535940" y="0"/>
                        </a:lnTo>
                        <a:cubicBezTo>
                          <a:pt x="539242" y="0"/>
                          <a:pt x="541846" y="2667"/>
                          <a:pt x="541846" y="5905"/>
                        </a:cubicBezTo>
                        <a:lnTo>
                          <a:pt x="541846" y="6667"/>
                        </a:lnTo>
                        <a:cubicBezTo>
                          <a:pt x="541909" y="9906"/>
                          <a:pt x="539242" y="12573"/>
                          <a:pt x="535940" y="125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17" name="Google Shape;1817;p51"/>
                  <p:cNvSpPr/>
                  <p:nvPr/>
                </p:nvSpPr>
                <p:spPr>
                  <a:xfrm>
                    <a:off x="2934017" y="3041459"/>
                    <a:ext cx="541846" cy="12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1846" h="12573" extrusionOk="0">
                        <a:moveTo>
                          <a:pt x="535940" y="12573"/>
                        </a:moveTo>
                        <a:lnTo>
                          <a:pt x="5906" y="12573"/>
                        </a:lnTo>
                        <a:cubicBezTo>
                          <a:pt x="2604" y="12573"/>
                          <a:pt x="0" y="9906"/>
                          <a:pt x="0" y="6667"/>
                        </a:cubicBezTo>
                        <a:lnTo>
                          <a:pt x="0" y="5905"/>
                        </a:lnTo>
                        <a:cubicBezTo>
                          <a:pt x="0" y="2604"/>
                          <a:pt x="2667" y="0"/>
                          <a:pt x="5906" y="0"/>
                        </a:cubicBezTo>
                        <a:lnTo>
                          <a:pt x="535940" y="0"/>
                        </a:lnTo>
                        <a:cubicBezTo>
                          <a:pt x="539242" y="0"/>
                          <a:pt x="541846" y="2667"/>
                          <a:pt x="541846" y="5905"/>
                        </a:cubicBezTo>
                        <a:lnTo>
                          <a:pt x="541846" y="6667"/>
                        </a:lnTo>
                        <a:cubicBezTo>
                          <a:pt x="541909" y="9906"/>
                          <a:pt x="539242" y="12573"/>
                          <a:pt x="535940" y="125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18" name="Google Shape;1818;p51"/>
                  <p:cNvSpPr/>
                  <p:nvPr/>
                </p:nvSpPr>
                <p:spPr>
                  <a:xfrm>
                    <a:off x="2934017" y="3091179"/>
                    <a:ext cx="541846" cy="12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1846" h="12573" extrusionOk="0">
                        <a:moveTo>
                          <a:pt x="535940" y="12573"/>
                        </a:moveTo>
                        <a:lnTo>
                          <a:pt x="5906" y="12573"/>
                        </a:lnTo>
                        <a:cubicBezTo>
                          <a:pt x="2604" y="12573"/>
                          <a:pt x="0" y="9906"/>
                          <a:pt x="0" y="6668"/>
                        </a:cubicBezTo>
                        <a:lnTo>
                          <a:pt x="0" y="5906"/>
                        </a:lnTo>
                        <a:cubicBezTo>
                          <a:pt x="0" y="2604"/>
                          <a:pt x="2667" y="0"/>
                          <a:pt x="5906" y="0"/>
                        </a:cubicBezTo>
                        <a:lnTo>
                          <a:pt x="535940" y="0"/>
                        </a:lnTo>
                        <a:cubicBezTo>
                          <a:pt x="539242" y="0"/>
                          <a:pt x="541846" y="2667"/>
                          <a:pt x="541846" y="5906"/>
                        </a:cubicBezTo>
                        <a:lnTo>
                          <a:pt x="541846" y="6668"/>
                        </a:lnTo>
                        <a:cubicBezTo>
                          <a:pt x="541909" y="9906"/>
                          <a:pt x="539242" y="12573"/>
                          <a:pt x="535940" y="125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19" name="Google Shape;1819;p51"/>
                  <p:cNvSpPr/>
                  <p:nvPr/>
                </p:nvSpPr>
                <p:spPr>
                  <a:xfrm>
                    <a:off x="2934017" y="3140900"/>
                    <a:ext cx="225743" cy="125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5743" h="12572" extrusionOk="0">
                        <a:moveTo>
                          <a:pt x="219837" y="12573"/>
                        </a:moveTo>
                        <a:lnTo>
                          <a:pt x="5906" y="12573"/>
                        </a:lnTo>
                        <a:cubicBezTo>
                          <a:pt x="2604" y="12573"/>
                          <a:pt x="0" y="9906"/>
                          <a:pt x="0" y="6667"/>
                        </a:cubicBezTo>
                        <a:lnTo>
                          <a:pt x="0" y="5905"/>
                        </a:lnTo>
                        <a:cubicBezTo>
                          <a:pt x="0" y="2604"/>
                          <a:pt x="2667" y="0"/>
                          <a:pt x="5906" y="0"/>
                        </a:cubicBezTo>
                        <a:lnTo>
                          <a:pt x="219837" y="0"/>
                        </a:lnTo>
                        <a:cubicBezTo>
                          <a:pt x="223139" y="0"/>
                          <a:pt x="225743" y="2667"/>
                          <a:pt x="225743" y="5905"/>
                        </a:cubicBezTo>
                        <a:lnTo>
                          <a:pt x="225743" y="6667"/>
                        </a:lnTo>
                        <a:cubicBezTo>
                          <a:pt x="225806" y="9906"/>
                          <a:pt x="223139" y="12573"/>
                          <a:pt x="219837" y="1257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1820" name="Google Shape;1820;p51"/>
              <p:cNvGrpSpPr/>
              <p:nvPr/>
            </p:nvGrpSpPr>
            <p:grpSpPr>
              <a:xfrm>
                <a:off x="337822" y="939600"/>
                <a:ext cx="1134463" cy="1096592"/>
                <a:chOff x="2533775" y="2171001"/>
                <a:chExt cx="545022" cy="526828"/>
              </a:xfrm>
            </p:grpSpPr>
            <p:sp>
              <p:nvSpPr>
                <p:cNvPr id="1821" name="Google Shape;1821;p51"/>
                <p:cNvSpPr/>
                <p:nvPr/>
              </p:nvSpPr>
              <p:spPr>
                <a:xfrm>
                  <a:off x="2533775" y="2541623"/>
                  <a:ext cx="161228" cy="1562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228" h="156206" extrusionOk="0">
                      <a:moveTo>
                        <a:pt x="148972" y="13426"/>
                      </a:moveTo>
                      <a:cubicBezTo>
                        <a:pt x="139257" y="3202"/>
                        <a:pt x="128589" y="-2386"/>
                        <a:pt x="125033" y="980"/>
                      </a:cubicBezTo>
                      <a:lnTo>
                        <a:pt x="1144" y="118137"/>
                      </a:lnTo>
                      <a:cubicBezTo>
                        <a:pt x="-2412" y="121503"/>
                        <a:pt x="2605" y="132488"/>
                        <a:pt x="12257" y="142775"/>
                      </a:cubicBezTo>
                      <a:cubicBezTo>
                        <a:pt x="21909" y="153062"/>
                        <a:pt x="32640" y="158587"/>
                        <a:pt x="36196" y="155221"/>
                      </a:cubicBezTo>
                      <a:lnTo>
                        <a:pt x="160085" y="38064"/>
                      </a:lnTo>
                      <a:cubicBezTo>
                        <a:pt x="163641" y="34698"/>
                        <a:pt x="158624" y="23649"/>
                        <a:pt x="148972" y="1342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22" name="Google Shape;1822;p51"/>
                <p:cNvSpPr/>
                <p:nvPr/>
              </p:nvSpPr>
              <p:spPr>
                <a:xfrm>
                  <a:off x="2660996" y="2430907"/>
                  <a:ext cx="151418" cy="1460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418" h="146069" extrusionOk="0">
                      <a:moveTo>
                        <a:pt x="125193" y="0"/>
                      </a:moveTo>
                      <a:lnTo>
                        <a:pt x="860" y="117602"/>
                      </a:lnTo>
                      <a:cubicBezTo>
                        <a:pt x="-1807" y="120079"/>
                        <a:pt x="1940" y="128333"/>
                        <a:pt x="9179" y="136017"/>
                      </a:cubicBezTo>
                      <a:cubicBezTo>
                        <a:pt x="16418" y="143701"/>
                        <a:pt x="24419" y="147828"/>
                        <a:pt x="27086" y="145351"/>
                      </a:cubicBezTo>
                      <a:lnTo>
                        <a:pt x="151419" y="27749"/>
                      </a:lnTo>
                      <a:lnTo>
                        <a:pt x="12519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23" name="Google Shape;1823;p51"/>
                <p:cNvSpPr/>
                <p:nvPr/>
              </p:nvSpPr>
              <p:spPr>
                <a:xfrm>
                  <a:off x="2735389" y="2430907"/>
                  <a:ext cx="77089" cy="67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89" h="67119" extrusionOk="0">
                      <a:moveTo>
                        <a:pt x="0" y="48070"/>
                      </a:moveTo>
                      <a:cubicBezTo>
                        <a:pt x="11176" y="55943"/>
                        <a:pt x="23051" y="62166"/>
                        <a:pt x="35433" y="67120"/>
                      </a:cubicBezTo>
                      <a:lnTo>
                        <a:pt x="77089" y="27749"/>
                      </a:lnTo>
                      <a:lnTo>
                        <a:pt x="50864" y="0"/>
                      </a:lnTo>
                      <a:lnTo>
                        <a:pt x="0" y="4807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24" name="Google Shape;1824;p51"/>
                <p:cNvSpPr/>
                <p:nvPr/>
              </p:nvSpPr>
              <p:spPr>
                <a:xfrm>
                  <a:off x="2728785" y="2171001"/>
                  <a:ext cx="350012" cy="35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012" h="350012" extrusionOk="0">
                      <a:moveTo>
                        <a:pt x="350012" y="175006"/>
                      </a:moveTo>
                      <a:cubicBezTo>
                        <a:pt x="350012" y="271659"/>
                        <a:pt x="271659" y="350012"/>
                        <a:pt x="175006" y="350012"/>
                      </a:cubicBezTo>
                      <a:cubicBezTo>
                        <a:pt x="78353" y="350012"/>
                        <a:pt x="0" y="271659"/>
                        <a:pt x="0" y="175006"/>
                      </a:cubicBezTo>
                      <a:cubicBezTo>
                        <a:pt x="0" y="78353"/>
                        <a:pt x="78353" y="0"/>
                        <a:pt x="175006" y="0"/>
                      </a:cubicBezTo>
                      <a:cubicBezTo>
                        <a:pt x="271659" y="0"/>
                        <a:pt x="350012" y="78353"/>
                        <a:pt x="350012" y="17500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25" name="Google Shape;1825;p51"/>
                <p:cNvSpPr/>
                <p:nvPr/>
              </p:nvSpPr>
              <p:spPr>
                <a:xfrm>
                  <a:off x="2754249" y="2196465"/>
                  <a:ext cx="299085" cy="2990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085" h="299085" extrusionOk="0">
                      <a:moveTo>
                        <a:pt x="299085" y="149543"/>
                      </a:moveTo>
                      <a:cubicBezTo>
                        <a:pt x="299085" y="232133"/>
                        <a:pt x="232132" y="299085"/>
                        <a:pt x="149543" y="299085"/>
                      </a:cubicBezTo>
                      <a:cubicBezTo>
                        <a:pt x="66952" y="299085"/>
                        <a:pt x="0" y="232133"/>
                        <a:pt x="0" y="149543"/>
                      </a:cubicBezTo>
                      <a:cubicBezTo>
                        <a:pt x="0" y="66952"/>
                        <a:pt x="66953" y="0"/>
                        <a:pt x="149543" y="0"/>
                      </a:cubicBezTo>
                      <a:cubicBezTo>
                        <a:pt x="232133" y="0"/>
                        <a:pt x="299085" y="66953"/>
                        <a:pt x="299085" y="14954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26" name="Google Shape;1826;p51"/>
                <p:cNvSpPr/>
                <p:nvPr/>
              </p:nvSpPr>
              <p:spPr>
                <a:xfrm>
                  <a:off x="2810847" y="2215142"/>
                  <a:ext cx="180084" cy="525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084" h="52569" extrusionOk="0">
                      <a:moveTo>
                        <a:pt x="9696" y="52569"/>
                      </a:moveTo>
                      <a:cubicBezTo>
                        <a:pt x="7092" y="52569"/>
                        <a:pt x="4552" y="51553"/>
                        <a:pt x="2647" y="49521"/>
                      </a:cubicBezTo>
                      <a:cubicBezTo>
                        <a:pt x="-1036" y="45648"/>
                        <a:pt x="-845" y="39488"/>
                        <a:pt x="3028" y="35805"/>
                      </a:cubicBezTo>
                      <a:cubicBezTo>
                        <a:pt x="51098" y="-9661"/>
                        <a:pt x="125710" y="-12137"/>
                        <a:pt x="176574" y="30154"/>
                      </a:cubicBezTo>
                      <a:cubicBezTo>
                        <a:pt x="180701" y="33583"/>
                        <a:pt x="181273" y="39742"/>
                        <a:pt x="177844" y="43870"/>
                      </a:cubicBezTo>
                      <a:cubicBezTo>
                        <a:pt x="174415" y="47997"/>
                        <a:pt x="168255" y="48569"/>
                        <a:pt x="164128" y="45140"/>
                      </a:cubicBezTo>
                      <a:cubicBezTo>
                        <a:pt x="120884" y="9135"/>
                        <a:pt x="57384" y="11231"/>
                        <a:pt x="16427" y="49966"/>
                      </a:cubicBezTo>
                      <a:cubicBezTo>
                        <a:pt x="14458" y="51680"/>
                        <a:pt x="12045" y="52569"/>
                        <a:pt x="9696" y="5256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27" name="Google Shape;1827;p51"/>
                <p:cNvSpPr/>
                <p:nvPr/>
              </p:nvSpPr>
              <p:spPr>
                <a:xfrm>
                  <a:off x="2990028" y="2262318"/>
                  <a:ext cx="26008" cy="28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08" h="28888" extrusionOk="0">
                      <a:moveTo>
                        <a:pt x="16316" y="28889"/>
                      </a:moveTo>
                      <a:cubicBezTo>
                        <a:pt x="13077" y="28889"/>
                        <a:pt x="9902" y="27301"/>
                        <a:pt x="8061" y="24317"/>
                      </a:cubicBezTo>
                      <a:cubicBezTo>
                        <a:pt x="6219" y="21396"/>
                        <a:pt x="4187" y="18475"/>
                        <a:pt x="2028" y="15681"/>
                      </a:cubicBezTo>
                      <a:cubicBezTo>
                        <a:pt x="-1274" y="11426"/>
                        <a:pt x="-448" y="5330"/>
                        <a:pt x="3806" y="2028"/>
                      </a:cubicBezTo>
                      <a:cubicBezTo>
                        <a:pt x="8061" y="-1274"/>
                        <a:pt x="14157" y="-448"/>
                        <a:pt x="17459" y="3806"/>
                      </a:cubicBezTo>
                      <a:cubicBezTo>
                        <a:pt x="19999" y="7108"/>
                        <a:pt x="22348" y="10474"/>
                        <a:pt x="24507" y="13903"/>
                      </a:cubicBezTo>
                      <a:cubicBezTo>
                        <a:pt x="27365" y="18475"/>
                        <a:pt x="26031" y="24444"/>
                        <a:pt x="21459" y="27301"/>
                      </a:cubicBezTo>
                      <a:cubicBezTo>
                        <a:pt x="19872" y="28381"/>
                        <a:pt x="18094" y="28889"/>
                        <a:pt x="16316" y="2888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828" name="Google Shape;1828;p51"/>
              <p:cNvSpPr/>
              <p:nvPr/>
            </p:nvSpPr>
            <p:spPr>
              <a:xfrm>
                <a:off x="956939" y="1329116"/>
                <a:ext cx="413587" cy="247280"/>
              </a:xfrm>
              <a:custGeom>
                <a:avLst/>
                <a:gdLst/>
                <a:ahLst/>
                <a:cxnLst/>
                <a:rect l="l" t="t" r="r" b="b"/>
                <a:pathLst>
                  <a:path w="198601" h="118742" extrusionOk="0">
                    <a:moveTo>
                      <a:pt x="0" y="0"/>
                    </a:moveTo>
                    <a:lnTo>
                      <a:pt x="0" y="73660"/>
                    </a:lnTo>
                    <a:cubicBezTo>
                      <a:pt x="0" y="89218"/>
                      <a:pt x="9335" y="103442"/>
                      <a:pt x="23813" y="109284"/>
                    </a:cubicBezTo>
                    <a:cubicBezTo>
                      <a:pt x="69723" y="127762"/>
                      <a:pt x="124206" y="119253"/>
                      <a:pt x="162560" y="82995"/>
                    </a:cubicBezTo>
                    <a:cubicBezTo>
                      <a:pt x="179705" y="66802"/>
                      <a:pt x="191389" y="47054"/>
                      <a:pt x="197739" y="26035"/>
                    </a:cubicBezTo>
                    <a:cubicBezTo>
                      <a:pt x="201613" y="13081"/>
                      <a:pt x="191961" y="64"/>
                      <a:pt x="178435" y="64"/>
                    </a:cubicBezTo>
                    <a:lnTo>
                      <a:pt x="0" y="64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9" name="Google Shape;1829;p51"/>
              <p:cNvSpPr/>
              <p:nvPr/>
            </p:nvSpPr>
            <p:spPr>
              <a:xfrm>
                <a:off x="2003241" y="1407363"/>
                <a:ext cx="447363" cy="534774"/>
              </a:xfrm>
              <a:custGeom>
                <a:avLst/>
                <a:gdLst/>
                <a:ahLst/>
                <a:cxnLst/>
                <a:rect l="l" t="t" r="r" b="b"/>
                <a:pathLst>
                  <a:path w="214820" h="256794" extrusionOk="0">
                    <a:moveTo>
                      <a:pt x="0" y="0"/>
                    </a:moveTo>
                    <a:cubicBezTo>
                      <a:pt x="62357" y="0"/>
                      <a:pt x="107442" y="53911"/>
                      <a:pt x="47371" y="135382"/>
                    </a:cubicBezTo>
                    <a:lnTo>
                      <a:pt x="214820" y="256794"/>
                    </a:lnTo>
                    <a:lnTo>
                      <a:pt x="118935" y="72263"/>
                    </a:lnTo>
                    <a:cubicBezTo>
                      <a:pt x="95885" y="27813"/>
                      <a:pt x="50038" y="0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30" name="Google Shape;1830;p51"/>
            <p:cNvSpPr/>
            <p:nvPr/>
          </p:nvSpPr>
          <p:spPr>
            <a:xfrm>
              <a:off x="1513527" y="1085707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51"/>
            <p:cNvSpPr/>
            <p:nvPr/>
          </p:nvSpPr>
          <p:spPr>
            <a:xfrm>
              <a:off x="767940" y="3839032"/>
              <a:ext cx="217212" cy="256940"/>
            </a:xfrm>
            <a:custGeom>
              <a:avLst/>
              <a:gdLst/>
              <a:ahLst/>
              <a:cxnLst/>
              <a:rect l="l" t="t" r="r" b="b"/>
              <a:pathLst>
                <a:path w="161797" h="191389" extrusionOk="0">
                  <a:moveTo>
                    <a:pt x="159893" y="97885"/>
                  </a:moveTo>
                  <a:cubicBezTo>
                    <a:pt x="100584" y="106013"/>
                    <a:pt x="89789" y="118015"/>
                    <a:pt x="83122" y="189389"/>
                  </a:cubicBezTo>
                  <a:cubicBezTo>
                    <a:pt x="82867" y="192056"/>
                    <a:pt x="78931" y="192056"/>
                    <a:pt x="78676" y="189389"/>
                  </a:cubicBezTo>
                  <a:cubicBezTo>
                    <a:pt x="72009" y="118078"/>
                    <a:pt x="61214" y="106013"/>
                    <a:pt x="1905" y="97885"/>
                  </a:cubicBezTo>
                  <a:cubicBezTo>
                    <a:pt x="-635" y="97504"/>
                    <a:pt x="-635" y="93821"/>
                    <a:pt x="1905" y="93504"/>
                  </a:cubicBezTo>
                  <a:cubicBezTo>
                    <a:pt x="61214" y="85376"/>
                    <a:pt x="72009" y="73374"/>
                    <a:pt x="78676" y="2000"/>
                  </a:cubicBezTo>
                  <a:cubicBezTo>
                    <a:pt x="78931" y="-667"/>
                    <a:pt x="82867" y="-667"/>
                    <a:pt x="83122" y="2000"/>
                  </a:cubicBezTo>
                  <a:cubicBezTo>
                    <a:pt x="89789" y="73311"/>
                    <a:pt x="100584" y="85376"/>
                    <a:pt x="159893" y="93504"/>
                  </a:cubicBezTo>
                  <a:cubicBezTo>
                    <a:pt x="162433" y="93885"/>
                    <a:pt x="162433" y="97568"/>
                    <a:pt x="159893" y="978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AFFABDC-BF85-03D2-C9F7-8C9A9CC594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341342"/>
              </p:ext>
            </p:extLst>
          </p:nvPr>
        </p:nvGraphicFramePr>
        <p:xfrm>
          <a:off x="2722129" y="809988"/>
          <a:ext cx="4783292" cy="4069343"/>
        </p:xfrm>
        <a:graphic>
          <a:graphicData uri="http://schemas.openxmlformats.org/drawingml/2006/table">
            <a:tbl>
              <a:tblPr rtl="1">
                <a:tableStyleId>{8799B23B-EC83-4686-B30A-512413B5E67A}</a:tableStyleId>
              </a:tblPr>
              <a:tblGrid>
                <a:gridCol w="1731619">
                  <a:extLst>
                    <a:ext uri="{9D8B030D-6E8A-4147-A177-3AD203B41FA5}">
                      <a16:colId xmlns:a16="http://schemas.microsoft.com/office/drawing/2014/main" val="2783429418"/>
                    </a:ext>
                  </a:extLst>
                </a:gridCol>
                <a:gridCol w="3051673">
                  <a:extLst>
                    <a:ext uri="{9D8B030D-6E8A-4147-A177-3AD203B41FA5}">
                      <a16:colId xmlns:a16="http://schemas.microsoft.com/office/drawing/2014/main" val="3598851320"/>
                    </a:ext>
                  </a:extLst>
                </a:gridCol>
              </a:tblGrid>
              <a:tr h="456084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العنصر</a:t>
                      </a:r>
                      <a:endParaRPr lang="ar-LB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76" marR="5176" marT="5176" marB="0" anchor="ctr">
                    <a:solidFill>
                      <a:srgbClr val="91BDD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المحتوى</a:t>
                      </a:r>
                      <a:endParaRPr lang="ar-LB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76" marR="5176" marT="5176" marB="0" anchor="ctr">
                    <a:solidFill>
                      <a:srgbClr val="91BD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416279"/>
                  </a:ext>
                </a:extLst>
              </a:tr>
              <a:tr h="456084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400" b="1" u="none" strike="noStrike" dirty="0">
                          <a:effectLst/>
                        </a:rPr>
                        <a:t>اسم حالة الاختبار</a:t>
                      </a:r>
                      <a:endParaRPr lang="ar-LB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76" marR="5176" marT="5176" marB="0" anchor="ctr">
                    <a:solidFill>
                      <a:srgbClr val="91BDD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400" b="1" u="none" strike="noStrike" dirty="0">
                          <a:effectLst/>
                        </a:rPr>
                        <a:t>اختبار بحث عن مستخدم</a:t>
                      </a:r>
                      <a:endParaRPr lang="ar-LB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76" marR="5176" marT="5176" marB="0" anchor="ctr"/>
                </a:tc>
                <a:extLst>
                  <a:ext uri="{0D108BD9-81ED-4DB2-BD59-A6C34878D82A}">
                    <a16:rowId xmlns:a16="http://schemas.microsoft.com/office/drawing/2014/main" val="3546289671"/>
                  </a:ext>
                </a:extLst>
              </a:tr>
              <a:tr h="456084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400" b="1" u="none" strike="noStrike" dirty="0">
                          <a:effectLst/>
                        </a:rPr>
                        <a:t>رقم المتطلب</a:t>
                      </a:r>
                      <a:endParaRPr lang="ar-LB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76" marR="5176" marT="5176" marB="0" anchor="ctr">
                    <a:solidFill>
                      <a:srgbClr val="91BD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400" b="1" u="none" strike="noStrike">
                          <a:effectLst/>
                        </a:rPr>
                        <a:t>REQ-1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76" marR="5176" marT="5176" marB="0" anchor="ctr"/>
                </a:tc>
                <a:extLst>
                  <a:ext uri="{0D108BD9-81ED-4DB2-BD59-A6C34878D82A}">
                    <a16:rowId xmlns:a16="http://schemas.microsoft.com/office/drawing/2014/main" val="3226514049"/>
                  </a:ext>
                </a:extLst>
              </a:tr>
              <a:tr h="456084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400" b="1" u="none" strike="noStrike">
                          <a:effectLst/>
                        </a:rPr>
                        <a:t>العنوان</a:t>
                      </a:r>
                      <a:endParaRPr lang="ar-L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76" marR="5176" marT="5176" marB="0" anchor="ctr">
                    <a:solidFill>
                      <a:srgbClr val="91BDD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400" b="1" u="none" strike="noStrike">
                          <a:effectLst/>
                        </a:rPr>
                        <a:t>بحث عن مستخدم</a:t>
                      </a:r>
                      <a:endParaRPr lang="ar-L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76" marR="5176" marT="5176" marB="0" anchor="ctr"/>
                </a:tc>
                <a:extLst>
                  <a:ext uri="{0D108BD9-81ED-4DB2-BD59-A6C34878D82A}">
                    <a16:rowId xmlns:a16="http://schemas.microsoft.com/office/drawing/2014/main" val="2032054492"/>
                  </a:ext>
                </a:extLst>
              </a:tr>
              <a:tr h="407195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400" b="1" u="none" strike="noStrike">
                          <a:effectLst/>
                        </a:rPr>
                        <a:t>الوصف</a:t>
                      </a:r>
                      <a:endParaRPr lang="ar-L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76" marR="5176" marT="5176" marB="0" anchor="ctr">
                    <a:solidFill>
                      <a:srgbClr val="91BDD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400" b="1" u="none" strike="noStrike">
                          <a:effectLst/>
                        </a:rPr>
                        <a:t>التحقق من إمكانية البحث عن مستخدمين بناءً على معايير محددة</a:t>
                      </a:r>
                      <a:endParaRPr lang="ar-L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76" marR="5176" marT="5176" marB="0" anchor="ctr"/>
                </a:tc>
                <a:extLst>
                  <a:ext uri="{0D108BD9-81ED-4DB2-BD59-A6C34878D82A}">
                    <a16:rowId xmlns:a16="http://schemas.microsoft.com/office/drawing/2014/main" val="1800909891"/>
                  </a:ext>
                </a:extLst>
              </a:tr>
              <a:tr h="809511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400" b="1" u="none" strike="noStrike">
                          <a:effectLst/>
                        </a:rPr>
                        <a:t>خطوات الاختبار</a:t>
                      </a:r>
                      <a:endParaRPr lang="ar-L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76" marR="5176" marT="5176" marB="0" anchor="ctr">
                    <a:solidFill>
                      <a:srgbClr val="91BDD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400" b="1" u="none" strike="noStrike">
                          <a:effectLst/>
                        </a:rPr>
                        <a:t>1. تسجيل دخول كمدير</a:t>
                      </a:r>
                      <a:br>
                        <a:rPr lang="ar-LB" sz="1400" b="1" u="none" strike="noStrike">
                          <a:effectLst/>
                        </a:rPr>
                      </a:br>
                      <a:r>
                        <a:rPr lang="ar-LB" sz="1400" b="1" u="none" strike="noStrike">
                          <a:effectLst/>
                        </a:rPr>
                        <a:t> 2. الذهاب إلى صفحة البحث</a:t>
                      </a:r>
                      <a:br>
                        <a:rPr lang="ar-LB" sz="1400" b="1" u="none" strike="noStrike">
                          <a:effectLst/>
                        </a:rPr>
                      </a:br>
                      <a:r>
                        <a:rPr lang="ar-LB" sz="1400" b="1" u="none" strike="noStrike">
                          <a:effectLst/>
                        </a:rPr>
                        <a:t> 3. إدخال معيار (اسم/بريد)</a:t>
                      </a:r>
                      <a:br>
                        <a:rPr lang="ar-LB" sz="1400" b="1" u="none" strike="noStrike">
                          <a:effectLst/>
                        </a:rPr>
                      </a:br>
                      <a:r>
                        <a:rPr lang="ar-LB" sz="1400" b="1" u="none" strike="noStrike">
                          <a:effectLst/>
                        </a:rPr>
                        <a:t> 4. الضغط على بحث</a:t>
                      </a:r>
                      <a:endParaRPr lang="ar-L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76" marR="5176" marT="5176" marB="0" anchor="ctr"/>
                </a:tc>
                <a:extLst>
                  <a:ext uri="{0D108BD9-81ED-4DB2-BD59-A6C34878D82A}">
                    <a16:rowId xmlns:a16="http://schemas.microsoft.com/office/drawing/2014/main" val="3666376494"/>
                  </a:ext>
                </a:extLst>
              </a:tr>
              <a:tr h="407195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400" b="1" u="none" strike="noStrike">
                          <a:effectLst/>
                        </a:rPr>
                        <a:t>النتيجة المتوقعة</a:t>
                      </a:r>
                      <a:endParaRPr lang="ar-L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76" marR="5176" marT="5176" marB="0" anchor="ctr">
                    <a:solidFill>
                      <a:srgbClr val="91BDD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400" b="1" u="none" strike="noStrike">
                          <a:effectLst/>
                        </a:rPr>
                        <a:t>يعرض النظام قائمة بالمستخدمين المطابقين للمعيار</a:t>
                      </a:r>
                      <a:endParaRPr lang="ar-L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76" marR="5176" marT="5176" marB="0" anchor="ctr"/>
                </a:tc>
                <a:extLst>
                  <a:ext uri="{0D108BD9-81ED-4DB2-BD59-A6C34878D82A}">
                    <a16:rowId xmlns:a16="http://schemas.microsoft.com/office/drawing/2014/main" val="3880113953"/>
                  </a:ext>
                </a:extLst>
              </a:tr>
              <a:tr h="273650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400" b="1" u="none" strike="noStrike">
                          <a:effectLst/>
                        </a:rPr>
                        <a:t>النتيجة الفعلية</a:t>
                      </a:r>
                      <a:endParaRPr lang="ar-L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76" marR="5176" marT="5176" marB="0" anchor="ctr">
                    <a:solidFill>
                      <a:srgbClr val="91BDD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400" b="1" u="none" strike="noStrike">
                          <a:effectLst/>
                        </a:rPr>
                        <a:t>نجاح</a:t>
                      </a:r>
                      <a:endParaRPr lang="ar-L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76" marR="5176" marT="5176" marB="0" anchor="ctr"/>
                </a:tc>
                <a:extLst>
                  <a:ext uri="{0D108BD9-81ED-4DB2-BD59-A6C34878D82A}">
                    <a16:rowId xmlns:a16="http://schemas.microsoft.com/office/drawing/2014/main" val="402622670"/>
                  </a:ext>
                </a:extLst>
              </a:tr>
              <a:tr h="273650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400" b="1" u="none" strike="noStrike" dirty="0">
                          <a:effectLst/>
                        </a:rPr>
                        <a:t>الحالة</a:t>
                      </a:r>
                      <a:endParaRPr lang="ar-LB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76" marR="5176" marT="5176" marB="0" anchor="ctr">
                    <a:solidFill>
                      <a:srgbClr val="91BDD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LB" sz="1400" b="1" u="none" strike="noStrike" dirty="0">
                          <a:effectLst/>
                        </a:rPr>
                        <a:t>منفذ</a:t>
                      </a:r>
                      <a:endParaRPr lang="ar-LB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76" marR="5176" marT="5176" marB="0" anchor="ctr"/>
                </a:tc>
                <a:extLst>
                  <a:ext uri="{0D108BD9-81ED-4DB2-BD59-A6C34878D82A}">
                    <a16:rowId xmlns:a16="http://schemas.microsoft.com/office/drawing/2014/main" val="2115467569"/>
                  </a:ext>
                </a:extLst>
              </a:tr>
            </a:tbl>
          </a:graphicData>
        </a:graphic>
      </p:graphicFrame>
      <p:sp>
        <p:nvSpPr>
          <p:cNvPr id="15" name="Google Shape;302;p35">
            <a:extLst>
              <a:ext uri="{FF2B5EF4-FFF2-40B4-BE49-F238E27FC236}">
                <a16:creationId xmlns:a16="http://schemas.microsoft.com/office/drawing/2014/main" id="{7EDA8C63-5593-5F72-95AB-64759B71ADBB}"/>
              </a:ext>
            </a:extLst>
          </p:cNvPr>
          <p:cNvSpPr txBox="1">
            <a:spLocks/>
          </p:cNvSpPr>
          <p:nvPr/>
        </p:nvSpPr>
        <p:spPr>
          <a:xfrm>
            <a:off x="3317156" y="14777"/>
            <a:ext cx="2509687" cy="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772E"/>
              </a:buClr>
              <a:buSzPts val="1800"/>
              <a:buFont typeface="Lato"/>
              <a:buNone/>
              <a:defRPr sz="18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6F772E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6F772E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ctr"/>
            <a:r>
              <a:rPr lang="ar-LB" sz="2400" b="1" dirty="0">
                <a:solidFill>
                  <a:schemeClr val="bg2">
                    <a:lumMod val="50000"/>
                  </a:schemeClr>
                </a:solidFill>
              </a:rPr>
              <a:t>حالات الاختبار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5" name="Google Shape;2415;p70"/>
          <p:cNvGrpSpPr/>
          <p:nvPr/>
        </p:nvGrpSpPr>
        <p:grpSpPr>
          <a:xfrm>
            <a:off x="1875415" y="3028307"/>
            <a:ext cx="2267267" cy="1575496"/>
            <a:chOff x="37629" y="1438770"/>
            <a:chExt cx="5520495" cy="3836124"/>
          </a:xfrm>
        </p:grpSpPr>
        <p:sp>
          <p:nvSpPr>
            <p:cNvPr id="2416" name="Google Shape;2416;p70"/>
            <p:cNvSpPr/>
            <p:nvPr/>
          </p:nvSpPr>
          <p:spPr>
            <a:xfrm>
              <a:off x="247646" y="1464704"/>
              <a:ext cx="5310478" cy="3799936"/>
            </a:xfrm>
            <a:custGeom>
              <a:avLst/>
              <a:gdLst/>
              <a:ahLst/>
              <a:cxnLst/>
              <a:rect l="l" t="t" r="r" b="b"/>
              <a:pathLst>
                <a:path w="2267013" h="1622171" extrusionOk="0">
                  <a:moveTo>
                    <a:pt x="1818322" y="1622171"/>
                  </a:moveTo>
                  <a:lnTo>
                    <a:pt x="0" y="1622171"/>
                  </a:lnTo>
                  <a:lnTo>
                    <a:pt x="454787" y="37084"/>
                  </a:lnTo>
                  <a:cubicBezTo>
                    <a:pt x="461073" y="15113"/>
                    <a:pt x="481013" y="0"/>
                    <a:pt x="503619" y="0"/>
                  </a:cubicBezTo>
                  <a:lnTo>
                    <a:pt x="2216150" y="0"/>
                  </a:lnTo>
                  <a:cubicBezTo>
                    <a:pt x="2249996" y="0"/>
                    <a:pt x="2274380" y="32893"/>
                    <a:pt x="2264982" y="65786"/>
                  </a:cubicBezTo>
                  <a:lnTo>
                    <a:pt x="1818322" y="162217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7" name="Google Shape;2417;p70"/>
            <p:cNvSpPr/>
            <p:nvPr/>
          </p:nvSpPr>
          <p:spPr>
            <a:xfrm>
              <a:off x="2869752" y="1438770"/>
              <a:ext cx="643862" cy="293239"/>
            </a:xfrm>
            <a:custGeom>
              <a:avLst/>
              <a:gdLst/>
              <a:ahLst/>
              <a:cxnLst/>
              <a:rect l="l" t="t" r="r" b="b"/>
              <a:pathLst>
                <a:path w="274861" h="125182" extrusionOk="0">
                  <a:moveTo>
                    <a:pt x="44821" y="8088"/>
                  </a:moveTo>
                  <a:cubicBezTo>
                    <a:pt x="46472" y="8723"/>
                    <a:pt x="47298" y="10501"/>
                    <a:pt x="46726" y="12151"/>
                  </a:cubicBezTo>
                  <a:lnTo>
                    <a:pt x="6150" y="123086"/>
                  </a:lnTo>
                  <a:cubicBezTo>
                    <a:pt x="5705" y="124356"/>
                    <a:pt x="4499" y="125182"/>
                    <a:pt x="3165" y="125182"/>
                  </a:cubicBezTo>
                  <a:cubicBezTo>
                    <a:pt x="2784" y="125182"/>
                    <a:pt x="2403" y="125118"/>
                    <a:pt x="2086" y="124991"/>
                  </a:cubicBezTo>
                  <a:cubicBezTo>
                    <a:pt x="435" y="124356"/>
                    <a:pt x="-391" y="122578"/>
                    <a:pt x="181" y="120927"/>
                  </a:cubicBezTo>
                  <a:lnTo>
                    <a:pt x="40757" y="9992"/>
                  </a:lnTo>
                  <a:cubicBezTo>
                    <a:pt x="41392" y="8342"/>
                    <a:pt x="43170" y="7516"/>
                    <a:pt x="44821" y="8088"/>
                  </a:cubicBezTo>
                  <a:close/>
                  <a:moveTo>
                    <a:pt x="272776" y="180"/>
                  </a:moveTo>
                  <a:cubicBezTo>
                    <a:pt x="274427" y="815"/>
                    <a:pt x="275253" y="2593"/>
                    <a:pt x="274681" y="4243"/>
                  </a:cubicBezTo>
                  <a:lnTo>
                    <a:pt x="234104" y="115178"/>
                  </a:lnTo>
                  <a:cubicBezTo>
                    <a:pt x="233597" y="116448"/>
                    <a:pt x="232390" y="117274"/>
                    <a:pt x="231120" y="117274"/>
                  </a:cubicBezTo>
                  <a:cubicBezTo>
                    <a:pt x="230739" y="117274"/>
                    <a:pt x="230358" y="117210"/>
                    <a:pt x="230040" y="117083"/>
                  </a:cubicBezTo>
                  <a:cubicBezTo>
                    <a:pt x="228390" y="116448"/>
                    <a:pt x="227564" y="114670"/>
                    <a:pt x="228135" y="113019"/>
                  </a:cubicBezTo>
                  <a:lnTo>
                    <a:pt x="268712" y="2084"/>
                  </a:lnTo>
                  <a:cubicBezTo>
                    <a:pt x="269347" y="434"/>
                    <a:pt x="271125" y="-392"/>
                    <a:pt x="272776" y="1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8" name="Google Shape;2418;p70"/>
            <p:cNvSpPr/>
            <p:nvPr/>
          </p:nvSpPr>
          <p:spPr>
            <a:xfrm>
              <a:off x="37629" y="1534313"/>
              <a:ext cx="5292778" cy="3733444"/>
            </a:xfrm>
            <a:custGeom>
              <a:avLst/>
              <a:gdLst/>
              <a:ahLst/>
              <a:cxnLst/>
              <a:rect l="l" t="t" r="r" b="b"/>
              <a:pathLst>
                <a:path w="2259457" h="1593786" extrusionOk="0">
                  <a:moveTo>
                    <a:pt x="2259457" y="167830"/>
                  </a:moveTo>
                  <a:lnTo>
                    <a:pt x="1861693" y="1593787"/>
                  </a:lnTo>
                  <a:lnTo>
                    <a:pt x="0" y="1591056"/>
                  </a:lnTo>
                  <a:lnTo>
                    <a:pt x="441071" y="81153"/>
                  </a:lnTo>
                  <a:cubicBezTo>
                    <a:pt x="441071" y="81153"/>
                    <a:pt x="652145" y="25717"/>
                    <a:pt x="871347" y="25717"/>
                  </a:cubicBezTo>
                  <a:cubicBezTo>
                    <a:pt x="892556" y="25717"/>
                    <a:pt x="912622" y="25845"/>
                    <a:pt x="931608" y="26226"/>
                  </a:cubicBezTo>
                  <a:cubicBezTo>
                    <a:pt x="966724" y="26797"/>
                    <a:pt x="998220" y="28067"/>
                    <a:pt x="1027113" y="30226"/>
                  </a:cubicBezTo>
                  <a:cubicBezTo>
                    <a:pt x="1037336" y="31052"/>
                    <a:pt x="1047178" y="31940"/>
                    <a:pt x="1056767" y="32957"/>
                  </a:cubicBezTo>
                  <a:cubicBezTo>
                    <a:pt x="1101534" y="37719"/>
                    <a:pt x="1139571" y="45466"/>
                    <a:pt x="1174750" y="57531"/>
                  </a:cubicBezTo>
                  <a:cubicBezTo>
                    <a:pt x="1218247" y="72454"/>
                    <a:pt x="1257300" y="93853"/>
                    <a:pt x="1298829" y="124460"/>
                  </a:cubicBezTo>
                  <a:cubicBezTo>
                    <a:pt x="1423289" y="32448"/>
                    <a:pt x="1629854" y="0"/>
                    <a:pt x="1793113" y="0"/>
                  </a:cubicBezTo>
                  <a:cubicBezTo>
                    <a:pt x="1956371" y="0"/>
                    <a:pt x="2194496" y="62230"/>
                    <a:pt x="2194496" y="62230"/>
                  </a:cubicBezTo>
                  <a:lnTo>
                    <a:pt x="2259457" y="16783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9" name="Google Shape;2419;p70"/>
            <p:cNvSpPr/>
            <p:nvPr/>
          </p:nvSpPr>
          <p:spPr>
            <a:xfrm>
              <a:off x="294392" y="1463577"/>
              <a:ext cx="5192323" cy="3811317"/>
            </a:xfrm>
            <a:custGeom>
              <a:avLst/>
              <a:gdLst/>
              <a:ahLst/>
              <a:cxnLst/>
              <a:rect l="l" t="t" r="r" b="b"/>
              <a:pathLst>
                <a:path w="5192323" h="3811317" extrusionOk="0">
                  <a:moveTo>
                    <a:pt x="200602" y="3063768"/>
                  </a:moveTo>
                  <a:lnTo>
                    <a:pt x="1010921" y="3063768"/>
                  </a:lnTo>
                  <a:cubicBezTo>
                    <a:pt x="1015085" y="3063768"/>
                    <a:pt x="1018357" y="3067041"/>
                    <a:pt x="1018357" y="3071205"/>
                  </a:cubicBezTo>
                  <a:cubicBezTo>
                    <a:pt x="1018357" y="3075370"/>
                    <a:pt x="1015085" y="3078642"/>
                    <a:pt x="1010921" y="3078642"/>
                  </a:cubicBezTo>
                  <a:lnTo>
                    <a:pt x="200602" y="3078642"/>
                  </a:lnTo>
                  <a:cubicBezTo>
                    <a:pt x="196438" y="3078642"/>
                    <a:pt x="193165" y="3075370"/>
                    <a:pt x="193165" y="3071205"/>
                  </a:cubicBezTo>
                  <a:cubicBezTo>
                    <a:pt x="193165" y="3067041"/>
                    <a:pt x="196438" y="3063768"/>
                    <a:pt x="200602" y="3063768"/>
                  </a:cubicBezTo>
                  <a:close/>
                  <a:moveTo>
                    <a:pt x="257717" y="2814040"/>
                  </a:moveTo>
                  <a:lnTo>
                    <a:pt x="1667001" y="2814040"/>
                  </a:lnTo>
                  <a:cubicBezTo>
                    <a:pt x="1671165" y="2814040"/>
                    <a:pt x="1674438" y="2817312"/>
                    <a:pt x="1674438" y="2821477"/>
                  </a:cubicBezTo>
                  <a:cubicBezTo>
                    <a:pt x="1674438" y="2825641"/>
                    <a:pt x="1671016" y="2828914"/>
                    <a:pt x="1667001" y="2828914"/>
                  </a:cubicBezTo>
                  <a:lnTo>
                    <a:pt x="257717" y="2828914"/>
                  </a:lnTo>
                  <a:cubicBezTo>
                    <a:pt x="253553" y="2828914"/>
                    <a:pt x="250280" y="2825641"/>
                    <a:pt x="250280" y="2821477"/>
                  </a:cubicBezTo>
                  <a:cubicBezTo>
                    <a:pt x="250280" y="2817312"/>
                    <a:pt x="253553" y="2814040"/>
                    <a:pt x="257717" y="2814040"/>
                  </a:cubicBezTo>
                  <a:close/>
                  <a:moveTo>
                    <a:pt x="2481482" y="2304467"/>
                  </a:moveTo>
                  <a:lnTo>
                    <a:pt x="3890766" y="2304467"/>
                  </a:lnTo>
                  <a:cubicBezTo>
                    <a:pt x="3894930" y="2304467"/>
                    <a:pt x="3898203" y="2307739"/>
                    <a:pt x="3898203" y="2311904"/>
                  </a:cubicBezTo>
                  <a:cubicBezTo>
                    <a:pt x="3898203" y="2316069"/>
                    <a:pt x="3894780" y="2319341"/>
                    <a:pt x="3890766" y="2319341"/>
                  </a:cubicBezTo>
                  <a:lnTo>
                    <a:pt x="2481482" y="2319341"/>
                  </a:lnTo>
                  <a:cubicBezTo>
                    <a:pt x="2477317" y="2319341"/>
                    <a:pt x="2474045" y="2316069"/>
                    <a:pt x="2474045" y="2311904"/>
                  </a:cubicBezTo>
                  <a:cubicBezTo>
                    <a:pt x="2474045" y="2307739"/>
                    <a:pt x="2477317" y="2304467"/>
                    <a:pt x="2481482" y="2304467"/>
                  </a:cubicBezTo>
                  <a:close/>
                  <a:moveTo>
                    <a:pt x="2538450" y="2054739"/>
                  </a:moveTo>
                  <a:lnTo>
                    <a:pt x="3875743" y="2054739"/>
                  </a:lnTo>
                  <a:cubicBezTo>
                    <a:pt x="3879910" y="2054739"/>
                    <a:pt x="3883180" y="2058011"/>
                    <a:pt x="3883180" y="2062176"/>
                  </a:cubicBezTo>
                  <a:cubicBezTo>
                    <a:pt x="3883180" y="2066341"/>
                    <a:pt x="3879910" y="2069613"/>
                    <a:pt x="3875743" y="2069613"/>
                  </a:cubicBezTo>
                  <a:lnTo>
                    <a:pt x="2538450" y="2069613"/>
                  </a:lnTo>
                  <a:cubicBezTo>
                    <a:pt x="2534285" y="2069613"/>
                    <a:pt x="2531013" y="2066341"/>
                    <a:pt x="2531013" y="2062176"/>
                  </a:cubicBezTo>
                  <a:cubicBezTo>
                    <a:pt x="2531013" y="2058011"/>
                    <a:pt x="2534285" y="2054739"/>
                    <a:pt x="2538450" y="2054739"/>
                  </a:cubicBezTo>
                  <a:close/>
                  <a:moveTo>
                    <a:pt x="2595565" y="1805008"/>
                  </a:moveTo>
                  <a:lnTo>
                    <a:pt x="3101865" y="1805008"/>
                  </a:lnTo>
                  <a:cubicBezTo>
                    <a:pt x="3106030" y="1805008"/>
                    <a:pt x="3109302" y="1808280"/>
                    <a:pt x="3109302" y="1812445"/>
                  </a:cubicBezTo>
                  <a:cubicBezTo>
                    <a:pt x="3109302" y="1816610"/>
                    <a:pt x="3106030" y="1819882"/>
                    <a:pt x="3101865" y="1819882"/>
                  </a:cubicBezTo>
                  <a:lnTo>
                    <a:pt x="2595565" y="1819882"/>
                  </a:lnTo>
                  <a:cubicBezTo>
                    <a:pt x="2591400" y="1819882"/>
                    <a:pt x="2588128" y="1816610"/>
                    <a:pt x="2588128" y="1812445"/>
                  </a:cubicBezTo>
                  <a:cubicBezTo>
                    <a:pt x="2588128" y="1808280"/>
                    <a:pt x="2591400" y="1805008"/>
                    <a:pt x="2595565" y="1805008"/>
                  </a:cubicBezTo>
                  <a:close/>
                  <a:moveTo>
                    <a:pt x="2652530" y="1555278"/>
                  </a:moveTo>
                  <a:lnTo>
                    <a:pt x="4061814" y="1555278"/>
                  </a:lnTo>
                  <a:cubicBezTo>
                    <a:pt x="4065978" y="1555278"/>
                    <a:pt x="4069251" y="1558550"/>
                    <a:pt x="4069251" y="1562715"/>
                  </a:cubicBezTo>
                  <a:cubicBezTo>
                    <a:pt x="4069251" y="1566880"/>
                    <a:pt x="4065978" y="1570152"/>
                    <a:pt x="4061814" y="1570152"/>
                  </a:cubicBezTo>
                  <a:lnTo>
                    <a:pt x="2652530" y="1570152"/>
                  </a:lnTo>
                  <a:cubicBezTo>
                    <a:pt x="2648365" y="1570152"/>
                    <a:pt x="2645093" y="1566880"/>
                    <a:pt x="2645093" y="1562715"/>
                  </a:cubicBezTo>
                  <a:cubicBezTo>
                    <a:pt x="2645093" y="1558550"/>
                    <a:pt x="2648365" y="1555278"/>
                    <a:pt x="2652530" y="1555278"/>
                  </a:cubicBezTo>
                  <a:close/>
                  <a:moveTo>
                    <a:pt x="705713" y="1482994"/>
                  </a:moveTo>
                  <a:lnTo>
                    <a:pt x="1365958" y="1482994"/>
                  </a:lnTo>
                  <a:cubicBezTo>
                    <a:pt x="1370122" y="1482994"/>
                    <a:pt x="1373394" y="1486266"/>
                    <a:pt x="1373394" y="1490431"/>
                  </a:cubicBezTo>
                  <a:cubicBezTo>
                    <a:pt x="1373394" y="1494596"/>
                    <a:pt x="1369972" y="1497868"/>
                    <a:pt x="1365958" y="1497868"/>
                  </a:cubicBezTo>
                  <a:lnTo>
                    <a:pt x="705713" y="1497868"/>
                  </a:lnTo>
                  <a:cubicBezTo>
                    <a:pt x="701548" y="1497868"/>
                    <a:pt x="698276" y="1494596"/>
                    <a:pt x="698276" y="1490431"/>
                  </a:cubicBezTo>
                  <a:cubicBezTo>
                    <a:pt x="698276" y="1486266"/>
                    <a:pt x="701548" y="1482994"/>
                    <a:pt x="705713" y="1482994"/>
                  </a:cubicBezTo>
                  <a:close/>
                  <a:moveTo>
                    <a:pt x="2709647" y="1305550"/>
                  </a:moveTo>
                  <a:lnTo>
                    <a:pt x="3850460" y="1305550"/>
                  </a:lnTo>
                  <a:cubicBezTo>
                    <a:pt x="3854624" y="1305550"/>
                    <a:pt x="3857897" y="1308822"/>
                    <a:pt x="3857897" y="1312987"/>
                  </a:cubicBezTo>
                  <a:cubicBezTo>
                    <a:pt x="3857897" y="1317152"/>
                    <a:pt x="3854474" y="1320424"/>
                    <a:pt x="3850460" y="1320424"/>
                  </a:cubicBezTo>
                  <a:lnTo>
                    <a:pt x="2709647" y="1320424"/>
                  </a:lnTo>
                  <a:cubicBezTo>
                    <a:pt x="2705482" y="1320424"/>
                    <a:pt x="2702210" y="1317152"/>
                    <a:pt x="2702210" y="1312987"/>
                  </a:cubicBezTo>
                  <a:cubicBezTo>
                    <a:pt x="2702210" y="1308822"/>
                    <a:pt x="2705482" y="1305550"/>
                    <a:pt x="2709647" y="1305550"/>
                  </a:cubicBezTo>
                  <a:close/>
                  <a:moveTo>
                    <a:pt x="762678" y="1233264"/>
                  </a:moveTo>
                  <a:lnTo>
                    <a:pt x="2171962" y="1233264"/>
                  </a:lnTo>
                  <a:cubicBezTo>
                    <a:pt x="2176126" y="1233264"/>
                    <a:pt x="2179399" y="1236536"/>
                    <a:pt x="2179399" y="1240701"/>
                  </a:cubicBezTo>
                  <a:cubicBezTo>
                    <a:pt x="2179399" y="1244866"/>
                    <a:pt x="2176126" y="1248138"/>
                    <a:pt x="2171962" y="1248138"/>
                  </a:cubicBezTo>
                  <a:lnTo>
                    <a:pt x="762678" y="1248138"/>
                  </a:lnTo>
                  <a:cubicBezTo>
                    <a:pt x="758513" y="1248138"/>
                    <a:pt x="755241" y="1244866"/>
                    <a:pt x="755241" y="1240701"/>
                  </a:cubicBezTo>
                  <a:cubicBezTo>
                    <a:pt x="755241" y="1236536"/>
                    <a:pt x="758513" y="1233264"/>
                    <a:pt x="762678" y="1233264"/>
                  </a:cubicBezTo>
                  <a:close/>
                  <a:moveTo>
                    <a:pt x="819795" y="983533"/>
                  </a:moveTo>
                  <a:lnTo>
                    <a:pt x="1499075" y="983533"/>
                  </a:lnTo>
                  <a:cubicBezTo>
                    <a:pt x="1503240" y="983533"/>
                    <a:pt x="1506512" y="986805"/>
                    <a:pt x="1506512" y="990970"/>
                  </a:cubicBezTo>
                  <a:cubicBezTo>
                    <a:pt x="1506512" y="995135"/>
                    <a:pt x="1503092" y="998407"/>
                    <a:pt x="1499075" y="998407"/>
                  </a:cubicBezTo>
                  <a:lnTo>
                    <a:pt x="819795" y="998407"/>
                  </a:lnTo>
                  <a:cubicBezTo>
                    <a:pt x="815630" y="998407"/>
                    <a:pt x="812358" y="995135"/>
                    <a:pt x="812358" y="990970"/>
                  </a:cubicBezTo>
                  <a:cubicBezTo>
                    <a:pt x="812358" y="986805"/>
                    <a:pt x="815630" y="983533"/>
                    <a:pt x="819795" y="983533"/>
                  </a:cubicBezTo>
                  <a:close/>
                  <a:moveTo>
                    <a:pt x="876760" y="733953"/>
                  </a:moveTo>
                  <a:lnTo>
                    <a:pt x="2286044" y="733953"/>
                  </a:lnTo>
                  <a:cubicBezTo>
                    <a:pt x="2290208" y="733953"/>
                    <a:pt x="2293481" y="737225"/>
                    <a:pt x="2293481" y="741390"/>
                  </a:cubicBezTo>
                  <a:cubicBezTo>
                    <a:pt x="2293481" y="745555"/>
                    <a:pt x="2290208" y="748827"/>
                    <a:pt x="2286044" y="748827"/>
                  </a:cubicBezTo>
                  <a:lnTo>
                    <a:pt x="876760" y="748827"/>
                  </a:lnTo>
                  <a:cubicBezTo>
                    <a:pt x="872595" y="748827"/>
                    <a:pt x="869323" y="745555"/>
                    <a:pt x="869323" y="741390"/>
                  </a:cubicBezTo>
                  <a:cubicBezTo>
                    <a:pt x="869323" y="737225"/>
                    <a:pt x="872595" y="733953"/>
                    <a:pt x="876760" y="733953"/>
                  </a:cubicBezTo>
                  <a:close/>
                  <a:moveTo>
                    <a:pt x="933726" y="484225"/>
                  </a:moveTo>
                  <a:lnTo>
                    <a:pt x="2145488" y="484225"/>
                  </a:lnTo>
                  <a:cubicBezTo>
                    <a:pt x="2149652" y="484225"/>
                    <a:pt x="2152925" y="487497"/>
                    <a:pt x="2152925" y="491662"/>
                  </a:cubicBezTo>
                  <a:cubicBezTo>
                    <a:pt x="2152925" y="495827"/>
                    <a:pt x="2149652" y="499099"/>
                    <a:pt x="2145488" y="499099"/>
                  </a:cubicBezTo>
                  <a:lnTo>
                    <a:pt x="933726" y="499099"/>
                  </a:lnTo>
                  <a:cubicBezTo>
                    <a:pt x="929561" y="499099"/>
                    <a:pt x="926289" y="495827"/>
                    <a:pt x="926289" y="491662"/>
                  </a:cubicBezTo>
                  <a:cubicBezTo>
                    <a:pt x="926289" y="487497"/>
                    <a:pt x="929561" y="484225"/>
                    <a:pt x="933726" y="484225"/>
                  </a:cubicBezTo>
                  <a:close/>
                  <a:moveTo>
                    <a:pt x="4885519" y="209504"/>
                  </a:moveTo>
                  <a:cubicBezTo>
                    <a:pt x="4889536" y="210696"/>
                    <a:pt x="4891766" y="214710"/>
                    <a:pt x="4890576" y="218728"/>
                  </a:cubicBezTo>
                  <a:lnTo>
                    <a:pt x="3883777" y="3676116"/>
                  </a:lnTo>
                  <a:lnTo>
                    <a:pt x="3958440" y="3800013"/>
                  </a:lnTo>
                  <a:cubicBezTo>
                    <a:pt x="3960522" y="3803583"/>
                    <a:pt x="3959482" y="3808047"/>
                    <a:pt x="3955913" y="3810277"/>
                  </a:cubicBezTo>
                  <a:cubicBezTo>
                    <a:pt x="3954870" y="3811020"/>
                    <a:pt x="3953533" y="3811317"/>
                    <a:pt x="3952193" y="3811317"/>
                  </a:cubicBezTo>
                  <a:cubicBezTo>
                    <a:pt x="3949666" y="3811317"/>
                    <a:pt x="3947286" y="3809980"/>
                    <a:pt x="3945799" y="3807750"/>
                  </a:cubicBezTo>
                  <a:lnTo>
                    <a:pt x="3870556" y="3683026"/>
                  </a:lnTo>
                  <a:lnTo>
                    <a:pt x="3678932" y="3600542"/>
                  </a:lnTo>
                  <a:cubicBezTo>
                    <a:pt x="3224846" y="3433413"/>
                    <a:pt x="2760309" y="3449926"/>
                    <a:pt x="2432994" y="3499119"/>
                  </a:cubicBezTo>
                  <a:cubicBezTo>
                    <a:pt x="2078091" y="3552351"/>
                    <a:pt x="1813147" y="3653066"/>
                    <a:pt x="1750565" y="3678210"/>
                  </a:cubicBezTo>
                  <a:lnTo>
                    <a:pt x="1743803" y="3680986"/>
                  </a:lnTo>
                  <a:lnTo>
                    <a:pt x="1803539" y="3800461"/>
                  </a:lnTo>
                  <a:cubicBezTo>
                    <a:pt x="1805324" y="3804178"/>
                    <a:pt x="1803837" y="3808640"/>
                    <a:pt x="1800267" y="3810425"/>
                  </a:cubicBezTo>
                  <a:cubicBezTo>
                    <a:pt x="1799227" y="3811020"/>
                    <a:pt x="1798037" y="3811317"/>
                    <a:pt x="1796847" y="3811317"/>
                  </a:cubicBezTo>
                  <a:cubicBezTo>
                    <a:pt x="1794170" y="3811317"/>
                    <a:pt x="1791492" y="3809830"/>
                    <a:pt x="1790153" y="3807152"/>
                  </a:cubicBezTo>
                  <a:lnTo>
                    <a:pt x="1727981" y="3682808"/>
                  </a:lnTo>
                  <a:cubicBezTo>
                    <a:pt x="730403" y="3259948"/>
                    <a:pt x="17953" y="3614242"/>
                    <a:pt x="10814" y="3617809"/>
                  </a:cubicBezTo>
                  <a:cubicBezTo>
                    <a:pt x="7094" y="3619594"/>
                    <a:pt x="2632" y="3618257"/>
                    <a:pt x="847" y="3614539"/>
                  </a:cubicBezTo>
                  <a:cubicBezTo>
                    <a:pt x="-1085" y="3610820"/>
                    <a:pt x="402" y="3606358"/>
                    <a:pt x="4119" y="3604573"/>
                  </a:cubicBezTo>
                  <a:cubicBezTo>
                    <a:pt x="10814" y="3601087"/>
                    <a:pt x="643552" y="3286081"/>
                    <a:pt x="1551340" y="3598944"/>
                  </a:cubicBezTo>
                  <a:lnTo>
                    <a:pt x="1728925" y="3667267"/>
                  </a:lnTo>
                  <a:lnTo>
                    <a:pt x="2778659" y="360175"/>
                  </a:lnTo>
                  <a:cubicBezTo>
                    <a:pt x="2779848" y="356308"/>
                    <a:pt x="2784013" y="354078"/>
                    <a:pt x="2788030" y="355268"/>
                  </a:cubicBezTo>
                  <a:cubicBezTo>
                    <a:pt x="2791897" y="356458"/>
                    <a:pt x="2794127" y="360623"/>
                    <a:pt x="2792937" y="364637"/>
                  </a:cubicBezTo>
                  <a:lnTo>
                    <a:pt x="1745682" y="3664217"/>
                  </a:lnTo>
                  <a:cubicBezTo>
                    <a:pt x="1809786" y="3638487"/>
                    <a:pt x="2075430" y="3537791"/>
                    <a:pt x="2430614" y="3484396"/>
                  </a:cubicBezTo>
                  <a:cubicBezTo>
                    <a:pt x="2759751" y="3434940"/>
                    <a:pt x="3227134" y="3418282"/>
                    <a:pt x="3684396" y="3586574"/>
                  </a:cubicBezTo>
                  <a:lnTo>
                    <a:pt x="3870990" y="3666885"/>
                  </a:lnTo>
                  <a:lnTo>
                    <a:pt x="4876297" y="214563"/>
                  </a:lnTo>
                  <a:cubicBezTo>
                    <a:pt x="4877487" y="210546"/>
                    <a:pt x="4881502" y="208314"/>
                    <a:pt x="4885519" y="209504"/>
                  </a:cubicBezTo>
                  <a:close/>
                  <a:moveTo>
                    <a:pt x="5179721" y="234"/>
                  </a:moveTo>
                  <a:cubicBezTo>
                    <a:pt x="5183588" y="-806"/>
                    <a:pt x="5187752" y="1722"/>
                    <a:pt x="5188645" y="5589"/>
                  </a:cubicBezTo>
                  <a:cubicBezTo>
                    <a:pt x="5189687" y="9753"/>
                    <a:pt x="5213485" y="112382"/>
                    <a:pt x="5125135" y="396322"/>
                  </a:cubicBezTo>
                  <a:cubicBezTo>
                    <a:pt x="5037380" y="678177"/>
                    <a:pt x="4164294" y="3771608"/>
                    <a:pt x="4155518" y="3802843"/>
                  </a:cubicBezTo>
                  <a:cubicBezTo>
                    <a:pt x="4154478" y="3805967"/>
                    <a:pt x="4151503" y="3808200"/>
                    <a:pt x="4148378" y="3808200"/>
                  </a:cubicBezTo>
                  <a:cubicBezTo>
                    <a:pt x="4147636" y="3808200"/>
                    <a:pt x="4147041" y="3808050"/>
                    <a:pt x="4146296" y="3807900"/>
                  </a:cubicBezTo>
                  <a:cubicBezTo>
                    <a:pt x="4142281" y="3806710"/>
                    <a:pt x="4140049" y="3802695"/>
                    <a:pt x="4141091" y="3798680"/>
                  </a:cubicBezTo>
                  <a:cubicBezTo>
                    <a:pt x="4149866" y="3767443"/>
                    <a:pt x="5023102" y="673865"/>
                    <a:pt x="5110857" y="391860"/>
                  </a:cubicBezTo>
                  <a:cubicBezTo>
                    <a:pt x="5197569" y="113127"/>
                    <a:pt x="5174366" y="10051"/>
                    <a:pt x="5174219" y="9159"/>
                  </a:cubicBezTo>
                  <a:cubicBezTo>
                    <a:pt x="5173176" y="5144"/>
                    <a:pt x="5175706" y="1127"/>
                    <a:pt x="5179721" y="2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0" name="Google Shape;2420;p70"/>
            <p:cNvSpPr/>
            <p:nvPr/>
          </p:nvSpPr>
          <p:spPr>
            <a:xfrm>
              <a:off x="1456577" y="1595742"/>
              <a:ext cx="987097" cy="2974975"/>
            </a:xfrm>
            <a:custGeom>
              <a:avLst/>
              <a:gdLst/>
              <a:ahLst/>
              <a:cxnLst/>
              <a:rect l="l" t="t" r="r" b="b"/>
              <a:pathLst>
                <a:path w="421386" h="1270000" extrusionOk="0">
                  <a:moveTo>
                    <a:pt x="421386" y="4064"/>
                  </a:moveTo>
                  <a:lnTo>
                    <a:pt x="95060" y="1270000"/>
                  </a:lnTo>
                  <a:lnTo>
                    <a:pt x="46355" y="1231138"/>
                  </a:lnTo>
                  <a:lnTo>
                    <a:pt x="0" y="1270000"/>
                  </a:lnTo>
                  <a:cubicBezTo>
                    <a:pt x="0" y="1270000"/>
                    <a:pt x="254381" y="268160"/>
                    <a:pt x="325882" y="0"/>
                  </a:cubicBezTo>
                  <a:cubicBezTo>
                    <a:pt x="360934" y="635"/>
                    <a:pt x="392494" y="1842"/>
                    <a:pt x="421386" y="406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21" name="Google Shape;2421;p70"/>
          <p:cNvGrpSpPr/>
          <p:nvPr/>
        </p:nvGrpSpPr>
        <p:grpSpPr>
          <a:xfrm>
            <a:off x="803189" y="2835650"/>
            <a:ext cx="490621" cy="1768153"/>
            <a:chOff x="-3517298" y="-3118150"/>
            <a:chExt cx="2789203" cy="10052038"/>
          </a:xfrm>
        </p:grpSpPr>
        <p:sp>
          <p:nvSpPr>
            <p:cNvPr id="2422" name="Google Shape;2422;p70"/>
            <p:cNvSpPr/>
            <p:nvPr/>
          </p:nvSpPr>
          <p:spPr>
            <a:xfrm>
              <a:off x="-3517298" y="-3118150"/>
              <a:ext cx="2035759" cy="6010246"/>
            </a:xfrm>
            <a:custGeom>
              <a:avLst/>
              <a:gdLst/>
              <a:ahLst/>
              <a:cxnLst/>
              <a:rect l="l" t="t" r="r" b="b"/>
              <a:pathLst>
                <a:path w="436390" h="1288370" extrusionOk="0">
                  <a:moveTo>
                    <a:pt x="267948" y="1287821"/>
                  </a:moveTo>
                  <a:lnTo>
                    <a:pt x="267948" y="1287821"/>
                  </a:lnTo>
                  <a:cubicBezTo>
                    <a:pt x="167491" y="1295568"/>
                    <a:pt x="79734" y="1220448"/>
                    <a:pt x="71923" y="1119927"/>
                  </a:cubicBezTo>
                  <a:lnTo>
                    <a:pt x="549" y="196574"/>
                  </a:lnTo>
                  <a:cubicBezTo>
                    <a:pt x="-7198" y="96117"/>
                    <a:pt x="67923" y="8360"/>
                    <a:pt x="168443" y="549"/>
                  </a:cubicBezTo>
                  <a:lnTo>
                    <a:pt x="168443" y="549"/>
                  </a:lnTo>
                  <a:cubicBezTo>
                    <a:pt x="268900" y="-7198"/>
                    <a:pt x="356657" y="67923"/>
                    <a:pt x="364468" y="168443"/>
                  </a:cubicBezTo>
                  <a:lnTo>
                    <a:pt x="435842" y="1091797"/>
                  </a:lnTo>
                  <a:cubicBezTo>
                    <a:pt x="443589" y="1192317"/>
                    <a:pt x="368405" y="1280074"/>
                    <a:pt x="267948" y="128782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3" name="Google Shape;2423;p70"/>
            <p:cNvSpPr/>
            <p:nvPr/>
          </p:nvSpPr>
          <p:spPr>
            <a:xfrm>
              <a:off x="-3434181" y="-2426902"/>
              <a:ext cx="1890965" cy="3838440"/>
            </a:xfrm>
            <a:custGeom>
              <a:avLst/>
              <a:gdLst/>
              <a:ahLst/>
              <a:cxnLst/>
              <a:rect l="l" t="t" r="r" b="b"/>
              <a:pathLst>
                <a:path w="1890965" h="3838440" extrusionOk="0">
                  <a:moveTo>
                    <a:pt x="1878143" y="3218522"/>
                  </a:moveTo>
                  <a:cubicBezTo>
                    <a:pt x="1881883" y="3219077"/>
                    <a:pt x="1885438" y="3221076"/>
                    <a:pt x="1887957" y="3224334"/>
                  </a:cubicBezTo>
                  <a:cubicBezTo>
                    <a:pt x="1892990" y="3230852"/>
                    <a:pt x="1891512" y="3240037"/>
                    <a:pt x="1884994" y="3245071"/>
                  </a:cubicBezTo>
                  <a:lnTo>
                    <a:pt x="1109734" y="3835477"/>
                  </a:lnTo>
                  <a:cubicBezTo>
                    <a:pt x="1107364" y="3837549"/>
                    <a:pt x="1104108" y="3838440"/>
                    <a:pt x="1100847" y="3838440"/>
                  </a:cubicBezTo>
                  <a:cubicBezTo>
                    <a:pt x="1096405" y="3838440"/>
                    <a:pt x="1091960" y="3836364"/>
                    <a:pt x="1088997" y="3832515"/>
                  </a:cubicBezTo>
                  <a:cubicBezTo>
                    <a:pt x="1083963" y="3825998"/>
                    <a:pt x="1085442" y="3816812"/>
                    <a:pt x="1091960" y="3811778"/>
                  </a:cubicBezTo>
                  <a:lnTo>
                    <a:pt x="1867220" y="3221372"/>
                  </a:lnTo>
                  <a:cubicBezTo>
                    <a:pt x="1870479" y="3218855"/>
                    <a:pt x="1874403" y="3217966"/>
                    <a:pt x="1878143" y="3218522"/>
                  </a:cubicBezTo>
                  <a:close/>
                  <a:moveTo>
                    <a:pt x="1846333" y="2853442"/>
                  </a:moveTo>
                  <a:cubicBezTo>
                    <a:pt x="1850110" y="2853442"/>
                    <a:pt x="1853886" y="2854924"/>
                    <a:pt x="1856849" y="2857889"/>
                  </a:cubicBezTo>
                  <a:cubicBezTo>
                    <a:pt x="1862774" y="2863814"/>
                    <a:pt x="1862774" y="2872995"/>
                    <a:pt x="1856849" y="2878920"/>
                  </a:cubicBezTo>
                  <a:cubicBezTo>
                    <a:pt x="1607415" y="3128059"/>
                    <a:pt x="1331320" y="3352309"/>
                    <a:pt x="1036266" y="3545163"/>
                  </a:cubicBezTo>
                  <a:cubicBezTo>
                    <a:pt x="1033602" y="3546642"/>
                    <a:pt x="1030640" y="3547533"/>
                    <a:pt x="1027971" y="3547533"/>
                  </a:cubicBezTo>
                  <a:cubicBezTo>
                    <a:pt x="1023231" y="3547533"/>
                    <a:pt x="1018491" y="3545163"/>
                    <a:pt x="1015529" y="3540717"/>
                  </a:cubicBezTo>
                  <a:cubicBezTo>
                    <a:pt x="1011088" y="3533906"/>
                    <a:pt x="1012865" y="3524720"/>
                    <a:pt x="1019975" y="3520274"/>
                  </a:cubicBezTo>
                  <a:cubicBezTo>
                    <a:pt x="1313252" y="3328610"/>
                    <a:pt x="1587864" y="3105540"/>
                    <a:pt x="1835818" y="2857889"/>
                  </a:cubicBezTo>
                  <a:cubicBezTo>
                    <a:pt x="1838780" y="2854924"/>
                    <a:pt x="1842557" y="2853442"/>
                    <a:pt x="1846333" y="2853442"/>
                  </a:cubicBezTo>
                  <a:close/>
                  <a:moveTo>
                    <a:pt x="1823341" y="2667514"/>
                  </a:moveTo>
                  <a:cubicBezTo>
                    <a:pt x="1827081" y="2667921"/>
                    <a:pt x="1830636" y="2669772"/>
                    <a:pt x="1833155" y="2673031"/>
                  </a:cubicBezTo>
                  <a:cubicBezTo>
                    <a:pt x="1838189" y="2679548"/>
                    <a:pt x="1837302" y="2688734"/>
                    <a:pt x="1830785" y="2693768"/>
                  </a:cubicBezTo>
                  <a:lnTo>
                    <a:pt x="995684" y="3357641"/>
                  </a:lnTo>
                  <a:cubicBezTo>
                    <a:pt x="993020" y="3360011"/>
                    <a:pt x="989759" y="3360897"/>
                    <a:pt x="986503" y="3360897"/>
                  </a:cubicBezTo>
                  <a:cubicBezTo>
                    <a:pt x="982057" y="3360897"/>
                    <a:pt x="977909" y="3359120"/>
                    <a:pt x="974947" y="3355271"/>
                  </a:cubicBezTo>
                  <a:cubicBezTo>
                    <a:pt x="969913" y="3348754"/>
                    <a:pt x="970799" y="3339568"/>
                    <a:pt x="977317" y="3334534"/>
                  </a:cubicBezTo>
                  <a:lnTo>
                    <a:pt x="1812418" y="2670661"/>
                  </a:lnTo>
                  <a:cubicBezTo>
                    <a:pt x="1815677" y="2668144"/>
                    <a:pt x="1819601" y="2667107"/>
                    <a:pt x="1823341" y="2667514"/>
                  </a:cubicBezTo>
                  <a:close/>
                  <a:moveTo>
                    <a:pt x="85935" y="1736325"/>
                  </a:moveTo>
                  <a:lnTo>
                    <a:pt x="619166" y="1941321"/>
                  </a:lnTo>
                  <a:cubicBezTo>
                    <a:pt x="626868" y="1944284"/>
                    <a:pt x="630717" y="1952877"/>
                    <a:pt x="627754" y="1960579"/>
                  </a:cubicBezTo>
                  <a:cubicBezTo>
                    <a:pt x="625385" y="1966504"/>
                    <a:pt x="619758" y="1970059"/>
                    <a:pt x="613834" y="1970059"/>
                  </a:cubicBezTo>
                  <a:cubicBezTo>
                    <a:pt x="612056" y="1970059"/>
                    <a:pt x="610279" y="1969760"/>
                    <a:pt x="608501" y="1969168"/>
                  </a:cubicBezTo>
                  <a:lnTo>
                    <a:pt x="75270" y="1764171"/>
                  </a:lnTo>
                  <a:cubicBezTo>
                    <a:pt x="67568" y="1761209"/>
                    <a:pt x="63715" y="1752620"/>
                    <a:pt x="66677" y="1744918"/>
                  </a:cubicBezTo>
                  <a:cubicBezTo>
                    <a:pt x="69640" y="1737216"/>
                    <a:pt x="78233" y="1733362"/>
                    <a:pt x="85935" y="1736325"/>
                  </a:cubicBezTo>
                  <a:close/>
                  <a:moveTo>
                    <a:pt x="54050" y="1516075"/>
                  </a:moveTo>
                  <a:cubicBezTo>
                    <a:pt x="57568" y="1514668"/>
                    <a:pt x="61642" y="1514593"/>
                    <a:pt x="65493" y="1516221"/>
                  </a:cubicBezTo>
                  <a:lnTo>
                    <a:pt x="619166" y="1756473"/>
                  </a:lnTo>
                  <a:cubicBezTo>
                    <a:pt x="626570" y="1759729"/>
                    <a:pt x="630125" y="1768323"/>
                    <a:pt x="626864" y="1776025"/>
                  </a:cubicBezTo>
                  <a:cubicBezTo>
                    <a:pt x="624499" y="1781651"/>
                    <a:pt x="619166" y="1784907"/>
                    <a:pt x="613237" y="1784907"/>
                  </a:cubicBezTo>
                  <a:cubicBezTo>
                    <a:pt x="611166" y="1784907"/>
                    <a:pt x="609388" y="1784613"/>
                    <a:pt x="607312" y="1783722"/>
                  </a:cubicBezTo>
                  <a:lnTo>
                    <a:pt x="53643" y="1543475"/>
                  </a:lnTo>
                  <a:cubicBezTo>
                    <a:pt x="46239" y="1540214"/>
                    <a:pt x="42680" y="1531626"/>
                    <a:pt x="45941" y="1523923"/>
                  </a:cubicBezTo>
                  <a:cubicBezTo>
                    <a:pt x="47569" y="1520221"/>
                    <a:pt x="50531" y="1517482"/>
                    <a:pt x="54050" y="1516075"/>
                  </a:cubicBezTo>
                  <a:close/>
                  <a:moveTo>
                    <a:pt x="9321" y="1290229"/>
                  </a:moveTo>
                  <a:cubicBezTo>
                    <a:pt x="12839" y="1288859"/>
                    <a:pt x="16912" y="1288859"/>
                    <a:pt x="20763" y="1290487"/>
                  </a:cubicBezTo>
                  <a:lnTo>
                    <a:pt x="619166" y="1547329"/>
                  </a:lnTo>
                  <a:cubicBezTo>
                    <a:pt x="626575" y="1550585"/>
                    <a:pt x="630130" y="1559178"/>
                    <a:pt x="626869" y="1566881"/>
                  </a:cubicBezTo>
                  <a:cubicBezTo>
                    <a:pt x="624499" y="1572507"/>
                    <a:pt x="619166" y="1575768"/>
                    <a:pt x="613242" y="1575768"/>
                  </a:cubicBezTo>
                  <a:cubicBezTo>
                    <a:pt x="611166" y="1575768"/>
                    <a:pt x="609388" y="1575469"/>
                    <a:pt x="607317" y="1574583"/>
                  </a:cubicBezTo>
                  <a:lnTo>
                    <a:pt x="8913" y="1317741"/>
                  </a:lnTo>
                  <a:cubicBezTo>
                    <a:pt x="1509" y="1314485"/>
                    <a:pt x="-2045" y="1305891"/>
                    <a:pt x="1211" y="1298189"/>
                  </a:cubicBezTo>
                  <a:cubicBezTo>
                    <a:pt x="2841" y="1294338"/>
                    <a:pt x="5804" y="1291598"/>
                    <a:pt x="9321" y="1290229"/>
                  </a:cubicBezTo>
                  <a:close/>
                  <a:moveTo>
                    <a:pt x="1616303" y="257500"/>
                  </a:moveTo>
                  <a:cubicBezTo>
                    <a:pt x="1622526" y="252466"/>
                    <a:pt x="1632006" y="253353"/>
                    <a:pt x="1637040" y="259576"/>
                  </a:cubicBezTo>
                  <a:cubicBezTo>
                    <a:pt x="1642078" y="265795"/>
                    <a:pt x="1641187" y="275275"/>
                    <a:pt x="1634968" y="280313"/>
                  </a:cubicBezTo>
                  <a:cubicBezTo>
                    <a:pt x="1353541" y="507526"/>
                    <a:pt x="1056709" y="722003"/>
                    <a:pt x="752175" y="916928"/>
                  </a:cubicBezTo>
                  <a:cubicBezTo>
                    <a:pt x="749805" y="918706"/>
                    <a:pt x="746843" y="919597"/>
                    <a:pt x="744175" y="919597"/>
                  </a:cubicBezTo>
                  <a:cubicBezTo>
                    <a:pt x="739435" y="919597"/>
                    <a:pt x="734401" y="917227"/>
                    <a:pt x="731732" y="912781"/>
                  </a:cubicBezTo>
                  <a:cubicBezTo>
                    <a:pt x="727291" y="905970"/>
                    <a:pt x="729363" y="896784"/>
                    <a:pt x="736178" y="892343"/>
                  </a:cubicBezTo>
                  <a:cubicBezTo>
                    <a:pt x="1039821" y="697711"/>
                    <a:pt x="1336061" y="484125"/>
                    <a:pt x="1616303" y="257500"/>
                  </a:cubicBezTo>
                  <a:close/>
                  <a:moveTo>
                    <a:pt x="1600605" y="3626"/>
                  </a:moveTo>
                  <a:cubicBezTo>
                    <a:pt x="1606823" y="-1707"/>
                    <a:pt x="1616009" y="-1114"/>
                    <a:pt x="1621635" y="5109"/>
                  </a:cubicBezTo>
                  <a:cubicBezTo>
                    <a:pt x="1626968" y="11328"/>
                    <a:pt x="1626380" y="20514"/>
                    <a:pt x="1620156" y="26140"/>
                  </a:cubicBezTo>
                  <a:cubicBezTo>
                    <a:pt x="1349095" y="259875"/>
                    <a:pt x="1062042" y="481461"/>
                    <a:pt x="766987" y="684681"/>
                  </a:cubicBezTo>
                  <a:cubicBezTo>
                    <a:pt x="764025" y="686459"/>
                    <a:pt x="761063" y="687350"/>
                    <a:pt x="758100" y="687350"/>
                  </a:cubicBezTo>
                  <a:cubicBezTo>
                    <a:pt x="753360" y="687350"/>
                    <a:pt x="748621" y="684975"/>
                    <a:pt x="745957" y="680828"/>
                  </a:cubicBezTo>
                  <a:cubicBezTo>
                    <a:pt x="741212" y="674016"/>
                    <a:pt x="742990" y="664831"/>
                    <a:pt x="749805" y="660091"/>
                  </a:cubicBezTo>
                  <a:cubicBezTo>
                    <a:pt x="1043969" y="457464"/>
                    <a:pt x="1330141" y="236768"/>
                    <a:pt x="1600605" y="36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4" name="Google Shape;2424;p70"/>
            <p:cNvSpPr/>
            <p:nvPr/>
          </p:nvSpPr>
          <p:spPr>
            <a:xfrm>
              <a:off x="-2832500" y="-2669458"/>
              <a:ext cx="1193536" cy="6560903"/>
            </a:xfrm>
            <a:custGeom>
              <a:avLst/>
              <a:gdLst/>
              <a:ahLst/>
              <a:cxnLst/>
              <a:rect l="l" t="t" r="r" b="b"/>
              <a:pathLst>
                <a:path w="255849" h="1406410" extrusionOk="0">
                  <a:moveTo>
                    <a:pt x="244222" y="1406400"/>
                  </a:moveTo>
                  <a:cubicBezTo>
                    <a:pt x="239142" y="1406654"/>
                    <a:pt x="234189" y="1402590"/>
                    <a:pt x="232157" y="1395922"/>
                  </a:cubicBezTo>
                  <a:cubicBezTo>
                    <a:pt x="231014" y="1392176"/>
                    <a:pt x="116651" y="1014859"/>
                    <a:pt x="36577" y="694438"/>
                  </a:cubicBezTo>
                  <a:cubicBezTo>
                    <a:pt x="-39305" y="390908"/>
                    <a:pt x="24258" y="73408"/>
                    <a:pt x="37784" y="12829"/>
                  </a:cubicBezTo>
                  <a:lnTo>
                    <a:pt x="38101" y="11495"/>
                  </a:lnTo>
                  <a:cubicBezTo>
                    <a:pt x="39879" y="2986"/>
                    <a:pt x="46610" y="-1903"/>
                    <a:pt x="53151" y="700"/>
                  </a:cubicBezTo>
                  <a:cubicBezTo>
                    <a:pt x="59691" y="3240"/>
                    <a:pt x="63501" y="12194"/>
                    <a:pt x="61787" y="20703"/>
                  </a:cubicBezTo>
                  <a:lnTo>
                    <a:pt x="61342" y="22608"/>
                  </a:lnTo>
                  <a:cubicBezTo>
                    <a:pt x="48198" y="81536"/>
                    <a:pt x="-13715" y="390590"/>
                    <a:pt x="59882" y="684976"/>
                  </a:cubicBezTo>
                  <a:cubicBezTo>
                    <a:pt x="139701" y="1004445"/>
                    <a:pt x="253811" y="1380746"/>
                    <a:pt x="254954" y="1384556"/>
                  </a:cubicBezTo>
                  <a:cubicBezTo>
                    <a:pt x="257494" y="1392938"/>
                    <a:pt x="254446" y="1402209"/>
                    <a:pt x="248159" y="1405384"/>
                  </a:cubicBezTo>
                  <a:cubicBezTo>
                    <a:pt x="246826" y="1406019"/>
                    <a:pt x="245556" y="1406336"/>
                    <a:pt x="244222" y="1406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5" name="Google Shape;2425;p70"/>
            <p:cNvSpPr/>
            <p:nvPr/>
          </p:nvSpPr>
          <p:spPr>
            <a:xfrm>
              <a:off x="-2719924" y="3681907"/>
              <a:ext cx="1991829" cy="3251981"/>
            </a:xfrm>
            <a:custGeom>
              <a:avLst/>
              <a:gdLst/>
              <a:ahLst/>
              <a:cxnLst/>
              <a:rect l="l" t="t" r="r" b="b"/>
              <a:pathLst>
                <a:path w="426973" h="697102" extrusionOk="0">
                  <a:moveTo>
                    <a:pt x="426974" y="156401"/>
                  </a:moveTo>
                  <a:lnTo>
                    <a:pt x="426974" y="697103"/>
                  </a:lnTo>
                  <a:lnTo>
                    <a:pt x="0" y="697103"/>
                  </a:lnTo>
                  <a:lnTo>
                    <a:pt x="0" y="156401"/>
                  </a:lnTo>
                  <a:cubicBezTo>
                    <a:pt x="0" y="103696"/>
                    <a:pt x="42672" y="61024"/>
                    <a:pt x="95377" y="61024"/>
                  </a:cubicBezTo>
                  <a:lnTo>
                    <a:pt x="109411" y="61024"/>
                  </a:lnTo>
                  <a:lnTo>
                    <a:pt x="109411" y="38354"/>
                  </a:lnTo>
                  <a:cubicBezTo>
                    <a:pt x="109411" y="17145"/>
                    <a:pt x="126619" y="0"/>
                    <a:pt x="147764" y="0"/>
                  </a:cubicBezTo>
                  <a:lnTo>
                    <a:pt x="279083" y="0"/>
                  </a:lnTo>
                  <a:cubicBezTo>
                    <a:pt x="300292" y="0"/>
                    <a:pt x="317500" y="17145"/>
                    <a:pt x="317500" y="38354"/>
                  </a:cubicBezTo>
                  <a:lnTo>
                    <a:pt x="317500" y="61024"/>
                  </a:lnTo>
                  <a:lnTo>
                    <a:pt x="331533" y="61024"/>
                  </a:lnTo>
                  <a:cubicBezTo>
                    <a:pt x="384175" y="61024"/>
                    <a:pt x="426974" y="103696"/>
                    <a:pt x="426974" y="15640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6" name="Google Shape;2426;p70"/>
            <p:cNvSpPr/>
            <p:nvPr/>
          </p:nvSpPr>
          <p:spPr>
            <a:xfrm>
              <a:off x="-2304891" y="4538928"/>
              <a:ext cx="1161506" cy="2059961"/>
            </a:xfrm>
            <a:custGeom>
              <a:avLst/>
              <a:gdLst/>
              <a:ahLst/>
              <a:cxnLst/>
              <a:rect l="l" t="t" r="r" b="b"/>
              <a:pathLst>
                <a:path w="248983" h="441578" extrusionOk="0">
                  <a:moveTo>
                    <a:pt x="0" y="0"/>
                  </a:moveTo>
                  <a:lnTo>
                    <a:pt x="248984" y="0"/>
                  </a:lnTo>
                  <a:lnTo>
                    <a:pt x="248984" y="441579"/>
                  </a:lnTo>
                  <a:lnTo>
                    <a:pt x="0" y="4415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41" name="Google Shape;2241;p69"/>
          <p:cNvSpPr txBox="1">
            <a:spLocks/>
          </p:cNvSpPr>
          <p:nvPr/>
        </p:nvSpPr>
        <p:spPr>
          <a:xfrm>
            <a:off x="713225" y="626500"/>
            <a:ext cx="39354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"/>
              <a:buNone/>
              <a:defRPr sz="3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"/>
              <a:buNone/>
              <a:defRPr sz="3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"/>
              <a:buNone/>
              <a:defRPr sz="3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"/>
              <a:buNone/>
              <a:defRPr sz="3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"/>
              <a:buNone/>
              <a:defRPr sz="3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"/>
              <a:buNone/>
              <a:defRPr sz="3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"/>
              <a:buNone/>
              <a:defRPr sz="3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"/>
              <a:buNone/>
              <a:defRPr sz="3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"/>
              <a:buNone/>
              <a:defRPr sz="3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algn="ctr"/>
            <a:r>
              <a:rPr lang="en-GB" sz="4400" dirty="0"/>
              <a:t>THANKS!</a:t>
            </a:r>
          </a:p>
        </p:txBody>
      </p:sp>
      <p:grpSp>
        <p:nvGrpSpPr>
          <p:cNvPr id="2247" name="Google Shape;2247;p69"/>
          <p:cNvGrpSpPr/>
          <p:nvPr/>
        </p:nvGrpSpPr>
        <p:grpSpPr>
          <a:xfrm>
            <a:off x="5601340" y="1223799"/>
            <a:ext cx="3013035" cy="3362966"/>
            <a:chOff x="5659150" y="1176378"/>
            <a:chExt cx="2960341" cy="3304153"/>
          </a:xfrm>
        </p:grpSpPr>
        <p:grpSp>
          <p:nvGrpSpPr>
            <p:cNvPr id="2248" name="Google Shape;2248;p69"/>
            <p:cNvGrpSpPr/>
            <p:nvPr/>
          </p:nvGrpSpPr>
          <p:grpSpPr>
            <a:xfrm>
              <a:off x="7237618" y="1648621"/>
              <a:ext cx="1045947" cy="1029519"/>
              <a:chOff x="9440349" y="3042733"/>
              <a:chExt cx="844527" cy="831263"/>
            </a:xfrm>
          </p:grpSpPr>
          <p:grpSp>
            <p:nvGrpSpPr>
              <p:cNvPr id="2249" name="Google Shape;2249;p69"/>
              <p:cNvGrpSpPr/>
              <p:nvPr/>
            </p:nvGrpSpPr>
            <p:grpSpPr>
              <a:xfrm>
                <a:off x="9440349" y="3042733"/>
                <a:ext cx="738878" cy="831215"/>
                <a:chOff x="9893871" y="3618738"/>
                <a:chExt cx="738878" cy="831215"/>
              </a:xfrm>
            </p:grpSpPr>
            <p:sp>
              <p:nvSpPr>
                <p:cNvPr id="2250" name="Google Shape;2250;p69"/>
                <p:cNvSpPr/>
                <p:nvPr/>
              </p:nvSpPr>
              <p:spPr>
                <a:xfrm>
                  <a:off x="9893871" y="3618738"/>
                  <a:ext cx="554735" cy="831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4735" h="831215" extrusionOk="0">
                      <a:moveTo>
                        <a:pt x="554736" y="831215"/>
                      </a:moveTo>
                      <a:lnTo>
                        <a:pt x="134810" y="831215"/>
                      </a:lnTo>
                      <a:lnTo>
                        <a:pt x="0" y="0"/>
                      </a:lnTo>
                      <a:lnTo>
                        <a:pt x="41998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51" name="Google Shape;2251;p69"/>
                <p:cNvSpPr/>
                <p:nvPr/>
              </p:nvSpPr>
              <p:spPr>
                <a:xfrm>
                  <a:off x="9930638" y="3641216"/>
                  <a:ext cx="254825" cy="786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825" h="786320" extrusionOk="0">
                      <a:moveTo>
                        <a:pt x="254826" y="786321"/>
                      </a:moveTo>
                      <a:lnTo>
                        <a:pt x="127508" y="786321"/>
                      </a:lnTo>
                      <a:lnTo>
                        <a:pt x="0" y="0"/>
                      </a:lnTo>
                      <a:lnTo>
                        <a:pt x="127318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52" name="Google Shape;2252;p69"/>
                <p:cNvSpPr/>
                <p:nvPr/>
              </p:nvSpPr>
              <p:spPr>
                <a:xfrm>
                  <a:off x="10054335" y="3618738"/>
                  <a:ext cx="578414" cy="831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8414" h="831215" extrusionOk="0">
                      <a:moveTo>
                        <a:pt x="559880" y="831215"/>
                      </a:moveTo>
                      <a:lnTo>
                        <a:pt x="134747" y="831215"/>
                      </a:lnTo>
                      <a:lnTo>
                        <a:pt x="0" y="0"/>
                      </a:lnTo>
                      <a:lnTo>
                        <a:pt x="431356" y="0"/>
                      </a:lnTo>
                      <a:cubicBezTo>
                        <a:pt x="440309" y="0"/>
                        <a:pt x="447993" y="6477"/>
                        <a:pt x="449390" y="15367"/>
                      </a:cubicBezTo>
                      <a:lnTo>
                        <a:pt x="578168" y="809752"/>
                      </a:lnTo>
                      <a:cubicBezTo>
                        <a:pt x="580009" y="820991"/>
                        <a:pt x="571309" y="831215"/>
                        <a:pt x="559880" y="83121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53" name="Google Shape;2253;p69"/>
                <p:cNvSpPr/>
                <p:nvPr/>
              </p:nvSpPr>
              <p:spPr>
                <a:xfrm>
                  <a:off x="10123360" y="3940111"/>
                  <a:ext cx="460565" cy="188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0565" h="188531" extrusionOk="0">
                      <a:moveTo>
                        <a:pt x="460566" y="188532"/>
                      </a:moveTo>
                      <a:lnTo>
                        <a:pt x="30544" y="188532"/>
                      </a:lnTo>
                      <a:lnTo>
                        <a:pt x="0" y="0"/>
                      </a:lnTo>
                      <a:lnTo>
                        <a:pt x="429958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254" name="Google Shape;2254;p69"/>
                <p:cNvGrpSpPr/>
                <p:nvPr/>
              </p:nvGrpSpPr>
              <p:grpSpPr>
                <a:xfrm>
                  <a:off x="10078148" y="3661600"/>
                  <a:ext cx="435228" cy="31940"/>
                  <a:chOff x="10078148" y="3661600"/>
                  <a:chExt cx="435228" cy="31940"/>
                </a:xfrm>
              </p:grpSpPr>
              <p:sp>
                <p:nvSpPr>
                  <p:cNvPr id="2255" name="Google Shape;2255;p69"/>
                  <p:cNvSpPr/>
                  <p:nvPr/>
                </p:nvSpPr>
                <p:spPr>
                  <a:xfrm>
                    <a:off x="10078148" y="3661600"/>
                    <a:ext cx="431482" cy="88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1482" h="8890" extrusionOk="0">
                        <a:moveTo>
                          <a:pt x="431483" y="8890"/>
                        </a:moveTo>
                        <a:lnTo>
                          <a:pt x="1460" y="8890"/>
                        </a:lnTo>
                        <a:lnTo>
                          <a:pt x="0" y="0"/>
                        </a:lnTo>
                        <a:lnTo>
                          <a:pt x="430022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56" name="Google Shape;2256;p69"/>
                  <p:cNvSpPr/>
                  <p:nvPr/>
                </p:nvSpPr>
                <p:spPr>
                  <a:xfrm>
                    <a:off x="10081894" y="3684587"/>
                    <a:ext cx="431482" cy="89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1482" h="8953" extrusionOk="0">
                        <a:moveTo>
                          <a:pt x="431483" y="8953"/>
                        </a:moveTo>
                        <a:lnTo>
                          <a:pt x="1461" y="8953"/>
                        </a:lnTo>
                        <a:lnTo>
                          <a:pt x="0" y="0"/>
                        </a:lnTo>
                        <a:lnTo>
                          <a:pt x="430023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257" name="Google Shape;2257;p69"/>
                <p:cNvSpPr/>
                <p:nvPr/>
              </p:nvSpPr>
              <p:spPr>
                <a:xfrm>
                  <a:off x="10054335" y="3618738"/>
                  <a:ext cx="151638" cy="831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638" h="831215" extrusionOk="0">
                      <a:moveTo>
                        <a:pt x="151638" y="831215"/>
                      </a:moveTo>
                      <a:lnTo>
                        <a:pt x="134747" y="831215"/>
                      </a:lnTo>
                      <a:lnTo>
                        <a:pt x="0" y="0"/>
                      </a:lnTo>
                      <a:lnTo>
                        <a:pt x="168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58" name="Google Shape;2258;p69"/>
                <p:cNvSpPr/>
                <p:nvPr/>
              </p:nvSpPr>
              <p:spPr>
                <a:xfrm>
                  <a:off x="9893871" y="3618738"/>
                  <a:ext cx="151701" cy="831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701" h="831215" extrusionOk="0">
                      <a:moveTo>
                        <a:pt x="151702" y="831215"/>
                      </a:moveTo>
                      <a:lnTo>
                        <a:pt x="134810" y="831215"/>
                      </a:lnTo>
                      <a:lnTo>
                        <a:pt x="0" y="0"/>
                      </a:lnTo>
                      <a:lnTo>
                        <a:pt x="168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259" name="Google Shape;2259;p69"/>
                <p:cNvGrpSpPr/>
                <p:nvPr/>
              </p:nvGrpSpPr>
              <p:grpSpPr>
                <a:xfrm>
                  <a:off x="9944607" y="3641216"/>
                  <a:ext cx="226886" cy="786320"/>
                  <a:chOff x="9944607" y="3641216"/>
                  <a:chExt cx="226886" cy="786320"/>
                </a:xfrm>
              </p:grpSpPr>
              <p:sp>
                <p:nvSpPr>
                  <p:cNvPr id="2260" name="Google Shape;2260;p69"/>
                  <p:cNvSpPr/>
                  <p:nvPr/>
                </p:nvSpPr>
                <p:spPr>
                  <a:xfrm>
                    <a:off x="9976040" y="3641216"/>
                    <a:ext cx="132588" cy="7863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2588" h="786320" extrusionOk="0">
                        <a:moveTo>
                          <a:pt x="5080" y="0"/>
                        </a:moveTo>
                        <a:lnTo>
                          <a:pt x="0" y="0"/>
                        </a:lnTo>
                        <a:lnTo>
                          <a:pt x="127508" y="786321"/>
                        </a:lnTo>
                        <a:lnTo>
                          <a:pt x="132588" y="78632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61" name="Google Shape;2261;p69"/>
                  <p:cNvSpPr/>
                  <p:nvPr/>
                </p:nvSpPr>
                <p:spPr>
                  <a:xfrm>
                    <a:off x="9944607" y="3641216"/>
                    <a:ext cx="132524" cy="7863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2524" h="786320" extrusionOk="0">
                        <a:moveTo>
                          <a:pt x="127509" y="786321"/>
                        </a:moveTo>
                        <a:lnTo>
                          <a:pt x="132524" y="786321"/>
                        </a:lnTo>
                        <a:lnTo>
                          <a:pt x="508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62" name="Google Shape;2262;p69"/>
                  <p:cNvSpPr/>
                  <p:nvPr/>
                </p:nvSpPr>
                <p:spPr>
                  <a:xfrm>
                    <a:off x="9960356" y="3641216"/>
                    <a:ext cx="132524" cy="7863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2524" h="786320" extrusionOk="0">
                        <a:moveTo>
                          <a:pt x="5016" y="0"/>
                        </a:moveTo>
                        <a:lnTo>
                          <a:pt x="0" y="0"/>
                        </a:lnTo>
                        <a:lnTo>
                          <a:pt x="127444" y="786321"/>
                        </a:lnTo>
                        <a:lnTo>
                          <a:pt x="132524" y="78632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63" name="Google Shape;2263;p69"/>
                  <p:cNvSpPr/>
                  <p:nvPr/>
                </p:nvSpPr>
                <p:spPr>
                  <a:xfrm>
                    <a:off x="10023220" y="3641216"/>
                    <a:ext cx="132588" cy="7863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2588" h="786320" extrusionOk="0">
                        <a:moveTo>
                          <a:pt x="5080" y="0"/>
                        </a:moveTo>
                        <a:lnTo>
                          <a:pt x="0" y="0"/>
                        </a:lnTo>
                        <a:lnTo>
                          <a:pt x="127509" y="786321"/>
                        </a:lnTo>
                        <a:lnTo>
                          <a:pt x="132588" y="78632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64" name="Google Shape;2264;p69"/>
                  <p:cNvSpPr/>
                  <p:nvPr/>
                </p:nvSpPr>
                <p:spPr>
                  <a:xfrm>
                    <a:off x="10038968" y="3641216"/>
                    <a:ext cx="132525" cy="7863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2525" h="786320" extrusionOk="0">
                        <a:moveTo>
                          <a:pt x="5080" y="0"/>
                        </a:moveTo>
                        <a:lnTo>
                          <a:pt x="0" y="0"/>
                        </a:lnTo>
                        <a:lnTo>
                          <a:pt x="127509" y="786321"/>
                        </a:lnTo>
                        <a:lnTo>
                          <a:pt x="132525" y="78632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65" name="Google Shape;2265;p69"/>
                  <p:cNvSpPr/>
                  <p:nvPr/>
                </p:nvSpPr>
                <p:spPr>
                  <a:xfrm>
                    <a:off x="10007536" y="3641216"/>
                    <a:ext cx="132524" cy="7863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2524" h="786320" extrusionOk="0">
                        <a:moveTo>
                          <a:pt x="5017" y="0"/>
                        </a:moveTo>
                        <a:lnTo>
                          <a:pt x="0" y="0"/>
                        </a:lnTo>
                        <a:lnTo>
                          <a:pt x="127445" y="786321"/>
                        </a:lnTo>
                        <a:lnTo>
                          <a:pt x="132524" y="78632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66" name="Google Shape;2266;p69"/>
                  <p:cNvSpPr/>
                  <p:nvPr/>
                </p:nvSpPr>
                <p:spPr>
                  <a:xfrm>
                    <a:off x="9991788" y="3641216"/>
                    <a:ext cx="132524" cy="7863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2524" h="786320" extrusionOk="0">
                        <a:moveTo>
                          <a:pt x="5080" y="0"/>
                        </a:moveTo>
                        <a:lnTo>
                          <a:pt x="0" y="0"/>
                        </a:lnTo>
                        <a:lnTo>
                          <a:pt x="127508" y="786321"/>
                        </a:lnTo>
                        <a:lnTo>
                          <a:pt x="132524" y="78632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267" name="Google Shape;2267;p69"/>
                <p:cNvSpPr/>
                <p:nvPr/>
              </p:nvSpPr>
              <p:spPr>
                <a:xfrm>
                  <a:off x="10478665" y="3638699"/>
                  <a:ext cx="132607" cy="791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607" h="791378" extrusionOk="0">
                      <a:moveTo>
                        <a:pt x="130026" y="791378"/>
                      </a:moveTo>
                      <a:cubicBezTo>
                        <a:pt x="128819" y="791378"/>
                        <a:pt x="127740" y="790489"/>
                        <a:pt x="127549" y="789283"/>
                      </a:cubicBezTo>
                      <a:lnTo>
                        <a:pt x="41" y="2962"/>
                      </a:lnTo>
                      <a:cubicBezTo>
                        <a:pt x="-213" y="1565"/>
                        <a:pt x="740" y="295"/>
                        <a:pt x="2137" y="41"/>
                      </a:cubicBezTo>
                      <a:cubicBezTo>
                        <a:pt x="3534" y="-213"/>
                        <a:pt x="4803" y="740"/>
                        <a:pt x="5058" y="2136"/>
                      </a:cubicBezTo>
                      <a:lnTo>
                        <a:pt x="132566" y="788457"/>
                      </a:lnTo>
                      <a:cubicBezTo>
                        <a:pt x="132820" y="789854"/>
                        <a:pt x="131867" y="791124"/>
                        <a:pt x="130470" y="791378"/>
                      </a:cubicBezTo>
                      <a:cubicBezTo>
                        <a:pt x="130279" y="791378"/>
                        <a:pt x="130153" y="791378"/>
                        <a:pt x="130026" y="79137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268" name="Google Shape;2268;p69"/>
              <p:cNvGrpSpPr/>
              <p:nvPr/>
            </p:nvGrpSpPr>
            <p:grpSpPr>
              <a:xfrm>
                <a:off x="9808205" y="3211897"/>
                <a:ext cx="476671" cy="662099"/>
                <a:chOff x="10261727" y="3787902"/>
                <a:chExt cx="476671" cy="662099"/>
              </a:xfrm>
            </p:grpSpPr>
            <p:grpSp>
              <p:nvGrpSpPr>
                <p:cNvPr id="2269" name="Google Shape;2269;p69"/>
                <p:cNvGrpSpPr/>
                <p:nvPr/>
              </p:nvGrpSpPr>
              <p:grpSpPr>
                <a:xfrm>
                  <a:off x="10261727" y="3787902"/>
                  <a:ext cx="132875" cy="662099"/>
                  <a:chOff x="10261727" y="3787902"/>
                  <a:chExt cx="132875" cy="662099"/>
                </a:xfrm>
              </p:grpSpPr>
              <p:sp>
                <p:nvSpPr>
                  <p:cNvPr id="2270" name="Google Shape;2270;p69"/>
                  <p:cNvSpPr/>
                  <p:nvPr/>
                </p:nvSpPr>
                <p:spPr>
                  <a:xfrm>
                    <a:off x="10261727" y="3787902"/>
                    <a:ext cx="18224" cy="6620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224" h="662051" extrusionOk="0">
                        <a:moveTo>
                          <a:pt x="0" y="0"/>
                        </a:moveTo>
                        <a:lnTo>
                          <a:pt x="18225" y="0"/>
                        </a:lnTo>
                        <a:lnTo>
                          <a:pt x="18225" y="662051"/>
                        </a:lnTo>
                        <a:lnTo>
                          <a:pt x="0" y="66205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71" name="Google Shape;2271;p69"/>
                  <p:cNvSpPr/>
                  <p:nvPr/>
                </p:nvSpPr>
                <p:spPr>
                  <a:xfrm rot="10800000">
                    <a:off x="10279922" y="3787950"/>
                    <a:ext cx="114680" cy="6620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680" h="662051" extrusionOk="0">
                        <a:moveTo>
                          <a:pt x="0" y="0"/>
                        </a:moveTo>
                        <a:lnTo>
                          <a:pt x="114681" y="0"/>
                        </a:lnTo>
                        <a:lnTo>
                          <a:pt x="114681" y="662051"/>
                        </a:lnTo>
                        <a:lnTo>
                          <a:pt x="0" y="66205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272" name="Google Shape;2272;p69"/>
                <p:cNvSpPr/>
                <p:nvPr/>
              </p:nvSpPr>
              <p:spPr>
                <a:xfrm>
                  <a:off x="10293921" y="3787902"/>
                  <a:ext cx="126619" cy="662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619" h="662051" extrusionOk="0">
                      <a:moveTo>
                        <a:pt x="0" y="0"/>
                      </a:moveTo>
                      <a:lnTo>
                        <a:pt x="126618" y="0"/>
                      </a:lnTo>
                      <a:lnTo>
                        <a:pt x="126618" y="662051"/>
                      </a:lnTo>
                      <a:lnTo>
                        <a:pt x="0" y="66205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273" name="Google Shape;2273;p69"/>
                <p:cNvGrpSpPr/>
                <p:nvPr/>
              </p:nvGrpSpPr>
              <p:grpSpPr>
                <a:xfrm>
                  <a:off x="10301478" y="3787902"/>
                  <a:ext cx="51815" cy="662051"/>
                  <a:chOff x="10301478" y="3787902"/>
                  <a:chExt cx="51815" cy="662051"/>
                </a:xfrm>
              </p:grpSpPr>
              <p:sp>
                <p:nvSpPr>
                  <p:cNvPr id="2274" name="Google Shape;2274;p69"/>
                  <p:cNvSpPr/>
                  <p:nvPr/>
                </p:nvSpPr>
                <p:spPr>
                  <a:xfrm>
                    <a:off x="10301478" y="3787902"/>
                    <a:ext cx="3238" cy="6620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38" h="662051" extrusionOk="0">
                        <a:moveTo>
                          <a:pt x="0" y="0"/>
                        </a:moveTo>
                        <a:lnTo>
                          <a:pt x="3239" y="0"/>
                        </a:lnTo>
                        <a:lnTo>
                          <a:pt x="3239" y="662051"/>
                        </a:lnTo>
                        <a:lnTo>
                          <a:pt x="0" y="66205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75" name="Google Shape;2275;p69"/>
                  <p:cNvSpPr/>
                  <p:nvPr/>
                </p:nvSpPr>
                <p:spPr>
                  <a:xfrm>
                    <a:off x="10311193" y="3787902"/>
                    <a:ext cx="3238" cy="6620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38" h="662051" extrusionOk="0">
                        <a:moveTo>
                          <a:pt x="0" y="0"/>
                        </a:moveTo>
                        <a:lnTo>
                          <a:pt x="3239" y="0"/>
                        </a:lnTo>
                        <a:lnTo>
                          <a:pt x="3239" y="662051"/>
                        </a:lnTo>
                        <a:lnTo>
                          <a:pt x="0" y="66205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76" name="Google Shape;2276;p69"/>
                  <p:cNvSpPr/>
                  <p:nvPr/>
                </p:nvSpPr>
                <p:spPr>
                  <a:xfrm>
                    <a:off x="10320909" y="3787902"/>
                    <a:ext cx="3238" cy="6620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38" h="662051" extrusionOk="0">
                        <a:moveTo>
                          <a:pt x="0" y="0"/>
                        </a:moveTo>
                        <a:lnTo>
                          <a:pt x="3238" y="0"/>
                        </a:lnTo>
                        <a:lnTo>
                          <a:pt x="3238" y="662051"/>
                        </a:lnTo>
                        <a:lnTo>
                          <a:pt x="0" y="66205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77" name="Google Shape;2277;p69"/>
                  <p:cNvSpPr/>
                  <p:nvPr/>
                </p:nvSpPr>
                <p:spPr>
                  <a:xfrm>
                    <a:off x="10330624" y="3787902"/>
                    <a:ext cx="3238" cy="6620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38" h="662051" extrusionOk="0">
                        <a:moveTo>
                          <a:pt x="0" y="0"/>
                        </a:moveTo>
                        <a:lnTo>
                          <a:pt x="3239" y="0"/>
                        </a:lnTo>
                        <a:lnTo>
                          <a:pt x="3239" y="662051"/>
                        </a:lnTo>
                        <a:lnTo>
                          <a:pt x="0" y="66205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78" name="Google Shape;2278;p69"/>
                  <p:cNvSpPr/>
                  <p:nvPr/>
                </p:nvSpPr>
                <p:spPr>
                  <a:xfrm>
                    <a:off x="10340340" y="3787902"/>
                    <a:ext cx="3238" cy="6620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38" h="662051" extrusionOk="0">
                        <a:moveTo>
                          <a:pt x="0" y="0"/>
                        </a:moveTo>
                        <a:lnTo>
                          <a:pt x="3239" y="0"/>
                        </a:lnTo>
                        <a:lnTo>
                          <a:pt x="3239" y="662051"/>
                        </a:lnTo>
                        <a:lnTo>
                          <a:pt x="0" y="66205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79" name="Google Shape;2279;p69"/>
                  <p:cNvSpPr/>
                  <p:nvPr/>
                </p:nvSpPr>
                <p:spPr>
                  <a:xfrm>
                    <a:off x="10350055" y="3787902"/>
                    <a:ext cx="3238" cy="6620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38" h="662051" extrusionOk="0">
                        <a:moveTo>
                          <a:pt x="0" y="0"/>
                        </a:moveTo>
                        <a:lnTo>
                          <a:pt x="3239" y="0"/>
                        </a:lnTo>
                        <a:lnTo>
                          <a:pt x="3239" y="662051"/>
                        </a:lnTo>
                        <a:lnTo>
                          <a:pt x="0" y="66205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280" name="Google Shape;2280;p69"/>
                <p:cNvGrpSpPr/>
                <p:nvPr/>
              </p:nvGrpSpPr>
              <p:grpSpPr>
                <a:xfrm>
                  <a:off x="10359771" y="3787902"/>
                  <a:ext cx="378627" cy="662099"/>
                  <a:chOff x="10359771" y="3787902"/>
                  <a:chExt cx="378627" cy="662099"/>
                </a:xfrm>
              </p:grpSpPr>
              <p:sp>
                <p:nvSpPr>
                  <p:cNvPr id="2281" name="Google Shape;2281;p69"/>
                  <p:cNvSpPr/>
                  <p:nvPr/>
                </p:nvSpPr>
                <p:spPr>
                  <a:xfrm>
                    <a:off x="10359771" y="3787902"/>
                    <a:ext cx="18224" cy="6620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224" h="662051" extrusionOk="0">
                        <a:moveTo>
                          <a:pt x="0" y="0"/>
                        </a:moveTo>
                        <a:lnTo>
                          <a:pt x="18224" y="0"/>
                        </a:lnTo>
                        <a:lnTo>
                          <a:pt x="18224" y="662051"/>
                        </a:lnTo>
                        <a:lnTo>
                          <a:pt x="0" y="66205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82" name="Google Shape;2282;p69"/>
                  <p:cNvSpPr/>
                  <p:nvPr/>
                </p:nvSpPr>
                <p:spPr>
                  <a:xfrm rot="10800000">
                    <a:off x="10378036" y="3787950"/>
                    <a:ext cx="360362" cy="6620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0362" h="662051" extrusionOk="0">
                        <a:moveTo>
                          <a:pt x="0" y="0"/>
                        </a:moveTo>
                        <a:lnTo>
                          <a:pt x="360362" y="0"/>
                        </a:lnTo>
                        <a:lnTo>
                          <a:pt x="360362" y="662051"/>
                        </a:lnTo>
                        <a:lnTo>
                          <a:pt x="0" y="66205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283" name="Google Shape;2283;p69"/>
                <p:cNvSpPr/>
                <p:nvPr/>
              </p:nvSpPr>
              <p:spPr>
                <a:xfrm>
                  <a:off x="10516298" y="3787902"/>
                  <a:ext cx="83820" cy="662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20" h="662051" extrusionOk="0">
                      <a:moveTo>
                        <a:pt x="0" y="0"/>
                      </a:moveTo>
                      <a:lnTo>
                        <a:pt x="83820" y="0"/>
                      </a:lnTo>
                      <a:lnTo>
                        <a:pt x="83820" y="662051"/>
                      </a:lnTo>
                      <a:lnTo>
                        <a:pt x="0" y="66205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84" name="Google Shape;2284;p69"/>
                <p:cNvSpPr/>
                <p:nvPr/>
              </p:nvSpPr>
              <p:spPr>
                <a:xfrm>
                  <a:off x="10429430" y="4034345"/>
                  <a:ext cx="257682" cy="1637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682" h="163702" extrusionOk="0">
                      <a:moveTo>
                        <a:pt x="257683" y="81851"/>
                      </a:moveTo>
                      <a:cubicBezTo>
                        <a:pt x="257683" y="59372"/>
                        <a:pt x="230949" y="39814"/>
                        <a:pt x="191452" y="29591"/>
                      </a:cubicBezTo>
                      <a:cubicBezTo>
                        <a:pt x="184594" y="27813"/>
                        <a:pt x="178244" y="24447"/>
                        <a:pt x="173227" y="19367"/>
                      </a:cubicBezTo>
                      <a:cubicBezTo>
                        <a:pt x="161226" y="7302"/>
                        <a:pt x="145732" y="0"/>
                        <a:pt x="128841" y="0"/>
                      </a:cubicBezTo>
                      <a:cubicBezTo>
                        <a:pt x="111951" y="0"/>
                        <a:pt x="96393" y="7302"/>
                        <a:pt x="84455" y="19367"/>
                      </a:cubicBezTo>
                      <a:cubicBezTo>
                        <a:pt x="79438" y="24384"/>
                        <a:pt x="73088" y="27813"/>
                        <a:pt x="66230" y="29591"/>
                      </a:cubicBezTo>
                      <a:cubicBezTo>
                        <a:pt x="26733" y="39814"/>
                        <a:pt x="0" y="59372"/>
                        <a:pt x="0" y="81851"/>
                      </a:cubicBezTo>
                      <a:cubicBezTo>
                        <a:pt x="0" y="104330"/>
                        <a:pt x="26733" y="123889"/>
                        <a:pt x="66230" y="134112"/>
                      </a:cubicBezTo>
                      <a:cubicBezTo>
                        <a:pt x="73088" y="135890"/>
                        <a:pt x="79438" y="139255"/>
                        <a:pt x="84455" y="144335"/>
                      </a:cubicBezTo>
                      <a:cubicBezTo>
                        <a:pt x="96456" y="156401"/>
                        <a:pt x="111951" y="163703"/>
                        <a:pt x="128841" y="163703"/>
                      </a:cubicBezTo>
                      <a:cubicBezTo>
                        <a:pt x="145732" y="163703"/>
                        <a:pt x="161289" y="156401"/>
                        <a:pt x="173227" y="144335"/>
                      </a:cubicBezTo>
                      <a:cubicBezTo>
                        <a:pt x="178244" y="139319"/>
                        <a:pt x="184594" y="135890"/>
                        <a:pt x="191452" y="134112"/>
                      </a:cubicBezTo>
                      <a:cubicBezTo>
                        <a:pt x="230949" y="123889"/>
                        <a:pt x="257683" y="104330"/>
                        <a:pt x="257683" y="8185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85" name="Google Shape;2285;p69"/>
                <p:cNvSpPr/>
                <p:nvPr/>
              </p:nvSpPr>
              <p:spPr>
                <a:xfrm>
                  <a:off x="10715688" y="3803777"/>
                  <a:ext cx="5080" cy="630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" h="630364" extrusionOk="0">
                      <a:moveTo>
                        <a:pt x="2540" y="630364"/>
                      </a:moveTo>
                      <a:cubicBezTo>
                        <a:pt x="1143" y="630364"/>
                        <a:pt x="0" y="629221"/>
                        <a:pt x="0" y="627825"/>
                      </a:cubicBezTo>
                      <a:lnTo>
                        <a:pt x="0" y="2540"/>
                      </a:lnTo>
                      <a:cubicBezTo>
                        <a:pt x="0" y="1143"/>
                        <a:pt x="1143" y="0"/>
                        <a:pt x="2540" y="0"/>
                      </a:cubicBezTo>
                      <a:cubicBezTo>
                        <a:pt x="3937" y="0"/>
                        <a:pt x="5080" y="1143"/>
                        <a:pt x="5080" y="2540"/>
                      </a:cubicBezTo>
                      <a:lnTo>
                        <a:pt x="5080" y="627825"/>
                      </a:lnTo>
                      <a:cubicBezTo>
                        <a:pt x="5080" y="629221"/>
                        <a:pt x="3937" y="630364"/>
                        <a:pt x="2540" y="63036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286" name="Google Shape;2286;p69"/>
            <p:cNvGrpSpPr/>
            <p:nvPr/>
          </p:nvGrpSpPr>
          <p:grpSpPr>
            <a:xfrm flipH="1">
              <a:off x="5659150" y="1334668"/>
              <a:ext cx="2960341" cy="3145862"/>
              <a:chOff x="5625042" y="1844144"/>
              <a:chExt cx="3173607" cy="3372494"/>
            </a:xfrm>
          </p:grpSpPr>
          <p:grpSp>
            <p:nvGrpSpPr>
              <p:cNvPr id="2287" name="Google Shape;2287;p69"/>
              <p:cNvGrpSpPr/>
              <p:nvPr/>
            </p:nvGrpSpPr>
            <p:grpSpPr>
              <a:xfrm flipH="1">
                <a:off x="5625042" y="3343707"/>
                <a:ext cx="1271683" cy="1872826"/>
                <a:chOff x="9642157" y="3333115"/>
                <a:chExt cx="758444" cy="1116838"/>
              </a:xfrm>
            </p:grpSpPr>
            <p:sp>
              <p:nvSpPr>
                <p:cNvPr id="2288" name="Google Shape;2288;p69"/>
                <p:cNvSpPr/>
                <p:nvPr/>
              </p:nvSpPr>
              <p:spPr>
                <a:xfrm>
                  <a:off x="9642157" y="3333115"/>
                  <a:ext cx="240538" cy="11168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538" h="1116838" extrusionOk="0">
                      <a:moveTo>
                        <a:pt x="55373" y="1116838"/>
                      </a:moveTo>
                      <a:lnTo>
                        <a:pt x="0" y="1116838"/>
                      </a:lnTo>
                      <a:lnTo>
                        <a:pt x="185166" y="0"/>
                      </a:lnTo>
                      <a:lnTo>
                        <a:pt x="24053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89" name="Google Shape;2289;p69"/>
                <p:cNvSpPr/>
                <p:nvPr/>
              </p:nvSpPr>
              <p:spPr>
                <a:xfrm>
                  <a:off x="10160063" y="3333115"/>
                  <a:ext cx="240538" cy="11168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538" h="1116838" extrusionOk="0">
                      <a:moveTo>
                        <a:pt x="185166" y="1116838"/>
                      </a:moveTo>
                      <a:lnTo>
                        <a:pt x="240538" y="1116838"/>
                      </a:lnTo>
                      <a:lnTo>
                        <a:pt x="5537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90" name="Google Shape;2290;p69"/>
                <p:cNvSpPr/>
                <p:nvPr/>
              </p:nvSpPr>
              <p:spPr>
                <a:xfrm>
                  <a:off x="9814369" y="3333115"/>
                  <a:ext cx="68326" cy="78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326" h="78231" extrusionOk="0">
                      <a:moveTo>
                        <a:pt x="0" y="78232"/>
                      </a:moveTo>
                      <a:lnTo>
                        <a:pt x="56706" y="70231"/>
                      </a:lnTo>
                      <a:lnTo>
                        <a:pt x="68326" y="0"/>
                      </a:lnTo>
                      <a:lnTo>
                        <a:pt x="1295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91" name="Google Shape;2291;p69"/>
                <p:cNvSpPr/>
                <p:nvPr/>
              </p:nvSpPr>
              <p:spPr>
                <a:xfrm>
                  <a:off x="10160063" y="3333115"/>
                  <a:ext cx="58864" cy="28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864" h="28638" extrusionOk="0">
                      <a:moveTo>
                        <a:pt x="55372" y="0"/>
                      </a:moveTo>
                      <a:lnTo>
                        <a:pt x="0" y="0"/>
                      </a:lnTo>
                      <a:lnTo>
                        <a:pt x="4763" y="28638"/>
                      </a:lnTo>
                      <a:lnTo>
                        <a:pt x="58865" y="210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292" name="Google Shape;2292;p69"/>
              <p:cNvGrpSpPr/>
              <p:nvPr/>
            </p:nvGrpSpPr>
            <p:grpSpPr>
              <a:xfrm flipH="1">
                <a:off x="7090288" y="2943682"/>
                <a:ext cx="1671373" cy="2272848"/>
                <a:chOff x="8529891" y="3094565"/>
                <a:chExt cx="996823" cy="1355387"/>
              </a:xfrm>
            </p:grpSpPr>
            <p:grpSp>
              <p:nvGrpSpPr>
                <p:cNvPr id="2293" name="Google Shape;2293;p69"/>
                <p:cNvGrpSpPr/>
                <p:nvPr/>
              </p:nvGrpSpPr>
              <p:grpSpPr>
                <a:xfrm>
                  <a:off x="8909494" y="3758882"/>
                  <a:ext cx="617220" cy="691070"/>
                  <a:chOff x="8909494" y="3758882"/>
                  <a:chExt cx="617220" cy="691070"/>
                </a:xfrm>
              </p:grpSpPr>
              <p:sp>
                <p:nvSpPr>
                  <p:cNvPr id="2294" name="Google Shape;2294;p69"/>
                  <p:cNvSpPr/>
                  <p:nvPr/>
                </p:nvSpPr>
                <p:spPr>
                  <a:xfrm>
                    <a:off x="9356788" y="3758882"/>
                    <a:ext cx="169926" cy="6910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9926" h="691070" extrusionOk="0">
                        <a:moveTo>
                          <a:pt x="169926" y="691071"/>
                        </a:moveTo>
                        <a:lnTo>
                          <a:pt x="55372" y="0"/>
                        </a:lnTo>
                        <a:lnTo>
                          <a:pt x="0" y="0"/>
                        </a:lnTo>
                        <a:lnTo>
                          <a:pt x="114554" y="691071"/>
                        </a:ln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95" name="Google Shape;2295;p69"/>
                  <p:cNvSpPr/>
                  <p:nvPr/>
                </p:nvSpPr>
                <p:spPr>
                  <a:xfrm>
                    <a:off x="8909494" y="3758882"/>
                    <a:ext cx="169926" cy="6910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9926" h="691070" extrusionOk="0">
                        <a:moveTo>
                          <a:pt x="55373" y="691071"/>
                        </a:moveTo>
                        <a:lnTo>
                          <a:pt x="169926" y="0"/>
                        </a:lnTo>
                        <a:lnTo>
                          <a:pt x="114554" y="0"/>
                        </a:lnTo>
                        <a:lnTo>
                          <a:pt x="0" y="69107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296" name="Google Shape;2296;p69"/>
                <p:cNvSpPr/>
                <p:nvPr/>
              </p:nvSpPr>
              <p:spPr>
                <a:xfrm>
                  <a:off x="8529891" y="3094565"/>
                  <a:ext cx="971930" cy="6838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1930" h="683874" extrusionOk="0">
                      <a:moveTo>
                        <a:pt x="946531" y="633011"/>
                      </a:moveTo>
                      <a:lnTo>
                        <a:pt x="498919" y="633011"/>
                      </a:lnTo>
                      <a:cubicBezTo>
                        <a:pt x="447675" y="633011"/>
                        <a:pt x="403352" y="596499"/>
                        <a:pt x="393573" y="546206"/>
                      </a:cubicBezTo>
                      <a:lnTo>
                        <a:pt x="291274" y="20554"/>
                      </a:lnTo>
                      <a:cubicBezTo>
                        <a:pt x="288607" y="6774"/>
                        <a:pt x="275272" y="-2243"/>
                        <a:pt x="261493" y="488"/>
                      </a:cubicBezTo>
                      <a:lnTo>
                        <a:pt x="0" y="488"/>
                      </a:lnTo>
                      <a:lnTo>
                        <a:pt x="88709" y="513694"/>
                      </a:lnTo>
                      <a:cubicBezTo>
                        <a:pt x="105727" y="612056"/>
                        <a:pt x="191008" y="683875"/>
                        <a:pt x="290830" y="683875"/>
                      </a:cubicBezTo>
                      <a:lnTo>
                        <a:pt x="498919" y="683875"/>
                      </a:lnTo>
                      <a:lnTo>
                        <a:pt x="606425" y="683875"/>
                      </a:lnTo>
                      <a:lnTo>
                        <a:pt x="946531" y="683875"/>
                      </a:lnTo>
                      <a:cubicBezTo>
                        <a:pt x="960565" y="683875"/>
                        <a:pt x="971931" y="672508"/>
                        <a:pt x="971931" y="658475"/>
                      </a:cubicBezTo>
                      <a:cubicBezTo>
                        <a:pt x="971931" y="644441"/>
                        <a:pt x="960565" y="633011"/>
                        <a:pt x="946531" y="63301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297" name="Google Shape;2297;p69"/>
              <p:cNvSpPr/>
              <p:nvPr/>
            </p:nvSpPr>
            <p:spPr>
              <a:xfrm flipH="1">
                <a:off x="5796001" y="3273854"/>
                <a:ext cx="2079187" cy="69876"/>
              </a:xfrm>
              <a:custGeom>
                <a:avLst/>
                <a:gdLst/>
                <a:ahLst/>
                <a:cxnLst/>
                <a:rect l="l" t="t" r="r" b="b"/>
                <a:pathLst>
                  <a:path w="1239456" h="41655" extrusionOk="0">
                    <a:moveTo>
                      <a:pt x="20827" y="41656"/>
                    </a:moveTo>
                    <a:lnTo>
                      <a:pt x="1218628" y="41656"/>
                    </a:lnTo>
                    <a:cubicBezTo>
                      <a:pt x="1230122" y="41656"/>
                      <a:pt x="1239456" y="32321"/>
                      <a:pt x="1239456" y="20828"/>
                    </a:cubicBezTo>
                    <a:lnTo>
                      <a:pt x="1239456" y="20828"/>
                    </a:lnTo>
                    <a:cubicBezTo>
                      <a:pt x="1239456" y="9334"/>
                      <a:pt x="1230122" y="0"/>
                      <a:pt x="1218628" y="0"/>
                    </a:cubicBezTo>
                    <a:lnTo>
                      <a:pt x="20827" y="0"/>
                    </a:lnTo>
                    <a:cubicBezTo>
                      <a:pt x="9334" y="0"/>
                      <a:pt x="0" y="9334"/>
                      <a:pt x="0" y="20828"/>
                    </a:cubicBezTo>
                    <a:lnTo>
                      <a:pt x="0" y="20828"/>
                    </a:lnTo>
                    <a:cubicBezTo>
                      <a:pt x="0" y="32321"/>
                      <a:pt x="9334" y="41656"/>
                      <a:pt x="20827" y="4165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298" name="Google Shape;2298;p69"/>
              <p:cNvGrpSpPr/>
              <p:nvPr/>
            </p:nvGrpSpPr>
            <p:grpSpPr>
              <a:xfrm flipH="1">
                <a:off x="6657168" y="1844144"/>
                <a:ext cx="1826607" cy="3372494"/>
                <a:chOff x="8695625" y="2438868"/>
                <a:chExt cx="1089406" cy="2011148"/>
              </a:xfrm>
            </p:grpSpPr>
            <p:sp>
              <p:nvSpPr>
                <p:cNvPr id="2299" name="Google Shape;2299;p69"/>
                <p:cNvSpPr/>
                <p:nvPr/>
              </p:nvSpPr>
              <p:spPr>
                <a:xfrm>
                  <a:off x="9214484" y="3323351"/>
                  <a:ext cx="382016" cy="590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016" h="590851" extrusionOk="0">
                      <a:moveTo>
                        <a:pt x="41973" y="13256"/>
                      </a:moveTo>
                      <a:cubicBezTo>
                        <a:pt x="157163" y="-7445"/>
                        <a:pt x="257429" y="-17224"/>
                        <a:pt x="288099" y="88122"/>
                      </a:cubicBezTo>
                      <a:cubicBezTo>
                        <a:pt x="318770" y="193469"/>
                        <a:pt x="316992" y="231886"/>
                        <a:pt x="316992" y="231886"/>
                      </a:cubicBezTo>
                      <a:cubicBezTo>
                        <a:pt x="316992" y="231886"/>
                        <a:pt x="337503" y="253349"/>
                        <a:pt x="330391" y="279194"/>
                      </a:cubicBezTo>
                      <a:cubicBezTo>
                        <a:pt x="330391" y="279194"/>
                        <a:pt x="350012" y="414703"/>
                        <a:pt x="350901" y="455025"/>
                      </a:cubicBezTo>
                      <a:cubicBezTo>
                        <a:pt x="366967" y="503222"/>
                        <a:pt x="382016" y="590852"/>
                        <a:pt x="382016" y="590852"/>
                      </a:cubicBezTo>
                      <a:lnTo>
                        <a:pt x="249110" y="590852"/>
                      </a:lnTo>
                      <a:lnTo>
                        <a:pt x="0" y="205597"/>
                      </a:lnTo>
                      <a:lnTo>
                        <a:pt x="41973" y="1325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300" name="Google Shape;2300;p69"/>
                <p:cNvGrpSpPr/>
                <p:nvPr/>
              </p:nvGrpSpPr>
              <p:grpSpPr>
                <a:xfrm>
                  <a:off x="9387205" y="3882135"/>
                  <a:ext cx="335215" cy="367538"/>
                  <a:chOff x="9387205" y="3882135"/>
                  <a:chExt cx="335215" cy="367538"/>
                </a:xfrm>
              </p:grpSpPr>
              <p:sp>
                <p:nvSpPr>
                  <p:cNvPr id="2301" name="Google Shape;2301;p69"/>
                  <p:cNvSpPr/>
                  <p:nvPr/>
                </p:nvSpPr>
                <p:spPr>
                  <a:xfrm>
                    <a:off x="9424517" y="3882135"/>
                    <a:ext cx="293634" cy="3121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3634" h="312102" extrusionOk="0">
                        <a:moveTo>
                          <a:pt x="8089" y="0"/>
                        </a:moveTo>
                        <a:lnTo>
                          <a:pt x="148298" y="16256"/>
                        </a:lnTo>
                        <a:lnTo>
                          <a:pt x="181127" y="120205"/>
                        </a:lnTo>
                        <a:lnTo>
                          <a:pt x="236182" y="204153"/>
                        </a:lnTo>
                        <a:cubicBezTo>
                          <a:pt x="236182" y="204153"/>
                          <a:pt x="313207" y="232220"/>
                          <a:pt x="288887" y="312103"/>
                        </a:cubicBezTo>
                        <a:lnTo>
                          <a:pt x="2946" y="162497"/>
                        </a:lnTo>
                        <a:cubicBezTo>
                          <a:pt x="-6452" y="136525"/>
                          <a:pt x="7582" y="109220"/>
                          <a:pt x="31585" y="93663"/>
                        </a:cubicBezTo>
                        <a:lnTo>
                          <a:pt x="8089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02" name="Google Shape;2302;p69"/>
                  <p:cNvSpPr/>
                  <p:nvPr/>
                </p:nvSpPr>
                <p:spPr>
                  <a:xfrm>
                    <a:off x="9387205" y="4037457"/>
                    <a:ext cx="335215" cy="212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5215" h="212216" extrusionOk="0">
                        <a:moveTo>
                          <a:pt x="26543" y="0"/>
                        </a:moveTo>
                        <a:lnTo>
                          <a:pt x="0" y="50736"/>
                        </a:lnTo>
                        <a:lnTo>
                          <a:pt x="98742" y="102426"/>
                        </a:lnTo>
                        <a:lnTo>
                          <a:pt x="104203" y="92075"/>
                        </a:lnTo>
                        <a:cubicBezTo>
                          <a:pt x="108140" y="84582"/>
                          <a:pt x="118110" y="82995"/>
                          <a:pt x="124206" y="88900"/>
                        </a:cubicBezTo>
                        <a:lnTo>
                          <a:pt x="183959" y="147002"/>
                        </a:lnTo>
                        <a:lnTo>
                          <a:pt x="308673" y="212217"/>
                        </a:lnTo>
                        <a:lnTo>
                          <a:pt x="335216" y="161480"/>
                        </a:lnTo>
                        <a:lnTo>
                          <a:pt x="26543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303" name="Google Shape;2303;p69"/>
                <p:cNvSpPr/>
                <p:nvPr/>
              </p:nvSpPr>
              <p:spPr>
                <a:xfrm>
                  <a:off x="9389491" y="4053522"/>
                  <a:ext cx="154495" cy="1575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495" h="157543" extrusionOk="0">
                      <a:moveTo>
                        <a:pt x="0" y="0"/>
                      </a:moveTo>
                      <a:lnTo>
                        <a:pt x="27686" y="157543"/>
                      </a:lnTo>
                      <a:lnTo>
                        <a:pt x="154495" y="157543"/>
                      </a:lnTo>
                      <a:lnTo>
                        <a:pt x="135699" y="0"/>
                      </a:lnTo>
                      <a:close/>
                    </a:path>
                  </a:pathLst>
                </a:custGeom>
                <a:solidFill>
                  <a:srgbClr val="F9D4BC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04" name="Google Shape;2304;p69"/>
                <p:cNvSpPr/>
                <p:nvPr/>
              </p:nvSpPr>
              <p:spPr>
                <a:xfrm>
                  <a:off x="9392602" y="4071429"/>
                  <a:ext cx="136397" cy="459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97" h="45910" extrusionOk="0">
                      <a:moveTo>
                        <a:pt x="136398" y="13907"/>
                      </a:moveTo>
                      <a:cubicBezTo>
                        <a:pt x="95821" y="33084"/>
                        <a:pt x="53530" y="45466"/>
                        <a:pt x="8065" y="45911"/>
                      </a:cubicBezTo>
                      <a:lnTo>
                        <a:pt x="0" y="0"/>
                      </a:lnTo>
                      <a:lnTo>
                        <a:pt x="136398" y="13907"/>
                      </a:lnTo>
                      <a:close/>
                    </a:path>
                  </a:pathLst>
                </a:custGeom>
                <a:solidFill>
                  <a:srgbClr val="E6BEA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05" name="Google Shape;2305;p69"/>
                <p:cNvSpPr/>
                <p:nvPr/>
              </p:nvSpPr>
              <p:spPr>
                <a:xfrm>
                  <a:off x="8767508" y="2438908"/>
                  <a:ext cx="134492" cy="1344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492" h="134492" extrusionOk="0">
                      <a:moveTo>
                        <a:pt x="134493" y="67247"/>
                      </a:moveTo>
                      <a:cubicBezTo>
                        <a:pt x="134493" y="104386"/>
                        <a:pt x="104386" y="134493"/>
                        <a:pt x="67247" y="134493"/>
                      </a:cubicBezTo>
                      <a:cubicBezTo>
                        <a:pt x="30107" y="134493"/>
                        <a:pt x="1" y="104386"/>
                        <a:pt x="1" y="67247"/>
                      </a:cubicBezTo>
                      <a:cubicBezTo>
                        <a:pt x="1" y="30107"/>
                        <a:pt x="30108" y="0"/>
                        <a:pt x="67247" y="0"/>
                      </a:cubicBezTo>
                      <a:cubicBezTo>
                        <a:pt x="104386" y="0"/>
                        <a:pt x="134493" y="30107"/>
                        <a:pt x="134493" y="6724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06" name="Google Shape;2306;p69"/>
                <p:cNvSpPr/>
                <p:nvPr/>
              </p:nvSpPr>
              <p:spPr>
                <a:xfrm>
                  <a:off x="8852003" y="2449246"/>
                  <a:ext cx="244049" cy="20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049" h="200481" extrusionOk="0">
                      <a:moveTo>
                        <a:pt x="124928" y="12"/>
                      </a:moveTo>
                      <a:cubicBezTo>
                        <a:pt x="200112" y="-1067"/>
                        <a:pt x="282853" y="71132"/>
                        <a:pt x="224178" y="134124"/>
                      </a:cubicBezTo>
                      <a:lnTo>
                        <a:pt x="53618" y="200482"/>
                      </a:lnTo>
                      <a:cubicBezTo>
                        <a:pt x="53618" y="200482"/>
                        <a:pt x="21740" y="197116"/>
                        <a:pt x="4341" y="130695"/>
                      </a:cubicBezTo>
                      <a:cubicBezTo>
                        <a:pt x="-13057" y="64274"/>
                        <a:pt x="20789" y="1536"/>
                        <a:pt x="124928" y="12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07" name="Google Shape;2307;p69"/>
                <p:cNvSpPr/>
                <p:nvPr/>
              </p:nvSpPr>
              <p:spPr>
                <a:xfrm>
                  <a:off x="9075801" y="2886392"/>
                  <a:ext cx="349059" cy="402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059" h="402526" extrusionOk="0">
                      <a:moveTo>
                        <a:pt x="54991" y="0"/>
                      </a:moveTo>
                      <a:cubicBezTo>
                        <a:pt x="106172" y="35687"/>
                        <a:pt x="113347" y="78613"/>
                        <a:pt x="125222" y="115507"/>
                      </a:cubicBezTo>
                      <a:cubicBezTo>
                        <a:pt x="137160" y="152400"/>
                        <a:pt x="174625" y="278511"/>
                        <a:pt x="174625" y="278511"/>
                      </a:cubicBezTo>
                      <a:cubicBezTo>
                        <a:pt x="224092" y="270320"/>
                        <a:pt x="279971" y="278511"/>
                        <a:pt x="349059" y="288798"/>
                      </a:cubicBezTo>
                      <a:lnTo>
                        <a:pt x="349059" y="402527"/>
                      </a:lnTo>
                      <a:lnTo>
                        <a:pt x="140716" y="402527"/>
                      </a:lnTo>
                      <a:cubicBezTo>
                        <a:pt x="106997" y="402527"/>
                        <a:pt x="77216" y="380683"/>
                        <a:pt x="66993" y="348615"/>
                      </a:cubicBezTo>
                      <a:lnTo>
                        <a:pt x="0" y="137668"/>
                      </a:lnTo>
                      <a:lnTo>
                        <a:pt x="54991" y="0"/>
                      </a:lnTo>
                      <a:close/>
                    </a:path>
                  </a:pathLst>
                </a:custGeom>
                <a:solidFill>
                  <a:srgbClr val="F9D4BC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08" name="Google Shape;2308;p69"/>
                <p:cNvSpPr/>
                <p:nvPr/>
              </p:nvSpPr>
              <p:spPr>
                <a:xfrm>
                  <a:off x="8706107" y="2786824"/>
                  <a:ext cx="485390" cy="6496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90" h="649668" extrusionOk="0">
                      <a:moveTo>
                        <a:pt x="157858" y="0"/>
                      </a:moveTo>
                      <a:cubicBezTo>
                        <a:pt x="136141" y="21146"/>
                        <a:pt x="90929" y="43180"/>
                        <a:pt x="49273" y="67564"/>
                      </a:cubicBezTo>
                      <a:cubicBezTo>
                        <a:pt x="12507" y="89090"/>
                        <a:pt x="-6416" y="131636"/>
                        <a:pt x="1965" y="173418"/>
                      </a:cubicBezTo>
                      <a:lnTo>
                        <a:pt x="49590" y="410464"/>
                      </a:lnTo>
                      <a:cubicBezTo>
                        <a:pt x="57401" y="449199"/>
                        <a:pt x="53654" y="489395"/>
                        <a:pt x="38859" y="526097"/>
                      </a:cubicBezTo>
                      <a:lnTo>
                        <a:pt x="3871" y="612966"/>
                      </a:lnTo>
                      <a:cubicBezTo>
                        <a:pt x="-3178" y="630491"/>
                        <a:pt x="9712" y="649669"/>
                        <a:pt x="28636" y="649669"/>
                      </a:cubicBezTo>
                      <a:lnTo>
                        <a:pt x="485391" y="649669"/>
                      </a:lnTo>
                      <a:lnTo>
                        <a:pt x="402079" y="428244"/>
                      </a:lnTo>
                      <a:cubicBezTo>
                        <a:pt x="402079" y="428244"/>
                        <a:pt x="406524" y="342329"/>
                        <a:pt x="410398" y="313944"/>
                      </a:cubicBezTo>
                      <a:cubicBezTo>
                        <a:pt x="463484" y="218186"/>
                        <a:pt x="428241" y="215138"/>
                        <a:pt x="424685" y="99632"/>
                      </a:cubicBezTo>
                      <a:lnTo>
                        <a:pt x="321688" y="27305"/>
                      </a:lnTo>
                      <a:lnTo>
                        <a:pt x="157858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09" name="Google Shape;2309;p69"/>
                <p:cNvSpPr/>
                <p:nvPr/>
              </p:nvSpPr>
              <p:spPr>
                <a:xfrm>
                  <a:off x="8821673" y="3330702"/>
                  <a:ext cx="369887" cy="105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887" h="105727" extrusionOk="0">
                      <a:moveTo>
                        <a:pt x="330073" y="0"/>
                      </a:moveTo>
                      <a:cubicBezTo>
                        <a:pt x="220853" y="12128"/>
                        <a:pt x="39688" y="104775"/>
                        <a:pt x="0" y="104775"/>
                      </a:cubicBezTo>
                      <a:lnTo>
                        <a:pt x="762" y="105727"/>
                      </a:lnTo>
                      <a:lnTo>
                        <a:pt x="369888" y="105727"/>
                      </a:lnTo>
                      <a:lnTo>
                        <a:pt x="33007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10" name="Google Shape;2310;p69"/>
                <p:cNvSpPr/>
                <p:nvPr/>
              </p:nvSpPr>
              <p:spPr>
                <a:xfrm>
                  <a:off x="8724582" y="3007804"/>
                  <a:ext cx="376555" cy="3234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555" h="323407" extrusionOk="0">
                      <a:moveTo>
                        <a:pt x="0" y="0"/>
                      </a:moveTo>
                      <a:cubicBezTo>
                        <a:pt x="0" y="0"/>
                        <a:pt x="127064" y="279336"/>
                        <a:pt x="221298" y="315595"/>
                      </a:cubicBezTo>
                      <a:cubicBezTo>
                        <a:pt x="321311" y="354012"/>
                        <a:pt x="376555" y="238252"/>
                        <a:pt x="376555" y="238252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311" name="Google Shape;2311;p69"/>
                <p:cNvGrpSpPr/>
                <p:nvPr/>
              </p:nvGrpSpPr>
              <p:grpSpPr>
                <a:xfrm>
                  <a:off x="8705571" y="2775267"/>
                  <a:ext cx="759994" cy="518302"/>
                  <a:chOff x="8705571" y="2775267"/>
                  <a:chExt cx="759994" cy="518302"/>
                </a:xfrm>
              </p:grpSpPr>
              <p:grpSp>
                <p:nvGrpSpPr>
                  <p:cNvPr id="2312" name="Google Shape;2312;p69"/>
                  <p:cNvGrpSpPr/>
                  <p:nvPr/>
                </p:nvGrpSpPr>
                <p:grpSpPr>
                  <a:xfrm>
                    <a:off x="9308254" y="2775267"/>
                    <a:ext cx="152503" cy="193230"/>
                    <a:chOff x="9308254" y="2775267"/>
                    <a:chExt cx="152503" cy="193230"/>
                  </a:xfrm>
                </p:grpSpPr>
                <p:sp>
                  <p:nvSpPr>
                    <p:cNvPr id="2313" name="Google Shape;2313;p69"/>
                    <p:cNvSpPr/>
                    <p:nvPr/>
                  </p:nvSpPr>
                  <p:spPr>
                    <a:xfrm>
                      <a:off x="9308254" y="2775267"/>
                      <a:ext cx="152503" cy="1932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2503" h="193230" extrusionOk="0">
                          <a:moveTo>
                            <a:pt x="90698" y="193231"/>
                          </a:moveTo>
                          <a:lnTo>
                            <a:pt x="11260" y="193231"/>
                          </a:lnTo>
                          <a:cubicBezTo>
                            <a:pt x="3259" y="193231"/>
                            <a:pt x="-1567" y="186881"/>
                            <a:pt x="464" y="179070"/>
                          </a:cubicBezTo>
                          <a:lnTo>
                            <a:pt x="43644" y="14161"/>
                          </a:lnTo>
                          <a:cubicBezTo>
                            <a:pt x="45677" y="6350"/>
                            <a:pt x="53804" y="0"/>
                            <a:pt x="61805" y="0"/>
                          </a:cubicBezTo>
                          <a:lnTo>
                            <a:pt x="141244" y="0"/>
                          </a:lnTo>
                          <a:cubicBezTo>
                            <a:pt x="149245" y="0"/>
                            <a:pt x="154071" y="6350"/>
                            <a:pt x="152039" y="14161"/>
                          </a:cubicBezTo>
                          <a:lnTo>
                            <a:pt x="108859" y="179070"/>
                          </a:lnTo>
                          <a:cubicBezTo>
                            <a:pt x="106827" y="186944"/>
                            <a:pt x="98699" y="193231"/>
                            <a:pt x="90698" y="19323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314" name="Google Shape;2314;p69"/>
                    <p:cNvSpPr/>
                    <p:nvPr/>
                  </p:nvSpPr>
                  <p:spPr>
                    <a:xfrm rot="-2328974">
                      <a:off x="9362546" y="2790956"/>
                      <a:ext cx="20342" cy="1576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320" h="15748" extrusionOk="0">
                          <a:moveTo>
                            <a:pt x="20320" y="7874"/>
                          </a:moveTo>
                          <a:cubicBezTo>
                            <a:pt x="20320" y="12223"/>
                            <a:pt x="15771" y="15748"/>
                            <a:pt x="10160" y="15748"/>
                          </a:cubicBezTo>
                          <a:cubicBezTo>
                            <a:pt x="4549" y="15748"/>
                            <a:pt x="0" y="12223"/>
                            <a:pt x="0" y="7874"/>
                          </a:cubicBezTo>
                          <a:cubicBezTo>
                            <a:pt x="0" y="3525"/>
                            <a:pt x="4549" y="0"/>
                            <a:pt x="10160" y="0"/>
                          </a:cubicBezTo>
                          <a:cubicBezTo>
                            <a:pt x="15771" y="0"/>
                            <a:pt x="20320" y="3525"/>
                            <a:pt x="20320" y="7874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315" name="Google Shape;2315;p69"/>
                  <p:cNvSpPr/>
                  <p:nvPr/>
                </p:nvSpPr>
                <p:spPr>
                  <a:xfrm>
                    <a:off x="8705571" y="2832309"/>
                    <a:ext cx="759994" cy="4612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9994" h="461260" extrusionOk="0">
                        <a:moveTo>
                          <a:pt x="31203" y="33382"/>
                        </a:moveTo>
                        <a:cubicBezTo>
                          <a:pt x="123023" y="-41421"/>
                          <a:pt x="303554" y="305035"/>
                          <a:pt x="303554" y="305035"/>
                        </a:cubicBezTo>
                        <a:lnTo>
                          <a:pt x="567841" y="87166"/>
                        </a:lnTo>
                        <a:cubicBezTo>
                          <a:pt x="567841" y="87166"/>
                          <a:pt x="588859" y="34334"/>
                          <a:pt x="629944" y="20047"/>
                        </a:cubicBezTo>
                        <a:lnTo>
                          <a:pt x="624420" y="41065"/>
                        </a:lnTo>
                        <a:cubicBezTo>
                          <a:pt x="622578" y="48114"/>
                          <a:pt x="629119" y="54464"/>
                          <a:pt x="636104" y="52495"/>
                        </a:cubicBezTo>
                        <a:lnTo>
                          <a:pt x="708049" y="31858"/>
                        </a:lnTo>
                        <a:lnTo>
                          <a:pt x="744117" y="2203"/>
                        </a:lnTo>
                        <a:cubicBezTo>
                          <a:pt x="748943" y="-1797"/>
                          <a:pt x="756246" y="-146"/>
                          <a:pt x="758912" y="5505"/>
                        </a:cubicBezTo>
                        <a:lnTo>
                          <a:pt x="758912" y="5505"/>
                        </a:lnTo>
                        <a:cubicBezTo>
                          <a:pt x="761072" y="10014"/>
                          <a:pt x="759929" y="15411"/>
                          <a:pt x="756119" y="18650"/>
                        </a:cubicBezTo>
                        <a:lnTo>
                          <a:pt x="718781" y="50654"/>
                        </a:lnTo>
                        <a:lnTo>
                          <a:pt x="682141" y="69386"/>
                        </a:lnTo>
                        <a:lnTo>
                          <a:pt x="722336" y="70275"/>
                        </a:lnTo>
                        <a:lnTo>
                          <a:pt x="723797" y="64624"/>
                        </a:lnTo>
                        <a:cubicBezTo>
                          <a:pt x="725448" y="58337"/>
                          <a:pt x="731798" y="54400"/>
                          <a:pt x="738211" y="55861"/>
                        </a:cubicBezTo>
                        <a:lnTo>
                          <a:pt x="738211" y="55861"/>
                        </a:lnTo>
                        <a:cubicBezTo>
                          <a:pt x="741006" y="56496"/>
                          <a:pt x="743037" y="58909"/>
                          <a:pt x="743101" y="61766"/>
                        </a:cubicBezTo>
                        <a:cubicBezTo>
                          <a:pt x="743228" y="69640"/>
                          <a:pt x="742403" y="84372"/>
                          <a:pt x="733894" y="86341"/>
                        </a:cubicBezTo>
                        <a:cubicBezTo>
                          <a:pt x="738339" y="97961"/>
                          <a:pt x="727671" y="112249"/>
                          <a:pt x="715161" y="113138"/>
                        </a:cubicBezTo>
                        <a:cubicBezTo>
                          <a:pt x="702652" y="114027"/>
                          <a:pt x="672298" y="122980"/>
                          <a:pt x="672298" y="122980"/>
                        </a:cubicBezTo>
                        <a:lnTo>
                          <a:pt x="700873" y="134601"/>
                        </a:lnTo>
                        <a:lnTo>
                          <a:pt x="720495" y="122726"/>
                        </a:lnTo>
                        <a:cubicBezTo>
                          <a:pt x="723797" y="120694"/>
                          <a:pt x="727988" y="120758"/>
                          <a:pt x="731227" y="122853"/>
                        </a:cubicBezTo>
                        <a:lnTo>
                          <a:pt x="731227" y="122853"/>
                        </a:lnTo>
                        <a:cubicBezTo>
                          <a:pt x="733385" y="124250"/>
                          <a:pt x="733512" y="127362"/>
                          <a:pt x="731481" y="128886"/>
                        </a:cubicBezTo>
                        <a:lnTo>
                          <a:pt x="711860" y="143554"/>
                        </a:lnTo>
                        <a:cubicBezTo>
                          <a:pt x="706461" y="147618"/>
                          <a:pt x="699922" y="149777"/>
                          <a:pt x="693190" y="149777"/>
                        </a:cubicBezTo>
                        <a:lnTo>
                          <a:pt x="614259" y="149777"/>
                        </a:lnTo>
                        <a:cubicBezTo>
                          <a:pt x="553299" y="253028"/>
                          <a:pt x="471511" y="345357"/>
                          <a:pt x="376897" y="431019"/>
                        </a:cubicBezTo>
                        <a:cubicBezTo>
                          <a:pt x="330986" y="472548"/>
                          <a:pt x="260819" y="471151"/>
                          <a:pt x="216622" y="427781"/>
                        </a:cubicBezTo>
                        <a:cubicBezTo>
                          <a:pt x="105624" y="318814"/>
                          <a:pt x="-72303" y="117646"/>
                          <a:pt x="31203" y="33382"/>
                        </a:cubicBezTo>
                        <a:close/>
                      </a:path>
                    </a:pathLst>
                  </a:custGeom>
                  <a:solidFill>
                    <a:srgbClr val="F9D4BC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16" name="Google Shape;2316;p69"/>
                  <p:cNvSpPr/>
                  <p:nvPr/>
                </p:nvSpPr>
                <p:spPr>
                  <a:xfrm>
                    <a:off x="9367247" y="2917234"/>
                    <a:ext cx="69442" cy="134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442" h="13417" extrusionOk="0">
                        <a:moveTo>
                          <a:pt x="3194" y="13417"/>
                        </a:moveTo>
                        <a:cubicBezTo>
                          <a:pt x="1606" y="13417"/>
                          <a:pt x="209" y="12211"/>
                          <a:pt x="19" y="10623"/>
                        </a:cubicBezTo>
                        <a:cubicBezTo>
                          <a:pt x="-172" y="8909"/>
                          <a:pt x="1098" y="7321"/>
                          <a:pt x="2813" y="7131"/>
                        </a:cubicBezTo>
                        <a:lnTo>
                          <a:pt x="65932" y="19"/>
                        </a:lnTo>
                        <a:cubicBezTo>
                          <a:pt x="67647" y="-172"/>
                          <a:pt x="69234" y="1098"/>
                          <a:pt x="69424" y="2813"/>
                        </a:cubicBezTo>
                        <a:cubicBezTo>
                          <a:pt x="69615" y="4527"/>
                          <a:pt x="68345" y="6115"/>
                          <a:pt x="66630" y="6305"/>
                        </a:cubicBezTo>
                        <a:lnTo>
                          <a:pt x="3511" y="13417"/>
                        </a:lnTo>
                        <a:cubicBezTo>
                          <a:pt x="3447" y="13417"/>
                          <a:pt x="3321" y="13417"/>
                          <a:pt x="3194" y="1341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317" name="Google Shape;2317;p69"/>
                <p:cNvSpPr/>
                <p:nvPr/>
              </p:nvSpPr>
              <p:spPr>
                <a:xfrm>
                  <a:off x="8896540" y="3497262"/>
                  <a:ext cx="668845" cy="5881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8845" h="588136" extrusionOk="0">
                      <a:moveTo>
                        <a:pt x="0" y="231203"/>
                      </a:moveTo>
                      <a:lnTo>
                        <a:pt x="376872" y="231203"/>
                      </a:lnTo>
                      <a:lnTo>
                        <a:pt x="478345" y="588137"/>
                      </a:lnTo>
                      <a:lnTo>
                        <a:pt x="668845" y="588137"/>
                      </a:lnTo>
                      <a:cubicBezTo>
                        <a:pt x="668845" y="588137"/>
                        <a:pt x="638302" y="275844"/>
                        <a:pt x="627380" y="184976"/>
                      </a:cubicBezTo>
                      <a:cubicBezTo>
                        <a:pt x="616458" y="94043"/>
                        <a:pt x="590232" y="53277"/>
                        <a:pt x="466407" y="33147"/>
                      </a:cubicBezTo>
                      <a:cubicBezTo>
                        <a:pt x="342582" y="13017"/>
                        <a:pt x="161607" y="0"/>
                        <a:pt x="161607" y="0"/>
                      </a:cubicBezTo>
                      <a:lnTo>
                        <a:pt x="0" y="23120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18" name="Google Shape;2318;p69"/>
                <p:cNvSpPr/>
                <p:nvPr/>
              </p:nvSpPr>
              <p:spPr>
                <a:xfrm>
                  <a:off x="9149569" y="3623481"/>
                  <a:ext cx="309731" cy="4334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731" h="433405" extrusionOk="0">
                      <a:moveTo>
                        <a:pt x="3574" y="19"/>
                      </a:moveTo>
                      <a:lnTo>
                        <a:pt x="225951" y="22371"/>
                      </a:lnTo>
                      <a:cubicBezTo>
                        <a:pt x="227285" y="22498"/>
                        <a:pt x="228364" y="23450"/>
                        <a:pt x="228682" y="24721"/>
                      </a:cubicBezTo>
                      <a:cubicBezTo>
                        <a:pt x="233698" y="35071"/>
                        <a:pt x="240366" y="44977"/>
                        <a:pt x="250081" y="51517"/>
                      </a:cubicBezTo>
                      <a:cubicBezTo>
                        <a:pt x="250970" y="52153"/>
                        <a:pt x="251478" y="53168"/>
                        <a:pt x="251542" y="54184"/>
                      </a:cubicBezTo>
                      <a:cubicBezTo>
                        <a:pt x="252113" y="64979"/>
                        <a:pt x="254462" y="76727"/>
                        <a:pt x="256050" y="87966"/>
                      </a:cubicBezTo>
                      <a:cubicBezTo>
                        <a:pt x="259543" y="109620"/>
                        <a:pt x="269703" y="168103"/>
                        <a:pt x="273639" y="190455"/>
                      </a:cubicBezTo>
                      <a:cubicBezTo>
                        <a:pt x="281577" y="235985"/>
                        <a:pt x="289324" y="281578"/>
                        <a:pt x="297960" y="327044"/>
                      </a:cubicBezTo>
                      <a:cubicBezTo>
                        <a:pt x="298341" y="344316"/>
                        <a:pt x="299103" y="361715"/>
                        <a:pt x="300563" y="378923"/>
                      </a:cubicBezTo>
                      <a:cubicBezTo>
                        <a:pt x="302278" y="395687"/>
                        <a:pt x="303802" y="413404"/>
                        <a:pt x="309517" y="429152"/>
                      </a:cubicBezTo>
                      <a:cubicBezTo>
                        <a:pt x="310152" y="430803"/>
                        <a:pt x="309326" y="432644"/>
                        <a:pt x="307675" y="433216"/>
                      </a:cubicBezTo>
                      <a:cubicBezTo>
                        <a:pt x="295928" y="438359"/>
                        <a:pt x="294849" y="337394"/>
                        <a:pt x="294277" y="327742"/>
                      </a:cubicBezTo>
                      <a:cubicBezTo>
                        <a:pt x="284816" y="279609"/>
                        <a:pt x="262083" y="170199"/>
                        <a:pt x="254589" y="123399"/>
                      </a:cubicBezTo>
                      <a:cubicBezTo>
                        <a:pt x="251351" y="102762"/>
                        <a:pt x="245954" y="75012"/>
                        <a:pt x="245192" y="54121"/>
                      </a:cubicBezTo>
                      <a:cubicBezTo>
                        <a:pt x="245192" y="54121"/>
                        <a:pt x="247033" y="57042"/>
                        <a:pt x="247033" y="57042"/>
                      </a:cubicBezTo>
                      <a:cubicBezTo>
                        <a:pt x="233761" y="52724"/>
                        <a:pt x="224745" y="39834"/>
                        <a:pt x="222522" y="26372"/>
                      </a:cubicBezTo>
                      <a:cubicBezTo>
                        <a:pt x="222522" y="26372"/>
                        <a:pt x="225252" y="28721"/>
                        <a:pt x="225252" y="28721"/>
                      </a:cubicBezTo>
                      <a:lnTo>
                        <a:pt x="2875" y="6369"/>
                      </a:lnTo>
                      <a:cubicBezTo>
                        <a:pt x="1162" y="6178"/>
                        <a:pt x="-173" y="4654"/>
                        <a:pt x="18" y="2877"/>
                      </a:cubicBezTo>
                      <a:cubicBezTo>
                        <a:pt x="209" y="1098"/>
                        <a:pt x="1860" y="-172"/>
                        <a:pt x="3574" y="19"/>
                      </a:cubicBezTo>
                      <a:lnTo>
                        <a:pt x="3574" y="1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19" name="Google Shape;2319;p69"/>
                <p:cNvSpPr/>
                <p:nvPr/>
              </p:nvSpPr>
              <p:spPr>
                <a:xfrm>
                  <a:off x="8896477" y="3536505"/>
                  <a:ext cx="504761" cy="191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761" h="191960" extrusionOk="0">
                      <a:moveTo>
                        <a:pt x="504761" y="1524"/>
                      </a:moveTo>
                      <a:cubicBezTo>
                        <a:pt x="502666" y="1016"/>
                        <a:pt x="500507" y="508"/>
                        <a:pt x="498284" y="0"/>
                      </a:cubicBezTo>
                      <a:lnTo>
                        <a:pt x="356616" y="20891"/>
                      </a:lnTo>
                      <a:lnTo>
                        <a:pt x="0" y="191960"/>
                      </a:lnTo>
                      <a:lnTo>
                        <a:pt x="228600" y="191960"/>
                      </a:lnTo>
                      <a:cubicBezTo>
                        <a:pt x="285242" y="191960"/>
                        <a:pt x="340614" y="173482"/>
                        <a:pt x="384937" y="138176"/>
                      </a:cubicBezTo>
                      <a:cubicBezTo>
                        <a:pt x="453707" y="83439"/>
                        <a:pt x="496379" y="15621"/>
                        <a:pt x="504761" y="152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20" name="Google Shape;2320;p69"/>
                <p:cNvSpPr/>
                <p:nvPr/>
              </p:nvSpPr>
              <p:spPr>
                <a:xfrm>
                  <a:off x="8695625" y="3329488"/>
                  <a:ext cx="760468" cy="3990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468" h="399031" extrusionOk="0">
                      <a:moveTo>
                        <a:pt x="28512" y="104719"/>
                      </a:moveTo>
                      <a:cubicBezTo>
                        <a:pt x="28512" y="104719"/>
                        <a:pt x="-39878" y="252229"/>
                        <a:pt x="35180" y="329636"/>
                      </a:cubicBezTo>
                      <a:cubicBezTo>
                        <a:pt x="110173" y="407042"/>
                        <a:pt x="211964" y="414472"/>
                        <a:pt x="332232" y="377578"/>
                      </a:cubicBezTo>
                      <a:cubicBezTo>
                        <a:pt x="452502" y="340685"/>
                        <a:pt x="654305" y="257055"/>
                        <a:pt x="707264" y="205811"/>
                      </a:cubicBezTo>
                      <a:cubicBezTo>
                        <a:pt x="760222" y="154566"/>
                        <a:pt x="784099" y="80716"/>
                        <a:pt x="729298" y="24074"/>
                      </a:cubicBezTo>
                      <a:cubicBezTo>
                        <a:pt x="668719" y="-38601"/>
                        <a:pt x="414275" y="34424"/>
                        <a:pt x="241681" y="91574"/>
                      </a:cubicBezTo>
                      <a:cubicBezTo>
                        <a:pt x="210757" y="101798"/>
                        <a:pt x="178435" y="106815"/>
                        <a:pt x="145923" y="106370"/>
                      </a:cubicBezTo>
                      <a:lnTo>
                        <a:pt x="28512" y="10471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321" name="Google Shape;2321;p69"/>
                <p:cNvGrpSpPr/>
                <p:nvPr/>
              </p:nvGrpSpPr>
              <p:grpSpPr>
                <a:xfrm>
                  <a:off x="9336664" y="4172267"/>
                  <a:ext cx="448367" cy="277749"/>
                  <a:chOff x="9336664" y="4172267"/>
                  <a:chExt cx="448367" cy="277749"/>
                </a:xfrm>
              </p:grpSpPr>
              <p:sp>
                <p:nvSpPr>
                  <p:cNvPr id="2322" name="Google Shape;2322;p69"/>
                  <p:cNvSpPr/>
                  <p:nvPr/>
                </p:nvSpPr>
                <p:spPr>
                  <a:xfrm>
                    <a:off x="9400778" y="4172267"/>
                    <a:ext cx="372760" cy="2116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2760" h="211645" extrusionOk="0">
                        <a:moveTo>
                          <a:pt x="333" y="0"/>
                        </a:moveTo>
                        <a:lnTo>
                          <a:pt x="144986" y="0"/>
                        </a:lnTo>
                        <a:lnTo>
                          <a:pt x="154384" y="45974"/>
                        </a:lnTo>
                        <a:cubicBezTo>
                          <a:pt x="157877" y="63183"/>
                          <a:pt x="168735" y="77978"/>
                          <a:pt x="184102" y="86551"/>
                        </a:cubicBezTo>
                        <a:lnTo>
                          <a:pt x="243284" y="119507"/>
                        </a:lnTo>
                        <a:cubicBezTo>
                          <a:pt x="253508" y="125222"/>
                          <a:pt x="264874" y="128588"/>
                          <a:pt x="276558" y="129032"/>
                        </a:cubicBezTo>
                        <a:cubicBezTo>
                          <a:pt x="303927" y="130048"/>
                          <a:pt x="359489" y="141034"/>
                          <a:pt x="372761" y="211646"/>
                        </a:cubicBezTo>
                        <a:lnTo>
                          <a:pt x="397" y="211646"/>
                        </a:lnTo>
                        <a:cubicBezTo>
                          <a:pt x="-1064" y="183769"/>
                          <a:pt x="1349" y="157353"/>
                          <a:pt x="10303" y="133350"/>
                        </a:cubicBezTo>
                        <a:cubicBezTo>
                          <a:pt x="16017" y="118047"/>
                          <a:pt x="17034" y="101410"/>
                          <a:pt x="14430" y="85344"/>
                        </a:cubicBezTo>
                        <a:lnTo>
                          <a:pt x="333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23" name="Google Shape;2323;p69"/>
                  <p:cNvSpPr/>
                  <p:nvPr/>
                </p:nvSpPr>
                <p:spPr>
                  <a:xfrm>
                    <a:off x="9383204" y="4383913"/>
                    <a:ext cx="401827" cy="661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1827" h="66103" extrusionOk="0">
                        <a:moveTo>
                          <a:pt x="0" y="0"/>
                        </a:moveTo>
                        <a:lnTo>
                          <a:pt x="0" y="66103"/>
                        </a:lnTo>
                        <a:lnTo>
                          <a:pt x="128588" y="66103"/>
                        </a:lnTo>
                        <a:lnTo>
                          <a:pt x="128588" y="52578"/>
                        </a:lnTo>
                        <a:cubicBezTo>
                          <a:pt x="128588" y="42863"/>
                          <a:pt x="137985" y="35878"/>
                          <a:pt x="147320" y="38608"/>
                        </a:cubicBezTo>
                        <a:lnTo>
                          <a:pt x="239458" y="66103"/>
                        </a:lnTo>
                        <a:lnTo>
                          <a:pt x="401827" y="66103"/>
                        </a:lnTo>
                        <a:lnTo>
                          <a:pt x="401827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24" name="Google Shape;2324;p69"/>
                  <p:cNvSpPr/>
                  <p:nvPr/>
                </p:nvSpPr>
                <p:spPr>
                  <a:xfrm>
                    <a:off x="9336664" y="4172267"/>
                    <a:ext cx="67304" cy="388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304" h="38823" extrusionOk="0">
                        <a:moveTo>
                          <a:pt x="64447" y="0"/>
                        </a:moveTo>
                        <a:lnTo>
                          <a:pt x="11171" y="7176"/>
                        </a:lnTo>
                        <a:cubicBezTo>
                          <a:pt x="2471" y="8318"/>
                          <a:pt x="-2482" y="17653"/>
                          <a:pt x="1265" y="25527"/>
                        </a:cubicBezTo>
                        <a:lnTo>
                          <a:pt x="3932" y="31115"/>
                        </a:lnTo>
                        <a:cubicBezTo>
                          <a:pt x="7107" y="37719"/>
                          <a:pt x="14917" y="40577"/>
                          <a:pt x="21585" y="37719"/>
                        </a:cubicBezTo>
                        <a:lnTo>
                          <a:pt x="67304" y="17971"/>
                        </a:lnTo>
                        <a:lnTo>
                          <a:pt x="64447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325" name="Google Shape;2325;p69"/>
                <p:cNvSpPr/>
                <p:nvPr/>
              </p:nvSpPr>
              <p:spPr>
                <a:xfrm>
                  <a:off x="9369922" y="4048114"/>
                  <a:ext cx="183271" cy="107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271" h="10741" extrusionOk="0">
                      <a:moveTo>
                        <a:pt x="5281" y="391"/>
                      </a:moveTo>
                      <a:cubicBezTo>
                        <a:pt x="62685" y="3122"/>
                        <a:pt x="120216" y="3058"/>
                        <a:pt x="177620" y="10"/>
                      </a:cubicBezTo>
                      <a:cubicBezTo>
                        <a:pt x="184605" y="-371"/>
                        <a:pt x="185431" y="10170"/>
                        <a:pt x="178319" y="10742"/>
                      </a:cubicBezTo>
                      <a:cubicBezTo>
                        <a:pt x="135011" y="8329"/>
                        <a:pt x="91705" y="8138"/>
                        <a:pt x="48397" y="8837"/>
                      </a:cubicBezTo>
                      <a:cubicBezTo>
                        <a:pt x="34046" y="9154"/>
                        <a:pt x="19696" y="9535"/>
                        <a:pt x="5281" y="10361"/>
                      </a:cubicBezTo>
                      <a:cubicBezTo>
                        <a:pt x="2550" y="10551"/>
                        <a:pt x="137" y="8392"/>
                        <a:pt x="10" y="5662"/>
                      </a:cubicBezTo>
                      <a:cubicBezTo>
                        <a:pt x="-180" y="2741"/>
                        <a:pt x="2296" y="201"/>
                        <a:pt x="5281" y="391"/>
                      </a:cubicBezTo>
                      <a:lnTo>
                        <a:pt x="5281" y="39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26" name="Google Shape;2326;p69"/>
                <p:cNvSpPr/>
                <p:nvPr/>
              </p:nvSpPr>
              <p:spPr>
                <a:xfrm>
                  <a:off x="9408643" y="3899361"/>
                  <a:ext cx="86808" cy="85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808" h="85858" extrusionOk="0">
                      <a:moveTo>
                        <a:pt x="913" y="80437"/>
                      </a:moveTo>
                      <a:lnTo>
                        <a:pt x="78256" y="1507"/>
                      </a:lnTo>
                      <a:cubicBezTo>
                        <a:pt x="82764" y="-3065"/>
                        <a:pt x="89876" y="3793"/>
                        <a:pt x="85368" y="8429"/>
                      </a:cubicBezTo>
                      <a:cubicBezTo>
                        <a:pt x="85368" y="8429"/>
                        <a:pt x="5422" y="84946"/>
                        <a:pt x="5422" y="84946"/>
                      </a:cubicBezTo>
                      <a:cubicBezTo>
                        <a:pt x="2564" y="87804"/>
                        <a:pt x="-1945" y="83295"/>
                        <a:pt x="913" y="80437"/>
                      </a:cubicBezTo>
                      <a:lnTo>
                        <a:pt x="913" y="804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27" name="Google Shape;2327;p69"/>
                <p:cNvSpPr/>
                <p:nvPr/>
              </p:nvSpPr>
              <p:spPr>
                <a:xfrm>
                  <a:off x="9415399" y="3977694"/>
                  <a:ext cx="79415" cy="303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415" h="30366" extrusionOk="0">
                      <a:moveTo>
                        <a:pt x="1841" y="24964"/>
                      </a:moveTo>
                      <a:lnTo>
                        <a:pt x="73723" y="263"/>
                      </a:lnTo>
                      <a:cubicBezTo>
                        <a:pt x="79184" y="-1579"/>
                        <a:pt x="81915" y="6803"/>
                        <a:pt x="76390" y="8518"/>
                      </a:cubicBezTo>
                      <a:cubicBezTo>
                        <a:pt x="76390" y="8518"/>
                        <a:pt x="3556" y="30235"/>
                        <a:pt x="3556" y="30235"/>
                      </a:cubicBezTo>
                      <a:cubicBezTo>
                        <a:pt x="127" y="31251"/>
                        <a:pt x="-1524" y="26107"/>
                        <a:pt x="1841" y="24964"/>
                      </a:cubicBezTo>
                      <a:lnTo>
                        <a:pt x="1841" y="24964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28" name="Google Shape;2328;p69"/>
                <p:cNvSpPr/>
                <p:nvPr/>
              </p:nvSpPr>
              <p:spPr>
                <a:xfrm>
                  <a:off x="8966984" y="2857459"/>
                  <a:ext cx="26713" cy="178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3" h="178983" extrusionOk="0">
                      <a:moveTo>
                        <a:pt x="23917" y="178984"/>
                      </a:moveTo>
                      <a:cubicBezTo>
                        <a:pt x="22457" y="178984"/>
                        <a:pt x="21186" y="177777"/>
                        <a:pt x="21186" y="176317"/>
                      </a:cubicBezTo>
                      <a:cubicBezTo>
                        <a:pt x="18900" y="102721"/>
                        <a:pt x="232" y="4296"/>
                        <a:pt x="41" y="3280"/>
                      </a:cubicBezTo>
                      <a:cubicBezTo>
                        <a:pt x="-213" y="1755"/>
                        <a:pt x="739" y="358"/>
                        <a:pt x="2200" y="41"/>
                      </a:cubicBezTo>
                      <a:cubicBezTo>
                        <a:pt x="3724" y="-213"/>
                        <a:pt x="5121" y="739"/>
                        <a:pt x="5438" y="2200"/>
                      </a:cubicBezTo>
                      <a:cubicBezTo>
                        <a:pt x="5629" y="3216"/>
                        <a:pt x="24361" y="102086"/>
                        <a:pt x="26711" y="176063"/>
                      </a:cubicBezTo>
                      <a:cubicBezTo>
                        <a:pt x="26774" y="177587"/>
                        <a:pt x="25568" y="178857"/>
                        <a:pt x="24044" y="178921"/>
                      </a:cubicBezTo>
                      <a:cubicBezTo>
                        <a:pt x="23981" y="178984"/>
                        <a:pt x="23917" y="178984"/>
                        <a:pt x="23917" y="17898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29" name="Google Shape;2329;p69"/>
                <p:cNvSpPr/>
                <p:nvPr/>
              </p:nvSpPr>
              <p:spPr>
                <a:xfrm>
                  <a:off x="9003792" y="2898203"/>
                  <a:ext cx="22098" cy="22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98" h="22098" extrusionOk="0">
                      <a:moveTo>
                        <a:pt x="22098" y="11049"/>
                      </a:moveTo>
                      <a:cubicBezTo>
                        <a:pt x="22098" y="17151"/>
                        <a:pt x="17151" y="22098"/>
                        <a:pt x="11049" y="22098"/>
                      </a:cubicBezTo>
                      <a:cubicBezTo>
                        <a:pt x="4947" y="22098"/>
                        <a:pt x="0" y="17151"/>
                        <a:pt x="0" y="11049"/>
                      </a:cubicBezTo>
                      <a:cubicBezTo>
                        <a:pt x="0" y="4947"/>
                        <a:pt x="4947" y="0"/>
                        <a:pt x="11049" y="0"/>
                      </a:cubicBezTo>
                      <a:cubicBezTo>
                        <a:pt x="17151" y="0"/>
                        <a:pt x="22098" y="4947"/>
                        <a:pt x="22098" y="11049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0" name="Google Shape;2330;p69"/>
                <p:cNvSpPr/>
                <p:nvPr/>
              </p:nvSpPr>
              <p:spPr>
                <a:xfrm>
                  <a:off x="9008364" y="2968561"/>
                  <a:ext cx="22098" cy="22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98" h="22098" extrusionOk="0">
                      <a:moveTo>
                        <a:pt x="22098" y="11049"/>
                      </a:moveTo>
                      <a:cubicBezTo>
                        <a:pt x="22098" y="17151"/>
                        <a:pt x="17151" y="22098"/>
                        <a:pt x="11049" y="22098"/>
                      </a:cubicBezTo>
                      <a:cubicBezTo>
                        <a:pt x="4947" y="22098"/>
                        <a:pt x="0" y="17151"/>
                        <a:pt x="0" y="11049"/>
                      </a:cubicBezTo>
                      <a:cubicBezTo>
                        <a:pt x="0" y="4947"/>
                        <a:pt x="4947" y="0"/>
                        <a:pt x="11049" y="0"/>
                      </a:cubicBezTo>
                      <a:cubicBezTo>
                        <a:pt x="17151" y="0"/>
                        <a:pt x="22098" y="4947"/>
                        <a:pt x="22098" y="11049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1" name="Google Shape;2331;p69"/>
                <p:cNvSpPr/>
                <p:nvPr/>
              </p:nvSpPr>
              <p:spPr>
                <a:xfrm>
                  <a:off x="8864028" y="2669857"/>
                  <a:ext cx="163829" cy="172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829" h="172600" extrusionOk="0">
                      <a:moveTo>
                        <a:pt x="36576" y="0"/>
                      </a:moveTo>
                      <a:lnTo>
                        <a:pt x="141033" y="20955"/>
                      </a:lnTo>
                      <a:cubicBezTo>
                        <a:pt x="133921" y="66929"/>
                        <a:pt x="132080" y="120967"/>
                        <a:pt x="163830" y="144208"/>
                      </a:cubicBezTo>
                      <a:cubicBezTo>
                        <a:pt x="132588" y="179895"/>
                        <a:pt x="60706" y="192849"/>
                        <a:pt x="0" y="116967"/>
                      </a:cubicBezTo>
                      <a:lnTo>
                        <a:pt x="0" y="116967"/>
                      </a:lnTo>
                      <a:cubicBezTo>
                        <a:pt x="16128" y="102870"/>
                        <a:pt x="26415" y="83375"/>
                        <a:pt x="29019" y="62103"/>
                      </a:cubicBezTo>
                      <a:lnTo>
                        <a:pt x="36576" y="0"/>
                      </a:lnTo>
                      <a:close/>
                    </a:path>
                  </a:pathLst>
                </a:custGeom>
                <a:solidFill>
                  <a:srgbClr val="F9D4BC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2" name="Google Shape;2332;p69"/>
                <p:cNvSpPr/>
                <p:nvPr/>
              </p:nvSpPr>
              <p:spPr>
                <a:xfrm>
                  <a:off x="8894368" y="2674725"/>
                  <a:ext cx="100755" cy="612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755" h="61254" extrusionOk="0">
                      <a:moveTo>
                        <a:pt x="100756" y="54356"/>
                      </a:moveTo>
                      <a:lnTo>
                        <a:pt x="34334" y="5969"/>
                      </a:lnTo>
                      <a:lnTo>
                        <a:pt x="4744" y="0"/>
                      </a:lnTo>
                      <a:lnTo>
                        <a:pt x="109" y="38036"/>
                      </a:lnTo>
                      <a:cubicBezTo>
                        <a:pt x="-971" y="46926"/>
                        <a:pt x="6141" y="54800"/>
                        <a:pt x="15095" y="54356"/>
                      </a:cubicBezTo>
                      <a:cubicBezTo>
                        <a:pt x="23096" y="53911"/>
                        <a:pt x="30970" y="52705"/>
                        <a:pt x="38462" y="55689"/>
                      </a:cubicBezTo>
                      <a:cubicBezTo>
                        <a:pt x="60434" y="64262"/>
                        <a:pt x="88120" y="62230"/>
                        <a:pt x="100756" y="54356"/>
                      </a:cubicBezTo>
                      <a:close/>
                    </a:path>
                  </a:pathLst>
                </a:custGeom>
                <a:solidFill>
                  <a:srgbClr val="E6BEA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3" name="Google Shape;2333;p69"/>
                <p:cNvSpPr/>
                <p:nvPr/>
              </p:nvSpPr>
              <p:spPr>
                <a:xfrm>
                  <a:off x="8902001" y="2527554"/>
                  <a:ext cx="174949" cy="202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949" h="202091" extrusionOk="0">
                      <a:moveTo>
                        <a:pt x="174942" y="39370"/>
                      </a:moveTo>
                      <a:cubicBezTo>
                        <a:pt x="173927" y="61087"/>
                        <a:pt x="172148" y="99632"/>
                        <a:pt x="171641" y="107632"/>
                      </a:cubicBezTo>
                      <a:cubicBezTo>
                        <a:pt x="177609" y="131382"/>
                        <a:pt x="174117" y="203898"/>
                        <a:pt x="101536" y="202057"/>
                      </a:cubicBezTo>
                      <a:cubicBezTo>
                        <a:pt x="24447" y="200088"/>
                        <a:pt x="0" y="136652"/>
                        <a:pt x="0" y="136652"/>
                      </a:cubicBezTo>
                      <a:lnTo>
                        <a:pt x="12573" y="86487"/>
                      </a:lnTo>
                      <a:cubicBezTo>
                        <a:pt x="12573" y="86487"/>
                        <a:pt x="43561" y="75882"/>
                        <a:pt x="53467" y="43180"/>
                      </a:cubicBezTo>
                      <a:cubicBezTo>
                        <a:pt x="55499" y="36449"/>
                        <a:pt x="61531" y="31813"/>
                        <a:pt x="68517" y="31496"/>
                      </a:cubicBezTo>
                      <a:cubicBezTo>
                        <a:pt x="87757" y="30607"/>
                        <a:pt x="107124" y="22161"/>
                        <a:pt x="113602" y="0"/>
                      </a:cubicBezTo>
                      <a:cubicBezTo>
                        <a:pt x="114935" y="19812"/>
                        <a:pt x="90551" y="34988"/>
                        <a:pt x="90551" y="34988"/>
                      </a:cubicBezTo>
                      <a:cubicBezTo>
                        <a:pt x="90551" y="34988"/>
                        <a:pt x="119570" y="44260"/>
                        <a:pt x="138049" y="11874"/>
                      </a:cubicBezTo>
                      <a:cubicBezTo>
                        <a:pt x="138049" y="11874"/>
                        <a:pt x="137414" y="24448"/>
                        <a:pt x="128143" y="37655"/>
                      </a:cubicBezTo>
                      <a:cubicBezTo>
                        <a:pt x="142875" y="41211"/>
                        <a:pt x="155575" y="37020"/>
                        <a:pt x="164211" y="32448"/>
                      </a:cubicBezTo>
                      <a:cubicBezTo>
                        <a:pt x="169164" y="29782"/>
                        <a:pt x="175196" y="33655"/>
                        <a:pt x="174942" y="39370"/>
                      </a:cubicBezTo>
                      <a:close/>
                    </a:path>
                  </a:pathLst>
                </a:custGeom>
                <a:solidFill>
                  <a:srgbClr val="F9D4BC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4" name="Google Shape;2334;p69"/>
                <p:cNvSpPr/>
                <p:nvPr/>
              </p:nvSpPr>
              <p:spPr>
                <a:xfrm>
                  <a:off x="8885745" y="2438868"/>
                  <a:ext cx="135752" cy="1471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752" h="147169" extrusionOk="0">
                      <a:moveTo>
                        <a:pt x="87567" y="40"/>
                      </a:moveTo>
                      <a:cubicBezTo>
                        <a:pt x="80582" y="-278"/>
                        <a:pt x="73597" y="1310"/>
                        <a:pt x="67501" y="4675"/>
                      </a:cubicBezTo>
                      <a:cubicBezTo>
                        <a:pt x="61468" y="8041"/>
                        <a:pt x="55817" y="11978"/>
                        <a:pt x="50547" y="16486"/>
                      </a:cubicBezTo>
                      <a:cubicBezTo>
                        <a:pt x="19177" y="43220"/>
                        <a:pt x="2160" y="86908"/>
                        <a:pt x="0" y="146280"/>
                      </a:cubicBezTo>
                      <a:lnTo>
                        <a:pt x="25400" y="147169"/>
                      </a:lnTo>
                      <a:cubicBezTo>
                        <a:pt x="27242" y="95925"/>
                        <a:pt x="41656" y="57444"/>
                        <a:pt x="66993" y="35790"/>
                      </a:cubicBezTo>
                      <a:cubicBezTo>
                        <a:pt x="83948" y="21312"/>
                        <a:pt x="106173" y="13946"/>
                        <a:pt x="133160" y="13756"/>
                      </a:cubicBezTo>
                      <a:cubicBezTo>
                        <a:pt x="135827" y="13756"/>
                        <a:pt x="136779" y="10073"/>
                        <a:pt x="134366" y="8866"/>
                      </a:cubicBezTo>
                      <a:cubicBezTo>
                        <a:pt x="121666" y="2643"/>
                        <a:pt x="101410" y="675"/>
                        <a:pt x="87567" y="4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5" name="Google Shape;2335;p69"/>
                <p:cNvSpPr/>
                <p:nvPr/>
              </p:nvSpPr>
              <p:spPr>
                <a:xfrm rot="-4942616">
                  <a:off x="8986711" y="2600924"/>
                  <a:ext cx="24863" cy="187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92" h="18796" extrusionOk="0">
                      <a:moveTo>
                        <a:pt x="24892" y="9398"/>
                      </a:moveTo>
                      <a:cubicBezTo>
                        <a:pt x="24892" y="14588"/>
                        <a:pt x="19319" y="18796"/>
                        <a:pt x="12446" y="18796"/>
                      </a:cubicBezTo>
                      <a:cubicBezTo>
                        <a:pt x="5572" y="18796"/>
                        <a:pt x="0" y="14588"/>
                        <a:pt x="0" y="9398"/>
                      </a:cubicBezTo>
                      <a:cubicBezTo>
                        <a:pt x="0" y="4208"/>
                        <a:pt x="5573" y="0"/>
                        <a:pt x="12446" y="0"/>
                      </a:cubicBezTo>
                      <a:cubicBezTo>
                        <a:pt x="19320" y="0"/>
                        <a:pt x="24892" y="4208"/>
                        <a:pt x="24892" y="939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6" name="Google Shape;2336;p69"/>
                <p:cNvSpPr/>
                <p:nvPr/>
              </p:nvSpPr>
              <p:spPr>
                <a:xfrm rot="-4942616">
                  <a:off x="9045403" y="2608733"/>
                  <a:ext cx="24863" cy="187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92" h="18796" extrusionOk="0">
                      <a:moveTo>
                        <a:pt x="24892" y="9398"/>
                      </a:moveTo>
                      <a:cubicBezTo>
                        <a:pt x="24892" y="14588"/>
                        <a:pt x="19319" y="18796"/>
                        <a:pt x="12446" y="18796"/>
                      </a:cubicBezTo>
                      <a:cubicBezTo>
                        <a:pt x="5572" y="18796"/>
                        <a:pt x="0" y="14588"/>
                        <a:pt x="0" y="9398"/>
                      </a:cubicBezTo>
                      <a:cubicBezTo>
                        <a:pt x="0" y="4208"/>
                        <a:pt x="5573" y="0"/>
                        <a:pt x="12446" y="0"/>
                      </a:cubicBezTo>
                      <a:cubicBezTo>
                        <a:pt x="19320" y="0"/>
                        <a:pt x="24892" y="4208"/>
                        <a:pt x="24892" y="939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7" name="Google Shape;2337;p69"/>
                <p:cNvSpPr/>
                <p:nvPr/>
              </p:nvSpPr>
              <p:spPr>
                <a:xfrm>
                  <a:off x="9025089" y="2602799"/>
                  <a:ext cx="22776" cy="50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76" h="50205" extrusionOk="0">
                      <a:moveTo>
                        <a:pt x="15405" y="3178"/>
                      </a:moveTo>
                      <a:lnTo>
                        <a:pt x="13691" y="17782"/>
                      </a:lnTo>
                      <a:cubicBezTo>
                        <a:pt x="13564" y="19878"/>
                        <a:pt x="14008" y="21973"/>
                        <a:pt x="14961" y="23815"/>
                      </a:cubicBezTo>
                      <a:cubicBezTo>
                        <a:pt x="15469" y="24767"/>
                        <a:pt x="16041" y="25529"/>
                        <a:pt x="16803" y="26482"/>
                      </a:cubicBezTo>
                      <a:lnTo>
                        <a:pt x="19152" y="29530"/>
                      </a:lnTo>
                      <a:lnTo>
                        <a:pt x="21502" y="32641"/>
                      </a:lnTo>
                      <a:cubicBezTo>
                        <a:pt x="22327" y="33975"/>
                        <a:pt x="22835" y="35562"/>
                        <a:pt x="22772" y="37087"/>
                      </a:cubicBezTo>
                      <a:cubicBezTo>
                        <a:pt x="22708" y="40198"/>
                        <a:pt x="20867" y="43182"/>
                        <a:pt x="17945" y="44579"/>
                      </a:cubicBezTo>
                      <a:cubicBezTo>
                        <a:pt x="16549" y="45278"/>
                        <a:pt x="14707" y="45405"/>
                        <a:pt x="13691" y="45532"/>
                      </a:cubicBezTo>
                      <a:cubicBezTo>
                        <a:pt x="12485" y="45659"/>
                        <a:pt x="11342" y="45913"/>
                        <a:pt x="10199" y="46167"/>
                      </a:cubicBezTo>
                      <a:cubicBezTo>
                        <a:pt x="7976" y="46612"/>
                        <a:pt x="5817" y="47691"/>
                        <a:pt x="5245" y="48770"/>
                      </a:cubicBezTo>
                      <a:cubicBezTo>
                        <a:pt x="4483" y="50104"/>
                        <a:pt x="2769" y="50612"/>
                        <a:pt x="1436" y="49850"/>
                      </a:cubicBezTo>
                      <a:cubicBezTo>
                        <a:pt x="102" y="49088"/>
                        <a:pt x="-406" y="47373"/>
                        <a:pt x="356" y="46040"/>
                      </a:cubicBezTo>
                      <a:cubicBezTo>
                        <a:pt x="483" y="45786"/>
                        <a:pt x="674" y="45532"/>
                        <a:pt x="928" y="45341"/>
                      </a:cubicBezTo>
                      <a:lnTo>
                        <a:pt x="1181" y="45087"/>
                      </a:lnTo>
                      <a:cubicBezTo>
                        <a:pt x="4039" y="42484"/>
                        <a:pt x="7024" y="42293"/>
                        <a:pt x="9564" y="41912"/>
                      </a:cubicBezTo>
                      <a:cubicBezTo>
                        <a:pt x="12104" y="41531"/>
                        <a:pt x="15152" y="41912"/>
                        <a:pt x="16485" y="41278"/>
                      </a:cubicBezTo>
                      <a:cubicBezTo>
                        <a:pt x="18136" y="40642"/>
                        <a:pt x="19406" y="38864"/>
                        <a:pt x="19406" y="37023"/>
                      </a:cubicBezTo>
                      <a:cubicBezTo>
                        <a:pt x="19406" y="36134"/>
                        <a:pt x="19152" y="35245"/>
                        <a:pt x="18644" y="34483"/>
                      </a:cubicBezTo>
                      <a:lnTo>
                        <a:pt x="16358" y="31753"/>
                      </a:lnTo>
                      <a:lnTo>
                        <a:pt x="14008" y="29022"/>
                      </a:lnTo>
                      <a:cubicBezTo>
                        <a:pt x="13183" y="28133"/>
                        <a:pt x="12104" y="26990"/>
                        <a:pt x="11405" y="25784"/>
                      </a:cubicBezTo>
                      <a:cubicBezTo>
                        <a:pt x="9881" y="23370"/>
                        <a:pt x="9119" y="20449"/>
                        <a:pt x="9119" y="17592"/>
                      </a:cubicBezTo>
                      <a:lnTo>
                        <a:pt x="9944" y="2606"/>
                      </a:lnTo>
                      <a:cubicBezTo>
                        <a:pt x="10008" y="1082"/>
                        <a:pt x="11342" y="-61"/>
                        <a:pt x="12866" y="3"/>
                      </a:cubicBezTo>
                      <a:cubicBezTo>
                        <a:pt x="14390" y="66"/>
                        <a:pt x="15532" y="1399"/>
                        <a:pt x="15469" y="2923"/>
                      </a:cubicBezTo>
                      <a:cubicBezTo>
                        <a:pt x="15469" y="3050"/>
                        <a:pt x="15469" y="3114"/>
                        <a:pt x="15405" y="317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8" name="Google Shape;2338;p69"/>
                <p:cNvSpPr/>
                <p:nvPr/>
              </p:nvSpPr>
              <p:spPr>
                <a:xfrm>
                  <a:off x="8998501" y="2650406"/>
                  <a:ext cx="51818" cy="2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818" h="22125" extrusionOk="0">
                      <a:moveTo>
                        <a:pt x="6687" y="2623"/>
                      </a:moveTo>
                      <a:cubicBezTo>
                        <a:pt x="7513" y="6306"/>
                        <a:pt x="9608" y="9735"/>
                        <a:pt x="12592" y="12275"/>
                      </a:cubicBezTo>
                      <a:cubicBezTo>
                        <a:pt x="15514" y="14942"/>
                        <a:pt x="19451" y="16466"/>
                        <a:pt x="23388" y="17419"/>
                      </a:cubicBezTo>
                      <a:cubicBezTo>
                        <a:pt x="27388" y="18371"/>
                        <a:pt x="31642" y="18308"/>
                        <a:pt x="35643" y="17482"/>
                      </a:cubicBezTo>
                      <a:cubicBezTo>
                        <a:pt x="39517" y="16593"/>
                        <a:pt x="43580" y="14625"/>
                        <a:pt x="44914" y="12021"/>
                      </a:cubicBezTo>
                      <a:cubicBezTo>
                        <a:pt x="45867" y="10243"/>
                        <a:pt x="48089" y="9545"/>
                        <a:pt x="49867" y="10497"/>
                      </a:cubicBezTo>
                      <a:cubicBezTo>
                        <a:pt x="51645" y="11450"/>
                        <a:pt x="52343" y="13672"/>
                        <a:pt x="51392" y="15450"/>
                      </a:cubicBezTo>
                      <a:cubicBezTo>
                        <a:pt x="51137" y="15895"/>
                        <a:pt x="50819" y="16276"/>
                        <a:pt x="50439" y="16593"/>
                      </a:cubicBezTo>
                      <a:lnTo>
                        <a:pt x="50375" y="16657"/>
                      </a:lnTo>
                      <a:cubicBezTo>
                        <a:pt x="45676" y="20467"/>
                        <a:pt x="40977" y="21292"/>
                        <a:pt x="36342" y="21864"/>
                      </a:cubicBezTo>
                      <a:cubicBezTo>
                        <a:pt x="31706" y="22372"/>
                        <a:pt x="27134" y="22118"/>
                        <a:pt x="22626" y="21292"/>
                      </a:cubicBezTo>
                      <a:cubicBezTo>
                        <a:pt x="18117" y="20467"/>
                        <a:pt x="13736" y="18562"/>
                        <a:pt x="9799" y="15958"/>
                      </a:cubicBezTo>
                      <a:cubicBezTo>
                        <a:pt x="5862" y="13228"/>
                        <a:pt x="2687" y="9418"/>
                        <a:pt x="401" y="4973"/>
                      </a:cubicBezTo>
                      <a:cubicBezTo>
                        <a:pt x="-488" y="3322"/>
                        <a:pt x="147" y="1290"/>
                        <a:pt x="1861" y="401"/>
                      </a:cubicBezTo>
                      <a:cubicBezTo>
                        <a:pt x="3512" y="-488"/>
                        <a:pt x="5544" y="147"/>
                        <a:pt x="6433" y="1861"/>
                      </a:cubicBezTo>
                      <a:cubicBezTo>
                        <a:pt x="6560" y="2115"/>
                        <a:pt x="6624" y="2369"/>
                        <a:pt x="6687" y="262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9" name="Google Shape;2339;p69"/>
                <p:cNvSpPr/>
                <p:nvPr/>
              </p:nvSpPr>
              <p:spPr>
                <a:xfrm>
                  <a:off x="8976739" y="2578154"/>
                  <a:ext cx="38056" cy="10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56" h="10507" extrusionOk="0">
                      <a:moveTo>
                        <a:pt x="1208" y="5407"/>
                      </a:moveTo>
                      <a:cubicBezTo>
                        <a:pt x="6479" y="1851"/>
                        <a:pt x="12702" y="390"/>
                        <a:pt x="18988" y="9"/>
                      </a:cubicBezTo>
                      <a:cubicBezTo>
                        <a:pt x="22100" y="-54"/>
                        <a:pt x="25338" y="200"/>
                        <a:pt x="28450" y="1025"/>
                      </a:cubicBezTo>
                      <a:cubicBezTo>
                        <a:pt x="31561" y="1914"/>
                        <a:pt x="34673" y="3248"/>
                        <a:pt x="37149" y="5534"/>
                      </a:cubicBezTo>
                      <a:cubicBezTo>
                        <a:pt x="38292" y="6550"/>
                        <a:pt x="38355" y="8328"/>
                        <a:pt x="37340" y="9471"/>
                      </a:cubicBezTo>
                      <a:cubicBezTo>
                        <a:pt x="36578" y="10296"/>
                        <a:pt x="35371" y="10550"/>
                        <a:pt x="34355" y="10233"/>
                      </a:cubicBezTo>
                      <a:lnTo>
                        <a:pt x="34165" y="10169"/>
                      </a:lnTo>
                      <a:cubicBezTo>
                        <a:pt x="29530" y="8518"/>
                        <a:pt x="24449" y="7820"/>
                        <a:pt x="19242" y="8074"/>
                      </a:cubicBezTo>
                      <a:cubicBezTo>
                        <a:pt x="14035" y="8137"/>
                        <a:pt x="8765" y="9090"/>
                        <a:pt x="3558" y="10360"/>
                      </a:cubicBezTo>
                      <a:lnTo>
                        <a:pt x="3430" y="10423"/>
                      </a:lnTo>
                      <a:cubicBezTo>
                        <a:pt x="1906" y="10804"/>
                        <a:pt x="446" y="9852"/>
                        <a:pt x="66" y="8391"/>
                      </a:cubicBezTo>
                      <a:cubicBezTo>
                        <a:pt x="-189" y="7248"/>
                        <a:pt x="319" y="6042"/>
                        <a:pt x="1208" y="540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0" name="Google Shape;2340;p69"/>
                <p:cNvSpPr/>
                <p:nvPr/>
              </p:nvSpPr>
              <p:spPr>
                <a:xfrm>
                  <a:off x="9043702" y="2584330"/>
                  <a:ext cx="32472" cy="130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72" h="13002" extrusionOk="0">
                      <a:moveTo>
                        <a:pt x="1555" y="2660"/>
                      </a:moveTo>
                      <a:cubicBezTo>
                        <a:pt x="4159" y="1453"/>
                        <a:pt x="6635" y="755"/>
                        <a:pt x="9366" y="374"/>
                      </a:cubicBezTo>
                      <a:cubicBezTo>
                        <a:pt x="12033" y="-135"/>
                        <a:pt x="14827" y="-71"/>
                        <a:pt x="17557" y="246"/>
                      </a:cubicBezTo>
                      <a:cubicBezTo>
                        <a:pt x="20352" y="501"/>
                        <a:pt x="23145" y="1517"/>
                        <a:pt x="25749" y="2850"/>
                      </a:cubicBezTo>
                      <a:cubicBezTo>
                        <a:pt x="28289" y="4311"/>
                        <a:pt x="30448" y="6406"/>
                        <a:pt x="32035" y="8755"/>
                      </a:cubicBezTo>
                      <a:cubicBezTo>
                        <a:pt x="32861" y="10026"/>
                        <a:pt x="32480" y="11740"/>
                        <a:pt x="31210" y="12565"/>
                      </a:cubicBezTo>
                      <a:cubicBezTo>
                        <a:pt x="30257" y="13137"/>
                        <a:pt x="29115" y="13137"/>
                        <a:pt x="28226" y="12629"/>
                      </a:cubicBezTo>
                      <a:lnTo>
                        <a:pt x="27844" y="12439"/>
                      </a:lnTo>
                      <a:cubicBezTo>
                        <a:pt x="26003" y="11296"/>
                        <a:pt x="24352" y="10152"/>
                        <a:pt x="22447" y="9454"/>
                      </a:cubicBezTo>
                      <a:cubicBezTo>
                        <a:pt x="20605" y="8629"/>
                        <a:pt x="18573" y="8248"/>
                        <a:pt x="16542" y="7803"/>
                      </a:cubicBezTo>
                      <a:cubicBezTo>
                        <a:pt x="14446" y="7422"/>
                        <a:pt x="12287" y="7486"/>
                        <a:pt x="10001" y="7422"/>
                      </a:cubicBezTo>
                      <a:cubicBezTo>
                        <a:pt x="7779" y="7486"/>
                        <a:pt x="5429" y="7676"/>
                        <a:pt x="3333" y="7930"/>
                      </a:cubicBezTo>
                      <a:lnTo>
                        <a:pt x="3079" y="7930"/>
                      </a:lnTo>
                      <a:cubicBezTo>
                        <a:pt x="1555" y="8121"/>
                        <a:pt x="222" y="6977"/>
                        <a:pt x="31" y="5517"/>
                      </a:cubicBezTo>
                      <a:cubicBezTo>
                        <a:pt x="-159" y="4247"/>
                        <a:pt x="540" y="3168"/>
                        <a:pt x="1555" y="266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1" name="Google Shape;2341;p69"/>
                <p:cNvSpPr/>
                <p:nvPr/>
              </p:nvSpPr>
              <p:spPr>
                <a:xfrm>
                  <a:off x="8848915" y="2571940"/>
                  <a:ext cx="92963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63" h="108585" extrusionOk="0">
                      <a:moveTo>
                        <a:pt x="92964" y="54292"/>
                      </a:moveTo>
                      <a:cubicBezTo>
                        <a:pt x="92964" y="84277"/>
                        <a:pt x="72154" y="108585"/>
                        <a:pt x="46483" y="108585"/>
                      </a:cubicBezTo>
                      <a:cubicBezTo>
                        <a:pt x="20811" y="108585"/>
                        <a:pt x="1" y="84277"/>
                        <a:pt x="1" y="54292"/>
                      </a:cubicBezTo>
                      <a:cubicBezTo>
                        <a:pt x="1" y="24307"/>
                        <a:pt x="20811" y="0"/>
                        <a:pt x="46483" y="0"/>
                      </a:cubicBezTo>
                      <a:cubicBezTo>
                        <a:pt x="72154" y="0"/>
                        <a:pt x="92964" y="24308"/>
                        <a:pt x="92964" y="54292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2" name="Google Shape;2342;p69"/>
                <p:cNvSpPr/>
                <p:nvPr/>
              </p:nvSpPr>
              <p:spPr>
                <a:xfrm>
                  <a:off x="8879141" y="2571940"/>
                  <a:ext cx="54292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292" h="108585" extrusionOk="0">
                      <a:moveTo>
                        <a:pt x="21717" y="381"/>
                      </a:moveTo>
                      <a:cubicBezTo>
                        <a:pt x="19939" y="127"/>
                        <a:pt x="18097" y="0"/>
                        <a:pt x="16256" y="0"/>
                      </a:cubicBezTo>
                      <a:cubicBezTo>
                        <a:pt x="10540" y="0"/>
                        <a:pt x="5080" y="1270"/>
                        <a:pt x="0" y="3492"/>
                      </a:cubicBezTo>
                      <a:cubicBezTo>
                        <a:pt x="1524" y="3302"/>
                        <a:pt x="3048" y="3175"/>
                        <a:pt x="4635" y="3175"/>
                      </a:cubicBezTo>
                      <a:cubicBezTo>
                        <a:pt x="28511" y="3175"/>
                        <a:pt x="47942" y="26099"/>
                        <a:pt x="47942" y="54292"/>
                      </a:cubicBezTo>
                      <a:cubicBezTo>
                        <a:pt x="47942" y="82486"/>
                        <a:pt x="28511" y="105410"/>
                        <a:pt x="4635" y="105410"/>
                      </a:cubicBezTo>
                      <a:cubicBezTo>
                        <a:pt x="3048" y="105410"/>
                        <a:pt x="1524" y="105283"/>
                        <a:pt x="0" y="105092"/>
                      </a:cubicBezTo>
                      <a:cubicBezTo>
                        <a:pt x="5080" y="107315"/>
                        <a:pt x="10540" y="108585"/>
                        <a:pt x="16256" y="108585"/>
                      </a:cubicBezTo>
                      <a:cubicBezTo>
                        <a:pt x="18097" y="108585"/>
                        <a:pt x="19939" y="108395"/>
                        <a:pt x="21717" y="108204"/>
                      </a:cubicBezTo>
                      <a:cubicBezTo>
                        <a:pt x="40703" y="100139"/>
                        <a:pt x="54292" y="79058"/>
                        <a:pt x="54292" y="54292"/>
                      </a:cubicBezTo>
                      <a:cubicBezTo>
                        <a:pt x="54292" y="29591"/>
                        <a:pt x="40703" y="8509"/>
                        <a:pt x="21717" y="38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3" name="Google Shape;2343;p69"/>
                <p:cNvSpPr/>
                <p:nvPr/>
              </p:nvSpPr>
              <p:spPr>
                <a:xfrm>
                  <a:off x="8702929" y="3510915"/>
                  <a:ext cx="72090" cy="158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090" h="158241" extrusionOk="0">
                      <a:moveTo>
                        <a:pt x="51752" y="158242"/>
                      </a:moveTo>
                      <a:cubicBezTo>
                        <a:pt x="50990" y="158242"/>
                        <a:pt x="50228" y="157988"/>
                        <a:pt x="49593" y="157416"/>
                      </a:cubicBezTo>
                      <a:cubicBezTo>
                        <a:pt x="48323" y="156210"/>
                        <a:pt x="48196" y="154241"/>
                        <a:pt x="49402" y="152908"/>
                      </a:cubicBezTo>
                      <a:cubicBezTo>
                        <a:pt x="62864" y="138176"/>
                        <a:pt x="68516" y="117665"/>
                        <a:pt x="64452" y="98107"/>
                      </a:cubicBezTo>
                      <a:lnTo>
                        <a:pt x="47307" y="15367"/>
                      </a:lnTo>
                      <a:cubicBezTo>
                        <a:pt x="46227" y="10160"/>
                        <a:pt x="41592" y="6350"/>
                        <a:pt x="36258" y="6350"/>
                      </a:cubicBezTo>
                      <a:lnTo>
                        <a:pt x="3175" y="6350"/>
                      </a:lnTo>
                      <a:cubicBezTo>
                        <a:pt x="1397" y="6350"/>
                        <a:pt x="0" y="4953"/>
                        <a:pt x="0" y="3175"/>
                      </a:cubicBezTo>
                      <a:cubicBezTo>
                        <a:pt x="0" y="1397"/>
                        <a:pt x="1397" y="0"/>
                        <a:pt x="3175" y="0"/>
                      </a:cubicBezTo>
                      <a:lnTo>
                        <a:pt x="36258" y="0"/>
                      </a:lnTo>
                      <a:cubicBezTo>
                        <a:pt x="44577" y="0"/>
                        <a:pt x="51879" y="5905"/>
                        <a:pt x="53530" y="14097"/>
                      </a:cubicBezTo>
                      <a:lnTo>
                        <a:pt x="70676" y="96838"/>
                      </a:lnTo>
                      <a:cubicBezTo>
                        <a:pt x="75120" y="118364"/>
                        <a:pt x="68961" y="140970"/>
                        <a:pt x="54102" y="157163"/>
                      </a:cubicBezTo>
                      <a:cubicBezTo>
                        <a:pt x="53467" y="157924"/>
                        <a:pt x="52641" y="158242"/>
                        <a:pt x="51752" y="15824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4" name="Google Shape;2344;p69"/>
                <p:cNvSpPr/>
                <p:nvPr/>
              </p:nvSpPr>
              <p:spPr>
                <a:xfrm>
                  <a:off x="8725916" y="3431095"/>
                  <a:ext cx="157162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2" h="6350" extrusionOk="0">
                      <a:moveTo>
                        <a:pt x="153988" y="6350"/>
                      </a:moveTo>
                      <a:lnTo>
                        <a:pt x="3175" y="6350"/>
                      </a:lnTo>
                      <a:cubicBezTo>
                        <a:pt x="1397" y="6350"/>
                        <a:pt x="0" y="4953"/>
                        <a:pt x="0" y="3175"/>
                      </a:cubicBezTo>
                      <a:cubicBezTo>
                        <a:pt x="0" y="1397"/>
                        <a:pt x="1397" y="0"/>
                        <a:pt x="3175" y="0"/>
                      </a:cubicBezTo>
                      <a:lnTo>
                        <a:pt x="153988" y="0"/>
                      </a:lnTo>
                      <a:cubicBezTo>
                        <a:pt x="155765" y="0"/>
                        <a:pt x="157163" y="1397"/>
                        <a:pt x="157163" y="3175"/>
                      </a:cubicBezTo>
                      <a:cubicBezTo>
                        <a:pt x="157163" y="4953"/>
                        <a:pt x="155765" y="6350"/>
                        <a:pt x="153988" y="635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5" name="Google Shape;2345;p69"/>
                <p:cNvSpPr/>
                <p:nvPr/>
              </p:nvSpPr>
              <p:spPr>
                <a:xfrm>
                  <a:off x="8735812" y="3413680"/>
                  <a:ext cx="208241" cy="68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241" h="68341" extrusionOk="0">
                      <a:moveTo>
                        <a:pt x="3185" y="68341"/>
                      </a:moveTo>
                      <a:cubicBezTo>
                        <a:pt x="1851" y="68341"/>
                        <a:pt x="582" y="67453"/>
                        <a:pt x="137" y="66119"/>
                      </a:cubicBezTo>
                      <a:cubicBezTo>
                        <a:pt x="-371" y="64468"/>
                        <a:pt x="582" y="62690"/>
                        <a:pt x="2232" y="62182"/>
                      </a:cubicBezTo>
                      <a:cubicBezTo>
                        <a:pt x="3819" y="61674"/>
                        <a:pt x="161681" y="13922"/>
                        <a:pt x="204099" y="143"/>
                      </a:cubicBezTo>
                      <a:cubicBezTo>
                        <a:pt x="205750" y="-365"/>
                        <a:pt x="207528" y="524"/>
                        <a:pt x="208099" y="2175"/>
                      </a:cubicBezTo>
                      <a:cubicBezTo>
                        <a:pt x="208607" y="3826"/>
                        <a:pt x="207719" y="5603"/>
                        <a:pt x="206068" y="6175"/>
                      </a:cubicBezTo>
                      <a:cubicBezTo>
                        <a:pt x="163586" y="20018"/>
                        <a:pt x="5725" y="67834"/>
                        <a:pt x="4074" y="68278"/>
                      </a:cubicBezTo>
                      <a:cubicBezTo>
                        <a:pt x="3819" y="68278"/>
                        <a:pt x="3502" y="68341"/>
                        <a:pt x="3185" y="6834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6" name="Google Shape;2346;p69"/>
                <p:cNvSpPr/>
                <p:nvPr/>
              </p:nvSpPr>
              <p:spPr>
                <a:xfrm>
                  <a:off x="8810866" y="3431824"/>
                  <a:ext cx="113583" cy="978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583" h="97870" extrusionOk="0">
                      <a:moveTo>
                        <a:pt x="1219" y="89123"/>
                      </a:moveTo>
                      <a:cubicBezTo>
                        <a:pt x="31001" y="52547"/>
                        <a:pt x="66942" y="19972"/>
                        <a:pt x="110122" y="223"/>
                      </a:cubicBezTo>
                      <a:cubicBezTo>
                        <a:pt x="111328" y="-348"/>
                        <a:pt x="112789" y="223"/>
                        <a:pt x="113360" y="1429"/>
                      </a:cubicBezTo>
                      <a:cubicBezTo>
                        <a:pt x="113932" y="2636"/>
                        <a:pt x="113360" y="4097"/>
                        <a:pt x="112154" y="4668"/>
                      </a:cubicBezTo>
                      <a:cubicBezTo>
                        <a:pt x="81229" y="20226"/>
                        <a:pt x="54686" y="43276"/>
                        <a:pt x="31572" y="68866"/>
                      </a:cubicBezTo>
                      <a:cubicBezTo>
                        <a:pt x="23889" y="77439"/>
                        <a:pt x="16396" y="86456"/>
                        <a:pt x="9792" y="95664"/>
                      </a:cubicBezTo>
                      <a:cubicBezTo>
                        <a:pt x="5601" y="101378"/>
                        <a:pt x="-3225" y="94838"/>
                        <a:pt x="1219" y="89123"/>
                      </a:cubicBezTo>
                      <a:lnTo>
                        <a:pt x="1219" y="8912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7" name="Google Shape;2347;p69"/>
                <p:cNvSpPr/>
                <p:nvPr/>
              </p:nvSpPr>
              <p:spPr>
                <a:xfrm>
                  <a:off x="8809863" y="3394971"/>
                  <a:ext cx="679578" cy="105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9578" h="105284" extrusionOk="0">
                      <a:moveTo>
                        <a:pt x="2412" y="69906"/>
                      </a:moveTo>
                      <a:cubicBezTo>
                        <a:pt x="20637" y="65270"/>
                        <a:pt x="36956" y="76002"/>
                        <a:pt x="39496" y="94607"/>
                      </a:cubicBezTo>
                      <a:cubicBezTo>
                        <a:pt x="39496" y="94671"/>
                        <a:pt x="35559" y="92068"/>
                        <a:pt x="35559" y="92068"/>
                      </a:cubicBezTo>
                      <a:cubicBezTo>
                        <a:pt x="67754" y="85654"/>
                        <a:pt x="100964" y="89782"/>
                        <a:pt x="132016" y="99370"/>
                      </a:cubicBezTo>
                      <a:cubicBezTo>
                        <a:pt x="167639" y="83368"/>
                        <a:pt x="226630" y="66858"/>
                        <a:pt x="271271" y="54730"/>
                      </a:cubicBezTo>
                      <a:cubicBezTo>
                        <a:pt x="366966" y="29901"/>
                        <a:pt x="464248" y="12629"/>
                        <a:pt x="562418" y="500"/>
                      </a:cubicBezTo>
                      <a:cubicBezTo>
                        <a:pt x="594423" y="-2929"/>
                        <a:pt x="627442" y="11486"/>
                        <a:pt x="646874" y="37076"/>
                      </a:cubicBezTo>
                      <a:cubicBezTo>
                        <a:pt x="655446" y="47871"/>
                        <a:pt x="670813" y="71303"/>
                        <a:pt x="679005" y="82415"/>
                      </a:cubicBezTo>
                      <a:cubicBezTo>
                        <a:pt x="680021" y="83876"/>
                        <a:pt x="679640" y="85844"/>
                        <a:pt x="678242" y="86860"/>
                      </a:cubicBezTo>
                      <a:cubicBezTo>
                        <a:pt x="676846" y="87876"/>
                        <a:pt x="674877" y="87559"/>
                        <a:pt x="673861" y="86162"/>
                      </a:cubicBezTo>
                      <a:lnTo>
                        <a:pt x="652080" y="56253"/>
                      </a:lnTo>
                      <a:cubicBezTo>
                        <a:pt x="633475" y="25012"/>
                        <a:pt x="599947" y="3802"/>
                        <a:pt x="563118" y="7930"/>
                      </a:cubicBezTo>
                      <a:cubicBezTo>
                        <a:pt x="514413" y="13645"/>
                        <a:pt x="465581" y="21011"/>
                        <a:pt x="417194" y="29774"/>
                      </a:cubicBezTo>
                      <a:cubicBezTo>
                        <a:pt x="320484" y="47427"/>
                        <a:pt x="224281" y="70287"/>
                        <a:pt x="132206" y="105085"/>
                      </a:cubicBezTo>
                      <a:cubicBezTo>
                        <a:pt x="131508" y="105339"/>
                        <a:pt x="130809" y="105339"/>
                        <a:pt x="130174" y="105149"/>
                      </a:cubicBezTo>
                      <a:cubicBezTo>
                        <a:pt x="107631" y="98163"/>
                        <a:pt x="83946" y="94481"/>
                        <a:pt x="60261" y="95496"/>
                      </a:cubicBezTo>
                      <a:cubicBezTo>
                        <a:pt x="52450" y="95814"/>
                        <a:pt x="44449" y="96639"/>
                        <a:pt x="37147" y="98290"/>
                      </a:cubicBezTo>
                      <a:cubicBezTo>
                        <a:pt x="35432" y="98671"/>
                        <a:pt x="33655" y="97592"/>
                        <a:pt x="33273" y="95877"/>
                      </a:cubicBezTo>
                      <a:cubicBezTo>
                        <a:pt x="32004" y="89337"/>
                        <a:pt x="29336" y="82415"/>
                        <a:pt x="23494" y="78796"/>
                      </a:cubicBezTo>
                      <a:cubicBezTo>
                        <a:pt x="17970" y="75113"/>
                        <a:pt x="10223" y="74669"/>
                        <a:pt x="3873" y="76193"/>
                      </a:cubicBezTo>
                      <a:cubicBezTo>
                        <a:pt x="-1" y="77018"/>
                        <a:pt x="-1779" y="70858"/>
                        <a:pt x="2412" y="69906"/>
                      </a:cubicBezTo>
                      <a:lnTo>
                        <a:pt x="2412" y="6990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8" name="Google Shape;2348;p69"/>
                <p:cNvSpPr/>
                <p:nvPr/>
              </p:nvSpPr>
              <p:spPr>
                <a:xfrm>
                  <a:off x="9403968" y="3385883"/>
                  <a:ext cx="33611" cy="1306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611" h="130682" extrusionOk="0">
                      <a:moveTo>
                        <a:pt x="20955" y="0"/>
                      </a:moveTo>
                      <a:cubicBezTo>
                        <a:pt x="20955" y="0"/>
                        <a:pt x="28639" y="70866"/>
                        <a:pt x="0" y="130683"/>
                      </a:cubicBezTo>
                      <a:cubicBezTo>
                        <a:pt x="30163" y="91757"/>
                        <a:pt x="46546" y="34861"/>
                        <a:pt x="2095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49" name="Google Shape;2349;p69"/>
              <p:cNvGrpSpPr/>
              <p:nvPr/>
            </p:nvGrpSpPr>
            <p:grpSpPr>
              <a:xfrm flipH="1">
                <a:off x="7531289" y="2943682"/>
                <a:ext cx="1267361" cy="2272848"/>
                <a:chOff x="8507831" y="3094565"/>
                <a:chExt cx="755866" cy="1355387"/>
              </a:xfrm>
            </p:grpSpPr>
            <p:sp>
              <p:nvSpPr>
                <p:cNvPr id="2350" name="Google Shape;2350;p69"/>
                <p:cNvSpPr/>
                <p:nvPr/>
              </p:nvSpPr>
              <p:spPr>
                <a:xfrm>
                  <a:off x="8646477" y="3758882"/>
                  <a:ext cx="169926" cy="691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926" h="691070" extrusionOk="0">
                      <a:moveTo>
                        <a:pt x="55372" y="691071"/>
                      </a:moveTo>
                      <a:lnTo>
                        <a:pt x="169926" y="0"/>
                      </a:lnTo>
                      <a:lnTo>
                        <a:pt x="114553" y="0"/>
                      </a:lnTo>
                      <a:lnTo>
                        <a:pt x="0" y="69107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51" name="Google Shape;2351;p69"/>
                <p:cNvSpPr/>
                <p:nvPr/>
              </p:nvSpPr>
              <p:spPr>
                <a:xfrm>
                  <a:off x="8750998" y="3758882"/>
                  <a:ext cx="65405" cy="605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405" h="60515" extrusionOk="0">
                      <a:moveTo>
                        <a:pt x="0" y="60515"/>
                      </a:moveTo>
                      <a:cubicBezTo>
                        <a:pt x="20574" y="50927"/>
                        <a:pt x="42608" y="45593"/>
                        <a:pt x="58293" y="42799"/>
                      </a:cubicBezTo>
                      <a:lnTo>
                        <a:pt x="65405" y="0"/>
                      </a:lnTo>
                      <a:lnTo>
                        <a:pt x="10033" y="0"/>
                      </a:lnTo>
                      <a:lnTo>
                        <a:pt x="0" y="6051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52" name="Google Shape;2352;p69"/>
                <p:cNvSpPr/>
                <p:nvPr/>
              </p:nvSpPr>
              <p:spPr>
                <a:xfrm>
                  <a:off x="9093771" y="3758882"/>
                  <a:ext cx="169926" cy="691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926" h="691070" extrusionOk="0">
                      <a:moveTo>
                        <a:pt x="169926" y="691071"/>
                      </a:moveTo>
                      <a:lnTo>
                        <a:pt x="55373" y="0"/>
                      </a:lnTo>
                      <a:lnTo>
                        <a:pt x="0" y="0"/>
                      </a:lnTo>
                      <a:lnTo>
                        <a:pt x="114554" y="69107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53" name="Google Shape;2353;p69"/>
                <p:cNvSpPr/>
                <p:nvPr/>
              </p:nvSpPr>
              <p:spPr>
                <a:xfrm>
                  <a:off x="8507831" y="3094565"/>
                  <a:ext cx="730974" cy="683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974" h="683811" extrusionOk="0">
                      <a:moveTo>
                        <a:pt x="705574" y="683811"/>
                      </a:moveTo>
                      <a:lnTo>
                        <a:pt x="257962" y="683811"/>
                      </a:lnTo>
                      <a:cubicBezTo>
                        <a:pt x="182461" y="683811"/>
                        <a:pt x="117183" y="630026"/>
                        <a:pt x="102768" y="555922"/>
                      </a:cubicBezTo>
                      <a:lnTo>
                        <a:pt x="470" y="30269"/>
                      </a:lnTo>
                      <a:cubicBezTo>
                        <a:pt x="-2197" y="16489"/>
                        <a:pt x="6756" y="3154"/>
                        <a:pt x="20536" y="488"/>
                      </a:cubicBezTo>
                      <a:cubicBezTo>
                        <a:pt x="34379" y="-2243"/>
                        <a:pt x="47650" y="6774"/>
                        <a:pt x="50317" y="20554"/>
                      </a:cubicBezTo>
                      <a:lnTo>
                        <a:pt x="152616" y="546206"/>
                      </a:lnTo>
                      <a:cubicBezTo>
                        <a:pt x="162395" y="596499"/>
                        <a:pt x="206718" y="633011"/>
                        <a:pt x="257962" y="633011"/>
                      </a:cubicBezTo>
                      <a:lnTo>
                        <a:pt x="705574" y="633011"/>
                      </a:lnTo>
                      <a:cubicBezTo>
                        <a:pt x="719608" y="633011"/>
                        <a:pt x="730974" y="644378"/>
                        <a:pt x="730974" y="658411"/>
                      </a:cubicBezTo>
                      <a:cubicBezTo>
                        <a:pt x="730974" y="672444"/>
                        <a:pt x="719608" y="683811"/>
                        <a:pt x="705574" y="6838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54" name="Google Shape;2354;p69"/>
              <p:cNvGrpSpPr/>
              <p:nvPr/>
            </p:nvGrpSpPr>
            <p:grpSpPr>
              <a:xfrm flipH="1">
                <a:off x="6775456" y="3273854"/>
                <a:ext cx="1271576" cy="1942679"/>
                <a:chOff x="8956103" y="3291459"/>
                <a:chExt cx="758380" cy="1158494"/>
              </a:xfrm>
            </p:grpSpPr>
            <p:sp>
              <p:nvSpPr>
                <p:cNvPr id="2355" name="Google Shape;2355;p69"/>
                <p:cNvSpPr/>
                <p:nvPr/>
              </p:nvSpPr>
              <p:spPr>
                <a:xfrm>
                  <a:off x="9058592" y="3291459"/>
                  <a:ext cx="553338" cy="41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338" h="41655" extrusionOk="0">
                      <a:moveTo>
                        <a:pt x="20827" y="41656"/>
                      </a:moveTo>
                      <a:lnTo>
                        <a:pt x="532511" y="41656"/>
                      </a:lnTo>
                      <a:cubicBezTo>
                        <a:pt x="544004" y="41656"/>
                        <a:pt x="553338" y="32321"/>
                        <a:pt x="553338" y="20828"/>
                      </a:cubicBezTo>
                      <a:lnTo>
                        <a:pt x="553338" y="20828"/>
                      </a:lnTo>
                      <a:cubicBezTo>
                        <a:pt x="553338" y="9334"/>
                        <a:pt x="544004" y="0"/>
                        <a:pt x="532511" y="0"/>
                      </a:cubicBezTo>
                      <a:lnTo>
                        <a:pt x="20827" y="0"/>
                      </a:lnTo>
                      <a:cubicBezTo>
                        <a:pt x="9334" y="0"/>
                        <a:pt x="0" y="9334"/>
                        <a:pt x="0" y="20828"/>
                      </a:cubicBezTo>
                      <a:lnTo>
                        <a:pt x="0" y="20828"/>
                      </a:lnTo>
                      <a:cubicBezTo>
                        <a:pt x="0" y="32321"/>
                        <a:pt x="9334" y="41656"/>
                        <a:pt x="20827" y="4165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356" name="Google Shape;2356;p69"/>
                <p:cNvGrpSpPr/>
                <p:nvPr/>
              </p:nvGrpSpPr>
              <p:grpSpPr>
                <a:xfrm>
                  <a:off x="8956103" y="3333115"/>
                  <a:ext cx="758380" cy="1116838"/>
                  <a:chOff x="8956103" y="3333115"/>
                  <a:chExt cx="758380" cy="1116838"/>
                </a:xfrm>
              </p:grpSpPr>
              <p:sp>
                <p:nvSpPr>
                  <p:cNvPr id="2357" name="Google Shape;2357;p69"/>
                  <p:cNvSpPr/>
                  <p:nvPr/>
                </p:nvSpPr>
                <p:spPr>
                  <a:xfrm>
                    <a:off x="8956103" y="3333115"/>
                    <a:ext cx="240474" cy="11168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474" h="1116838" extrusionOk="0">
                        <a:moveTo>
                          <a:pt x="55308" y="1116838"/>
                        </a:moveTo>
                        <a:lnTo>
                          <a:pt x="0" y="1116838"/>
                        </a:lnTo>
                        <a:lnTo>
                          <a:pt x="185103" y="0"/>
                        </a:lnTo>
                        <a:lnTo>
                          <a:pt x="240474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58" name="Google Shape;2358;p69"/>
                  <p:cNvSpPr/>
                  <p:nvPr/>
                </p:nvSpPr>
                <p:spPr>
                  <a:xfrm>
                    <a:off x="9473945" y="3333115"/>
                    <a:ext cx="240538" cy="11168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538" h="1116838" extrusionOk="0">
                        <a:moveTo>
                          <a:pt x="185166" y="1116838"/>
                        </a:moveTo>
                        <a:lnTo>
                          <a:pt x="240538" y="1116838"/>
                        </a:lnTo>
                        <a:lnTo>
                          <a:pt x="5537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59" name="Google Shape;2359;p69"/>
                  <p:cNvSpPr/>
                  <p:nvPr/>
                </p:nvSpPr>
                <p:spPr>
                  <a:xfrm>
                    <a:off x="9128252" y="3333115"/>
                    <a:ext cx="68326" cy="782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326" h="78231" extrusionOk="0">
                        <a:moveTo>
                          <a:pt x="0" y="78232"/>
                        </a:moveTo>
                        <a:lnTo>
                          <a:pt x="56705" y="70231"/>
                        </a:lnTo>
                        <a:lnTo>
                          <a:pt x="68326" y="0"/>
                        </a:lnTo>
                        <a:lnTo>
                          <a:pt x="12954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60" name="Google Shape;2360;p69"/>
                  <p:cNvSpPr/>
                  <p:nvPr/>
                </p:nvSpPr>
                <p:spPr>
                  <a:xfrm>
                    <a:off x="9473945" y="3333115"/>
                    <a:ext cx="58864" cy="286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864" h="28638" extrusionOk="0">
                        <a:moveTo>
                          <a:pt x="55373" y="0"/>
                        </a:moveTo>
                        <a:lnTo>
                          <a:pt x="0" y="0"/>
                        </a:lnTo>
                        <a:lnTo>
                          <a:pt x="4763" y="28638"/>
                        </a:lnTo>
                        <a:lnTo>
                          <a:pt x="58865" y="21018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2361" name="Google Shape;2361;p69"/>
              <p:cNvGrpSpPr/>
              <p:nvPr/>
            </p:nvGrpSpPr>
            <p:grpSpPr>
              <a:xfrm flipH="1">
                <a:off x="6513326" y="2992844"/>
                <a:ext cx="1103671" cy="279412"/>
                <a:chOff x="9212580" y="3123882"/>
                <a:chExt cx="658240" cy="166624"/>
              </a:xfrm>
            </p:grpSpPr>
            <p:sp>
              <p:nvSpPr>
                <p:cNvPr id="2362" name="Google Shape;2362;p69"/>
                <p:cNvSpPr/>
                <p:nvPr/>
              </p:nvSpPr>
              <p:spPr>
                <a:xfrm>
                  <a:off x="9619297" y="3166554"/>
                  <a:ext cx="177736" cy="1078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736" h="107886" extrusionOk="0">
                      <a:moveTo>
                        <a:pt x="107506" y="0"/>
                      </a:moveTo>
                      <a:cubicBezTo>
                        <a:pt x="133541" y="0"/>
                        <a:pt x="150432" y="22415"/>
                        <a:pt x="158497" y="38100"/>
                      </a:cubicBezTo>
                      <a:cubicBezTo>
                        <a:pt x="166560" y="53785"/>
                        <a:pt x="177736" y="66040"/>
                        <a:pt x="177736" y="66040"/>
                      </a:cubicBezTo>
                      <a:lnTo>
                        <a:pt x="45021" y="66040"/>
                      </a:lnTo>
                      <a:lnTo>
                        <a:pt x="26797" y="107886"/>
                      </a:lnTo>
                      <a:lnTo>
                        <a:pt x="13081" y="107886"/>
                      </a:lnTo>
                      <a:lnTo>
                        <a:pt x="0" y="66040"/>
                      </a:lnTo>
                      <a:cubicBezTo>
                        <a:pt x="0" y="65976"/>
                        <a:pt x="28829" y="0"/>
                        <a:pt x="10750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63" name="Google Shape;2363;p69"/>
                <p:cNvSpPr/>
                <p:nvPr/>
              </p:nvSpPr>
              <p:spPr>
                <a:xfrm>
                  <a:off x="9629838" y="3166491"/>
                  <a:ext cx="96964" cy="106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64" h="106743" extrusionOk="0">
                      <a:moveTo>
                        <a:pt x="14795" y="106743"/>
                      </a:moveTo>
                      <a:cubicBezTo>
                        <a:pt x="14795" y="32131"/>
                        <a:pt x="66484" y="0"/>
                        <a:pt x="96965" y="0"/>
                      </a:cubicBezTo>
                      <a:lnTo>
                        <a:pt x="0" y="0"/>
                      </a:lnTo>
                      <a:lnTo>
                        <a:pt x="14795" y="106743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64" name="Google Shape;2364;p69"/>
                <p:cNvSpPr/>
                <p:nvPr/>
              </p:nvSpPr>
              <p:spPr>
                <a:xfrm>
                  <a:off x="9449752" y="3123882"/>
                  <a:ext cx="286575" cy="1493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6575" h="149351" extrusionOk="0">
                      <a:moveTo>
                        <a:pt x="194881" y="149352"/>
                      </a:moveTo>
                      <a:cubicBezTo>
                        <a:pt x="194881" y="149352"/>
                        <a:pt x="197866" y="22035"/>
                        <a:pt x="286576" y="0"/>
                      </a:cubicBezTo>
                      <a:lnTo>
                        <a:pt x="94170" y="0"/>
                      </a:lnTo>
                      <a:cubicBezTo>
                        <a:pt x="76136" y="0"/>
                        <a:pt x="58801" y="6985"/>
                        <a:pt x="45910" y="19621"/>
                      </a:cubicBezTo>
                      <a:cubicBezTo>
                        <a:pt x="25336" y="39814"/>
                        <a:pt x="889" y="78613"/>
                        <a:pt x="0" y="149352"/>
                      </a:cubicBezTo>
                      <a:cubicBezTo>
                        <a:pt x="-64" y="149352"/>
                        <a:pt x="124016" y="117729"/>
                        <a:pt x="194881" y="149352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65" name="Google Shape;2365;p69"/>
                <p:cNvSpPr/>
                <p:nvPr/>
              </p:nvSpPr>
              <p:spPr>
                <a:xfrm>
                  <a:off x="9223629" y="3200546"/>
                  <a:ext cx="355091" cy="63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5091" h="63988" extrusionOk="0">
                      <a:moveTo>
                        <a:pt x="0" y="49066"/>
                      </a:moveTo>
                      <a:cubicBezTo>
                        <a:pt x="73406" y="49066"/>
                        <a:pt x="94678" y="9061"/>
                        <a:pt x="144652" y="1314"/>
                      </a:cubicBezTo>
                      <a:cubicBezTo>
                        <a:pt x="152019" y="171"/>
                        <a:pt x="158877" y="-210"/>
                        <a:pt x="165353" y="108"/>
                      </a:cubicBezTo>
                      <a:lnTo>
                        <a:pt x="355092" y="108"/>
                      </a:lnTo>
                      <a:lnTo>
                        <a:pt x="215773" y="63988"/>
                      </a:lnTo>
                      <a:lnTo>
                        <a:pt x="192977" y="49066"/>
                      </a:lnTo>
                      <a:lnTo>
                        <a:pt x="0" y="49066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66" name="Google Shape;2366;p69"/>
                <p:cNvSpPr/>
                <p:nvPr/>
              </p:nvSpPr>
              <p:spPr>
                <a:xfrm>
                  <a:off x="9640589" y="3192911"/>
                  <a:ext cx="195834" cy="893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834" h="89340" extrusionOk="0">
                      <a:moveTo>
                        <a:pt x="0" y="80323"/>
                      </a:moveTo>
                      <a:cubicBezTo>
                        <a:pt x="8319" y="33969"/>
                        <a:pt x="24385" y="-1655"/>
                        <a:pt x="55944" y="59"/>
                      </a:cubicBezTo>
                      <a:cubicBezTo>
                        <a:pt x="112523" y="3044"/>
                        <a:pt x="124397" y="78037"/>
                        <a:pt x="195835" y="64956"/>
                      </a:cubicBezTo>
                      <a:lnTo>
                        <a:pt x="195835" y="89341"/>
                      </a:lnTo>
                      <a:lnTo>
                        <a:pt x="0" y="80323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67" name="Google Shape;2367;p69"/>
                <p:cNvSpPr/>
                <p:nvPr/>
              </p:nvSpPr>
              <p:spPr>
                <a:xfrm>
                  <a:off x="9418383" y="3254235"/>
                  <a:ext cx="452437" cy="36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437" h="36270" extrusionOk="0">
                      <a:moveTo>
                        <a:pt x="0" y="36271"/>
                      </a:moveTo>
                      <a:lnTo>
                        <a:pt x="452438" y="36271"/>
                      </a:lnTo>
                      <a:cubicBezTo>
                        <a:pt x="452438" y="36271"/>
                        <a:pt x="381318" y="8712"/>
                        <a:pt x="350076" y="6045"/>
                      </a:cubicBezTo>
                      <a:cubicBezTo>
                        <a:pt x="318834" y="3378"/>
                        <a:pt x="250635" y="76"/>
                        <a:pt x="226251" y="28080"/>
                      </a:cubicBezTo>
                      <a:cubicBezTo>
                        <a:pt x="190247" y="711"/>
                        <a:pt x="156273" y="-5385"/>
                        <a:pt x="108966" y="4330"/>
                      </a:cubicBezTo>
                      <a:cubicBezTo>
                        <a:pt x="61659" y="14046"/>
                        <a:pt x="0" y="36271"/>
                        <a:pt x="0" y="3627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68" name="Google Shape;2368;p69"/>
                <p:cNvSpPr/>
                <p:nvPr/>
              </p:nvSpPr>
              <p:spPr>
                <a:xfrm>
                  <a:off x="9416668" y="3200524"/>
                  <a:ext cx="227965" cy="81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965" h="81727" extrusionOk="0">
                      <a:moveTo>
                        <a:pt x="227965" y="72710"/>
                      </a:moveTo>
                      <a:cubicBezTo>
                        <a:pt x="224981" y="19815"/>
                        <a:pt x="194628" y="-6411"/>
                        <a:pt x="144653" y="1336"/>
                      </a:cubicBezTo>
                      <a:cubicBezTo>
                        <a:pt x="94679" y="9083"/>
                        <a:pt x="41656" y="69472"/>
                        <a:pt x="0" y="49088"/>
                      </a:cubicBezTo>
                      <a:lnTo>
                        <a:pt x="0" y="81727"/>
                      </a:lnTo>
                      <a:cubicBezTo>
                        <a:pt x="-63" y="81727"/>
                        <a:pt x="164847" y="29911"/>
                        <a:pt x="227965" y="7271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69" name="Google Shape;2369;p69"/>
                <p:cNvSpPr/>
                <p:nvPr/>
              </p:nvSpPr>
              <p:spPr>
                <a:xfrm>
                  <a:off x="9223629" y="3249612"/>
                  <a:ext cx="193040" cy="24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040" h="24384" extrusionOk="0">
                      <a:moveTo>
                        <a:pt x="0" y="0"/>
                      </a:moveTo>
                      <a:lnTo>
                        <a:pt x="193040" y="0"/>
                      </a:lnTo>
                      <a:lnTo>
                        <a:pt x="193040" y="24384"/>
                      </a:lnTo>
                      <a:lnTo>
                        <a:pt x="0" y="24384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70" name="Google Shape;2370;p69"/>
                <p:cNvSpPr/>
                <p:nvPr/>
              </p:nvSpPr>
              <p:spPr>
                <a:xfrm>
                  <a:off x="9398989" y="3157875"/>
                  <a:ext cx="174524" cy="731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524" h="73178" extrusionOk="0">
                      <a:moveTo>
                        <a:pt x="154" y="30967"/>
                      </a:moveTo>
                      <a:cubicBezTo>
                        <a:pt x="725" y="26903"/>
                        <a:pt x="3138" y="23347"/>
                        <a:pt x="6630" y="21252"/>
                      </a:cubicBezTo>
                      <a:cubicBezTo>
                        <a:pt x="16917" y="15029"/>
                        <a:pt x="40412" y="2646"/>
                        <a:pt x="68226" y="424"/>
                      </a:cubicBezTo>
                      <a:cubicBezTo>
                        <a:pt x="105754" y="-2561"/>
                        <a:pt x="156491" y="10076"/>
                        <a:pt x="174524" y="42778"/>
                      </a:cubicBezTo>
                      <a:lnTo>
                        <a:pt x="77242" y="42778"/>
                      </a:lnTo>
                      <a:lnTo>
                        <a:pt x="87974" y="50335"/>
                      </a:lnTo>
                      <a:cubicBezTo>
                        <a:pt x="95277" y="55478"/>
                        <a:pt x="95022" y="66464"/>
                        <a:pt x="87403" y="71226"/>
                      </a:cubicBezTo>
                      <a:lnTo>
                        <a:pt x="87403" y="71226"/>
                      </a:lnTo>
                      <a:cubicBezTo>
                        <a:pt x="84037" y="73385"/>
                        <a:pt x="79782" y="73766"/>
                        <a:pt x="76036" y="72306"/>
                      </a:cubicBezTo>
                      <a:lnTo>
                        <a:pt x="8599" y="45636"/>
                      </a:lnTo>
                      <a:cubicBezTo>
                        <a:pt x="2757" y="43286"/>
                        <a:pt x="-799" y="37254"/>
                        <a:pt x="154" y="30967"/>
                      </a:cubicBezTo>
                      <a:lnTo>
                        <a:pt x="154" y="30967"/>
                      </a:lnTo>
                      <a:close/>
                    </a:path>
                  </a:pathLst>
                </a:custGeom>
                <a:solidFill>
                  <a:srgbClr val="F9D4BC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71" name="Google Shape;2371;p69"/>
                <p:cNvSpPr/>
                <p:nvPr/>
              </p:nvSpPr>
              <p:spPr>
                <a:xfrm>
                  <a:off x="9460711" y="3181328"/>
                  <a:ext cx="57367" cy="1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367" h="19325" extrusionOk="0">
                      <a:moveTo>
                        <a:pt x="15520" y="19325"/>
                      </a:moveTo>
                      <a:lnTo>
                        <a:pt x="2122" y="9356"/>
                      </a:lnTo>
                      <a:cubicBezTo>
                        <a:pt x="-2069" y="6244"/>
                        <a:pt x="407" y="-423"/>
                        <a:pt x="5551" y="21"/>
                      </a:cubicBezTo>
                      <a:cubicBezTo>
                        <a:pt x="21172" y="1291"/>
                        <a:pt x="44095" y="5609"/>
                        <a:pt x="57367" y="19325"/>
                      </a:cubicBezTo>
                      <a:lnTo>
                        <a:pt x="15520" y="19325"/>
                      </a:lnTo>
                      <a:close/>
                    </a:path>
                  </a:pathLst>
                </a:custGeom>
                <a:solidFill>
                  <a:srgbClr val="E6BEA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72" name="Google Shape;2372;p69"/>
                <p:cNvSpPr/>
                <p:nvPr/>
              </p:nvSpPr>
              <p:spPr>
                <a:xfrm>
                  <a:off x="9212580" y="3274060"/>
                  <a:ext cx="205803" cy="164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803" h="16446" extrusionOk="0">
                      <a:moveTo>
                        <a:pt x="0" y="0"/>
                      </a:moveTo>
                      <a:lnTo>
                        <a:pt x="205804" y="0"/>
                      </a:lnTo>
                      <a:lnTo>
                        <a:pt x="205804" y="16447"/>
                      </a:lnTo>
                      <a:lnTo>
                        <a:pt x="0" y="1644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73" name="Google Shape;2373;p69"/>
                <p:cNvSpPr/>
                <p:nvPr/>
              </p:nvSpPr>
              <p:spPr>
                <a:xfrm>
                  <a:off x="9418446" y="3249610"/>
                  <a:ext cx="452373" cy="408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373" h="40832" extrusionOk="0">
                      <a:moveTo>
                        <a:pt x="226187" y="40070"/>
                      </a:moveTo>
                      <a:cubicBezTo>
                        <a:pt x="294449" y="-13524"/>
                        <a:pt x="397256" y="40832"/>
                        <a:pt x="452374" y="40832"/>
                      </a:cubicBezTo>
                      <a:lnTo>
                        <a:pt x="452374" y="24386"/>
                      </a:lnTo>
                      <a:cubicBezTo>
                        <a:pt x="397193" y="24386"/>
                        <a:pt x="294386" y="-29970"/>
                        <a:pt x="226187" y="23623"/>
                      </a:cubicBezTo>
                      <a:cubicBezTo>
                        <a:pt x="157924" y="-29970"/>
                        <a:pt x="55118" y="24386"/>
                        <a:pt x="0" y="24386"/>
                      </a:cubicBezTo>
                      <a:lnTo>
                        <a:pt x="0" y="40832"/>
                      </a:lnTo>
                      <a:cubicBezTo>
                        <a:pt x="55118" y="40896"/>
                        <a:pt x="157924" y="-13460"/>
                        <a:pt x="226187" y="4007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74" name="Google Shape;2374;p69"/>
              <p:cNvGrpSpPr/>
              <p:nvPr/>
            </p:nvGrpSpPr>
            <p:grpSpPr>
              <a:xfrm flipH="1">
                <a:off x="6017266" y="3032350"/>
                <a:ext cx="333351" cy="241609"/>
                <a:chOff x="9967861" y="3147441"/>
                <a:chExt cx="198814" cy="144081"/>
              </a:xfrm>
            </p:grpSpPr>
            <p:sp>
              <p:nvSpPr>
                <p:cNvPr id="2375" name="Google Shape;2375;p69"/>
                <p:cNvSpPr/>
                <p:nvPr/>
              </p:nvSpPr>
              <p:spPr>
                <a:xfrm>
                  <a:off x="9967861" y="3147441"/>
                  <a:ext cx="149960" cy="1280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960" h="128016" extrusionOk="0">
                      <a:moveTo>
                        <a:pt x="114" y="14288"/>
                      </a:moveTo>
                      <a:lnTo>
                        <a:pt x="10719" y="93663"/>
                      </a:lnTo>
                      <a:cubicBezTo>
                        <a:pt x="13322" y="113348"/>
                        <a:pt x="30149" y="128016"/>
                        <a:pt x="49961" y="128016"/>
                      </a:cubicBezTo>
                      <a:lnTo>
                        <a:pt x="99999" y="128016"/>
                      </a:lnTo>
                      <a:cubicBezTo>
                        <a:pt x="119875" y="128016"/>
                        <a:pt x="136639" y="113348"/>
                        <a:pt x="139243" y="93663"/>
                      </a:cubicBezTo>
                      <a:lnTo>
                        <a:pt x="149847" y="14288"/>
                      </a:lnTo>
                      <a:cubicBezTo>
                        <a:pt x="150863" y="6731"/>
                        <a:pt x="144957" y="0"/>
                        <a:pt x="137338" y="0"/>
                      </a:cubicBezTo>
                      <a:lnTo>
                        <a:pt x="12496" y="0"/>
                      </a:lnTo>
                      <a:cubicBezTo>
                        <a:pt x="5004" y="0"/>
                        <a:pt x="-902" y="6731"/>
                        <a:pt x="114" y="1428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76" name="Google Shape;2376;p69"/>
                <p:cNvSpPr/>
                <p:nvPr/>
              </p:nvSpPr>
              <p:spPr>
                <a:xfrm>
                  <a:off x="10078656" y="3156902"/>
                  <a:ext cx="88019" cy="1044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19" h="104457" extrusionOk="0">
                      <a:moveTo>
                        <a:pt x="39053" y="104457"/>
                      </a:moveTo>
                      <a:lnTo>
                        <a:pt x="0" y="104457"/>
                      </a:lnTo>
                      <a:lnTo>
                        <a:pt x="0" y="91758"/>
                      </a:lnTo>
                      <a:lnTo>
                        <a:pt x="39053" y="91758"/>
                      </a:lnTo>
                      <a:cubicBezTo>
                        <a:pt x="56262" y="91758"/>
                        <a:pt x="70676" y="79439"/>
                        <a:pt x="73343" y="62484"/>
                      </a:cubicBezTo>
                      <a:lnTo>
                        <a:pt x="74867" y="52896"/>
                      </a:lnTo>
                      <a:cubicBezTo>
                        <a:pt x="76454" y="42863"/>
                        <a:pt x="73597" y="32639"/>
                        <a:pt x="66993" y="24892"/>
                      </a:cubicBezTo>
                      <a:cubicBezTo>
                        <a:pt x="60389" y="17145"/>
                        <a:pt x="50737" y="12700"/>
                        <a:pt x="40577" y="12700"/>
                      </a:cubicBezTo>
                      <a:lnTo>
                        <a:pt x="24385" y="12700"/>
                      </a:lnTo>
                      <a:lnTo>
                        <a:pt x="24385" y="0"/>
                      </a:lnTo>
                      <a:lnTo>
                        <a:pt x="40577" y="0"/>
                      </a:lnTo>
                      <a:cubicBezTo>
                        <a:pt x="54483" y="0"/>
                        <a:pt x="67628" y="6033"/>
                        <a:pt x="76645" y="16637"/>
                      </a:cubicBezTo>
                      <a:cubicBezTo>
                        <a:pt x="85662" y="27178"/>
                        <a:pt x="89599" y="41148"/>
                        <a:pt x="87440" y="54864"/>
                      </a:cubicBezTo>
                      <a:lnTo>
                        <a:pt x="85916" y="64452"/>
                      </a:lnTo>
                      <a:cubicBezTo>
                        <a:pt x="82233" y="87567"/>
                        <a:pt x="62485" y="104457"/>
                        <a:pt x="39053" y="10445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77" name="Google Shape;2377;p69"/>
                <p:cNvSpPr/>
                <p:nvPr/>
              </p:nvSpPr>
              <p:spPr>
                <a:xfrm>
                  <a:off x="9969372" y="3171888"/>
                  <a:ext cx="121793" cy="1035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793" h="103568" extrusionOk="0">
                      <a:moveTo>
                        <a:pt x="0" y="0"/>
                      </a:moveTo>
                      <a:lnTo>
                        <a:pt x="9271" y="69215"/>
                      </a:lnTo>
                      <a:cubicBezTo>
                        <a:pt x="11874" y="88900"/>
                        <a:pt x="28702" y="103568"/>
                        <a:pt x="48514" y="103568"/>
                      </a:cubicBezTo>
                      <a:lnTo>
                        <a:pt x="98552" y="103568"/>
                      </a:lnTo>
                      <a:cubicBezTo>
                        <a:pt x="107188" y="103568"/>
                        <a:pt x="115189" y="100647"/>
                        <a:pt x="121793" y="95821"/>
                      </a:cubicBezTo>
                      <a:cubicBezTo>
                        <a:pt x="66611" y="88392"/>
                        <a:pt x="4064" y="30480"/>
                        <a:pt x="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78" name="Google Shape;2378;p69"/>
                <p:cNvSpPr/>
                <p:nvPr/>
              </p:nvSpPr>
              <p:spPr>
                <a:xfrm>
                  <a:off x="9967911" y="3271139"/>
                  <a:ext cx="157589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589" h="20383" extrusionOk="0">
                      <a:moveTo>
                        <a:pt x="119507" y="20383"/>
                      </a:moveTo>
                      <a:lnTo>
                        <a:pt x="38037" y="20383"/>
                      </a:lnTo>
                      <a:cubicBezTo>
                        <a:pt x="29528" y="20383"/>
                        <a:pt x="21082" y="18415"/>
                        <a:pt x="13463" y="14732"/>
                      </a:cubicBezTo>
                      <a:lnTo>
                        <a:pt x="2858" y="9589"/>
                      </a:lnTo>
                      <a:cubicBezTo>
                        <a:pt x="-1968" y="7239"/>
                        <a:pt x="-317" y="0"/>
                        <a:pt x="5081" y="0"/>
                      </a:cubicBezTo>
                      <a:lnTo>
                        <a:pt x="152528" y="0"/>
                      </a:lnTo>
                      <a:cubicBezTo>
                        <a:pt x="157862" y="0"/>
                        <a:pt x="159576" y="7239"/>
                        <a:pt x="154750" y="9589"/>
                      </a:cubicBezTo>
                      <a:lnTo>
                        <a:pt x="144145" y="14732"/>
                      </a:lnTo>
                      <a:cubicBezTo>
                        <a:pt x="136462" y="18415"/>
                        <a:pt x="128017" y="20383"/>
                        <a:pt x="119507" y="2038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379" name="Google Shape;2379;p69"/>
            <p:cNvGrpSpPr/>
            <p:nvPr/>
          </p:nvGrpSpPr>
          <p:grpSpPr>
            <a:xfrm flipH="1">
              <a:off x="6716169" y="1176378"/>
              <a:ext cx="424873" cy="459788"/>
              <a:chOff x="7969755" y="1224249"/>
              <a:chExt cx="288813" cy="312547"/>
            </a:xfrm>
          </p:grpSpPr>
          <p:sp>
            <p:nvSpPr>
              <p:cNvPr id="2380" name="Google Shape;2380;p69"/>
              <p:cNvSpPr/>
              <p:nvPr/>
            </p:nvSpPr>
            <p:spPr>
              <a:xfrm>
                <a:off x="7969755" y="1224249"/>
                <a:ext cx="288813" cy="312547"/>
              </a:xfrm>
              <a:custGeom>
                <a:avLst/>
                <a:gdLst/>
                <a:ahLst/>
                <a:cxnLst/>
                <a:rect l="l" t="t" r="r" b="b"/>
                <a:pathLst>
                  <a:path w="288813" h="312547" extrusionOk="0">
                    <a:moveTo>
                      <a:pt x="0" y="39941"/>
                    </a:moveTo>
                    <a:lnTo>
                      <a:pt x="0" y="272669"/>
                    </a:lnTo>
                    <a:cubicBezTo>
                      <a:pt x="0" y="294704"/>
                      <a:pt x="17780" y="312547"/>
                      <a:pt x="39688" y="312547"/>
                    </a:cubicBezTo>
                    <a:lnTo>
                      <a:pt x="184023" y="312547"/>
                    </a:lnTo>
                    <a:cubicBezTo>
                      <a:pt x="205930" y="312547"/>
                      <a:pt x="223710" y="294704"/>
                      <a:pt x="223710" y="272669"/>
                    </a:cubicBezTo>
                    <a:lnTo>
                      <a:pt x="223710" y="205232"/>
                    </a:lnTo>
                    <a:cubicBezTo>
                      <a:pt x="223710" y="199009"/>
                      <a:pt x="227076" y="193294"/>
                      <a:pt x="232537" y="190310"/>
                    </a:cubicBezTo>
                    <a:lnTo>
                      <a:pt x="286003" y="161036"/>
                    </a:lnTo>
                    <a:cubicBezTo>
                      <a:pt x="289751" y="159004"/>
                      <a:pt x="289751" y="153543"/>
                      <a:pt x="286003" y="151511"/>
                    </a:cubicBezTo>
                    <a:lnTo>
                      <a:pt x="232537" y="122238"/>
                    </a:lnTo>
                    <a:cubicBezTo>
                      <a:pt x="227076" y="119253"/>
                      <a:pt x="223710" y="113538"/>
                      <a:pt x="223710" y="107315"/>
                    </a:cubicBezTo>
                    <a:lnTo>
                      <a:pt x="223710" y="39878"/>
                    </a:lnTo>
                    <a:cubicBezTo>
                      <a:pt x="223710" y="17843"/>
                      <a:pt x="205930" y="0"/>
                      <a:pt x="184023" y="0"/>
                    </a:cubicBezTo>
                    <a:lnTo>
                      <a:pt x="39688" y="0"/>
                    </a:lnTo>
                    <a:cubicBezTo>
                      <a:pt x="17780" y="63"/>
                      <a:pt x="0" y="17970"/>
                      <a:pt x="0" y="3994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1" name="Google Shape;2381;p69"/>
              <p:cNvSpPr/>
              <p:nvPr/>
            </p:nvSpPr>
            <p:spPr>
              <a:xfrm flipH="1">
                <a:off x="8003346" y="1326865"/>
                <a:ext cx="154940" cy="107378"/>
              </a:xfrm>
              <a:custGeom>
                <a:avLst/>
                <a:gdLst/>
                <a:ahLst/>
                <a:cxnLst/>
                <a:rect l="l" t="t" r="r" b="b"/>
                <a:pathLst>
                  <a:path w="154940" h="107378" extrusionOk="0">
                    <a:moveTo>
                      <a:pt x="64263" y="107378"/>
                    </a:moveTo>
                    <a:lnTo>
                      <a:pt x="0" y="42863"/>
                    </a:lnTo>
                    <a:lnTo>
                      <a:pt x="17336" y="25781"/>
                    </a:lnTo>
                    <a:lnTo>
                      <a:pt x="64326" y="73025"/>
                    </a:lnTo>
                    <a:lnTo>
                      <a:pt x="137732" y="0"/>
                    </a:lnTo>
                    <a:lnTo>
                      <a:pt x="154940" y="1720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Creative Writing - Bachelor of Arts in English by Slidesgo">
  <a:themeElements>
    <a:clrScheme name="Simple Light">
      <a:dk1>
        <a:srgbClr val="322A23"/>
      </a:dk1>
      <a:lt1>
        <a:srgbClr val="F3EDE6"/>
      </a:lt1>
      <a:dk2>
        <a:srgbClr val="91BDD1"/>
      </a:dk2>
      <a:lt2>
        <a:srgbClr val="A9572A"/>
      </a:lt2>
      <a:accent1>
        <a:srgbClr val="EADA85"/>
      </a:accent1>
      <a:accent2>
        <a:srgbClr val="7E8051"/>
      </a:accent2>
      <a:accent3>
        <a:srgbClr val="C36666"/>
      </a:accent3>
      <a:accent4>
        <a:srgbClr val="FFC6A0"/>
      </a:accent4>
      <a:accent5>
        <a:srgbClr val="B47A44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741</Words>
  <Application>Microsoft Office PowerPoint</Application>
  <PresentationFormat>On-screen Show (16:9)</PresentationFormat>
  <Paragraphs>132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Archivo</vt:lpstr>
      <vt:lpstr>Arabic Typesetting</vt:lpstr>
      <vt:lpstr>Sora</vt:lpstr>
      <vt:lpstr>IBM Plex Sans</vt:lpstr>
      <vt:lpstr>Calibri</vt:lpstr>
      <vt:lpstr>IBM Plex Sans Light</vt:lpstr>
      <vt:lpstr>Arial</vt:lpstr>
      <vt:lpstr>Nunito Light</vt:lpstr>
      <vt:lpstr>Anaheim</vt:lpstr>
      <vt:lpstr>Creative Writing - Bachelor of Arts in English by Slidesgo</vt:lpstr>
      <vt:lpstr>تطبيق تعليم لغة انكليزية للأطفال</vt:lpstr>
      <vt:lpstr>أهمية المشروع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yotaame1@gmail.com</cp:lastModifiedBy>
  <cp:revision>6</cp:revision>
  <dcterms:modified xsi:type="dcterms:W3CDTF">2025-12-26T15:49:32Z</dcterms:modified>
</cp:coreProperties>
</file>